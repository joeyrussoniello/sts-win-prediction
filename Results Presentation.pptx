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17"/>
  </p:notesMasterIdLst>
  <p:sldIdLst>
    <p:sldId id="256" r:id="rId2"/>
    <p:sldId id="262" r:id="rId3"/>
    <p:sldId id="289" r:id="rId4"/>
    <p:sldId id="291" r:id="rId5"/>
    <p:sldId id="290" r:id="rId6"/>
    <p:sldId id="259" r:id="rId7"/>
    <p:sldId id="257" r:id="rId8"/>
    <p:sldId id="258" r:id="rId9"/>
    <p:sldId id="260" r:id="rId10"/>
    <p:sldId id="264" r:id="rId11"/>
    <p:sldId id="263" r:id="rId12"/>
    <p:sldId id="261" r:id="rId13"/>
    <p:sldId id="292" r:id="rId14"/>
    <p:sldId id="266" r:id="rId15"/>
    <p:sldId id="268"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C254FA-DB2C-4DEF-89B4-2998B2D509E9}">
  <a:tblStyle styleId="{C1C254FA-DB2C-4DEF-89B4-2998B2D509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163" autoAdjust="0"/>
  </p:normalViewPr>
  <p:slideViewPr>
    <p:cSldViewPr snapToGrid="0">
      <p:cViewPr varScale="1">
        <p:scale>
          <a:sx n="82" d="100"/>
          <a:sy n="82" d="100"/>
        </p:scale>
        <p:origin x="1502"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6" name="Google Shape;4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Hello I’m Joseph Russoniello, and I’m Fernando Martin and our research was on win prediction for the video game slay the spire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p:cNvGrpSpPr/>
        <p:nvPr/>
      </p:nvGrpSpPr>
      <p:grpSpPr>
        <a:xfrm>
          <a:off x="0" y="0"/>
          <a:ext cx="0" cy="0"/>
          <a:chOff x="0" y="0"/>
          <a:chExt cx="0" cy="0"/>
        </a:xfrm>
      </p:grpSpPr>
      <p:sp>
        <p:nvSpPr>
          <p:cNvPr id="2240" name="Google Shape;2240;g2a85e034975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Slay the spire is a rouge-like </a:t>
            </a:r>
            <a:r>
              <a:rPr lang="en-US" dirty="0" err="1"/>
              <a:t>deckbuilder</a:t>
            </a:r>
            <a:r>
              <a:rPr lang="en-US" dirty="0"/>
              <a:t> where you collect cards, choose a path, and fight battles. Several people have used tried to use ML/AI for this game, but previous research is either focused 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5DE92289-946D-89CE-197A-A4A2F2BBF824}"/>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5DBA2742-9C70-D590-1B12-A931014743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6561F48C-654B-44B0-9266-9568FB3473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Search-based algorithms that try to solve individual fights, or…</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6850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13AB1A31-CDD5-30EB-3786-F63AA4907ABB}"/>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4E19004B-2B56-2503-87B0-63371277B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0EFBA2C9-BD12-32E9-5E96-47296FFFF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Used overly informative features to predict whether a run win or lost given its end state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782604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0EDC2A84-FB02-9739-9063-DCB9743F45D4}"/>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35E4127A-8705-CDF9-4053-78160E133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CD83993D-8612-CF5F-3829-81AE2ED84F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research is instead focused on the bigger decisions that shape a run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992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a7f00d7c01_0_2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64" name="Google Shape;1464;g2a7f00d7c01_0_2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Specifically, we aimed to assess a given run’s strength (win probability) at each state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g2a7f00d7c01_0_20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41" name="Google Shape;1441;g2a7f00d7c01_0_2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faced several challenges in development. </a:t>
            </a:r>
          </a:p>
          <a:p>
            <a:pPr marL="228600" lvl="0" indent="-228600" algn="l" rtl="0">
              <a:spcBef>
                <a:spcPts val="0"/>
              </a:spcBef>
              <a:spcAft>
                <a:spcPts val="0"/>
              </a:spcAft>
              <a:buAutoNum type="arabicPeriod"/>
            </a:pPr>
            <a:r>
              <a:rPr lang="en-US" dirty="0"/>
              <a:t>First, the best available dataset was a JSON log of events for a run, not a floor level table. </a:t>
            </a:r>
          </a:p>
          <a:p>
            <a:pPr marL="228600" lvl="0" indent="-228600" algn="l" rtl="0">
              <a:spcBef>
                <a:spcPts val="0"/>
              </a:spcBef>
              <a:spcAft>
                <a:spcPts val="0"/>
              </a:spcAft>
              <a:buAutoNum type="arabicPeriod"/>
            </a:pPr>
            <a:r>
              <a:rPr lang="en-US" dirty="0"/>
              <a:t>We also had to deal with the complexity of deck state with 1300 possible cards and up to 50 cards in a deck. </a:t>
            </a:r>
          </a:p>
          <a:p>
            <a:pPr marL="228600" lvl="0" indent="-228600" algn="l" rtl="0">
              <a:spcBef>
                <a:spcPts val="0"/>
              </a:spcBef>
              <a:spcAft>
                <a:spcPts val="0"/>
              </a:spcAft>
              <a:buAutoNum type="arabicPeriod"/>
            </a:pPr>
            <a:r>
              <a:rPr lang="en-US" dirty="0"/>
              <a:t>Our main problems were in fighting high variance, or unstable outputs for similar inputs in our NNs</a:t>
            </a:r>
          </a:p>
          <a:p>
            <a:pPr marL="228600" lvl="0" indent="-228600" algn="l" rtl="0">
              <a:spcBef>
                <a:spcPts val="0"/>
              </a:spcBef>
              <a:spcAft>
                <a:spcPts val="0"/>
              </a:spcAft>
              <a:buAutoNum type="arabicPeriod"/>
            </a:pPr>
            <a:r>
              <a:rPr lang="en-US" dirty="0"/>
              <a:t>And most difficult was in assessing model quality: an average of 80% of runs lose, so an ideal model should gradually build a sense of confidence, and lose that confidence when a mistake is made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g2a7f00d7c01_0_20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50" name="Google Shape;1450;g2a7f00d7c01_0_20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Slay the Spire, your cards are everything, so we handled this carefully. We started with a JSON file with 126k Runs, which we processed into a 3 Million Record Dataset with one record per floor, each with a running deck state array. Then maintained a count of each card in a deck and prepared for dimensionality reduction</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1"/>
        <p:cNvGrpSpPr/>
        <p:nvPr/>
      </p:nvGrpSpPr>
      <p:grpSpPr>
        <a:xfrm>
          <a:off x="0" y="0"/>
          <a:ext cx="0" cy="0"/>
          <a:chOff x="0" y="0"/>
          <a:chExt cx="0" cy="0"/>
        </a:xfrm>
      </p:grpSpPr>
      <p:sp>
        <p:nvSpPr>
          <p:cNvPr id="1882" name="Google Shape;1882;g2a7f00d7c01_0_2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83" name="Google Shape;1883;g2a7f00d7c01_0_2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reduce the deck dimensions using Singular Value Decomposition. It turns out, 86% of variance between all possible slay the spire decks can be encoded in just 128 dimensions! Interestingly, some of the components track how well a deck is scaling in the late game, like SVD4 shown here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g2a85e034975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57" name="Google Shape;2257;g2a85e034975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our models, we compare to a baseline of picking the majority class by floor. We trained, a logistic regression, Neural Networks, and LSTMs with an </a:t>
            </a:r>
            <a:r>
              <a:rPr lang="en-US" dirty="0" err="1"/>
              <a:t>RMSProp</a:t>
            </a:r>
            <a:r>
              <a:rPr lang="en-US" dirty="0"/>
              <a:t> optimizer</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2a85e034975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50" name="Google Shape;2250;g2a85e034975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models perform exceptionally well! The 3-Layer Neural network was able to get a sense of “winning” and “choking” a run, but is too volatile, while the LSTM based architecture is much more stable, carrying state information forward. However, these results seem approximately linear, which begs the question</a:t>
            </a:r>
          </a:p>
          <a:p>
            <a:pPr marL="0" lvl="0" indent="0" algn="l" rtl="0">
              <a:spcBef>
                <a:spcPts val="0"/>
              </a:spcBef>
              <a:spcAft>
                <a:spcPts val="0"/>
              </a:spcAft>
              <a:buNone/>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2a85e03497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0" name="Google Shape;1890;g2a85e03497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Are we leaking to much information by including the floor count? To answer this, we can compare to the baseline model of majority class by floor, and see that our models are far more accurate, especially as the run progresses!</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a:extLst>
            <a:ext uri="{FF2B5EF4-FFF2-40B4-BE49-F238E27FC236}">
              <a16:creationId xmlns:a16="http://schemas.microsoft.com/office/drawing/2014/main" id="{5EA2F263-909A-B1A1-527A-CC0EE82A5E52}"/>
            </a:ext>
          </a:extLst>
        </p:cNvPr>
        <p:cNvGrpSpPr/>
        <p:nvPr/>
      </p:nvGrpSpPr>
      <p:grpSpPr>
        <a:xfrm>
          <a:off x="0" y="0"/>
          <a:ext cx="0" cy="0"/>
          <a:chOff x="0" y="0"/>
          <a:chExt cx="0" cy="0"/>
        </a:xfrm>
      </p:grpSpPr>
      <p:sp>
        <p:nvSpPr>
          <p:cNvPr id="1889" name="Google Shape;1889;g2a85e034975_0_25:notes">
            <a:extLst>
              <a:ext uri="{FF2B5EF4-FFF2-40B4-BE49-F238E27FC236}">
                <a16:creationId xmlns:a16="http://schemas.microsoft.com/office/drawing/2014/main" id="{C69BA9A7-4FD0-97C7-448F-A06DA864DC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0" name="Google Shape;1890;g2a85e034975_0_25:notes">
            <a:extLst>
              <a:ext uri="{FF2B5EF4-FFF2-40B4-BE49-F238E27FC236}">
                <a16:creationId xmlns:a16="http://schemas.microsoft.com/office/drawing/2014/main" id="{CDD9E8B5-4631-3ABF-7D54-FC127F6F2C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conclusion </a:t>
            </a:r>
            <a:r>
              <a:rPr lang="en-US" sz="1100" b="1" i="0" u="none" strike="noStrike" cap="none" dirty="0">
                <a:solidFill>
                  <a:schemeClr val="tx2"/>
                </a:solidFill>
                <a:latin typeface="Arial"/>
                <a:ea typeface="Arial"/>
                <a:cs typeface="Arial"/>
                <a:sym typeface="Arial"/>
              </a:rPr>
              <a:t>The </a:t>
            </a:r>
            <a:r>
              <a:rPr lang="en-US" sz="1100" b="1" i="0" u="sng" strike="noStrike" cap="none" dirty="0">
                <a:solidFill>
                  <a:schemeClr val="tx2"/>
                </a:solidFill>
                <a:latin typeface="Arial"/>
                <a:ea typeface="Arial"/>
                <a:cs typeface="Arial"/>
                <a:sym typeface="Arial"/>
              </a:rPr>
              <a:t>LSTM Architecture</a:t>
            </a:r>
            <a:r>
              <a:rPr lang="en-US" sz="1100" b="1" i="0" u="none" strike="noStrike" cap="none" dirty="0">
                <a:solidFill>
                  <a:schemeClr val="tx2"/>
                </a:solidFill>
                <a:latin typeface="Arial"/>
                <a:ea typeface="Arial"/>
                <a:cs typeface="Arial"/>
                <a:sym typeface="Arial"/>
              </a:rPr>
              <a:t> (with and without attention) drastically helped stabilize predictions between two similar states, and dramatically increased recall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41799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2"/>
        <p:cNvGrpSpPr/>
        <p:nvPr/>
      </p:nvGrpSpPr>
      <p:grpSpPr>
        <a:xfrm>
          <a:off x="0" y="0"/>
          <a:ext cx="0" cy="0"/>
          <a:chOff x="0" y="0"/>
          <a:chExt cx="0" cy="0"/>
        </a:xfrm>
      </p:grpSpPr>
      <p:sp>
        <p:nvSpPr>
          <p:cNvPr id="2313" name="Google Shape;2313;g2a85e034975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14" name="Google Shape;2314;g2a85e034975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LSTM model is exceptionally strong, with 91% recall 10 floors before the final boss, and 99% recall right before the final boss.</a:t>
            </a:r>
            <a:br>
              <a:rPr lang="en-US" dirty="0"/>
            </a:br>
            <a:br>
              <a:rPr lang="en-US" dirty="0"/>
            </a:br>
            <a:r>
              <a:rPr lang="en-US" dirty="0"/>
              <a:t>If we were to continue this project, we would consider using a stacking architecture, using our predictions to inform reinforcement learning, or creating an “Eval Bar” mod in game</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8"/>
        <p:cNvGrpSpPr/>
        <p:nvPr/>
      </p:nvGrpSpPr>
      <p:grpSpPr>
        <a:xfrm>
          <a:off x="0" y="0"/>
          <a:ext cx="0" cy="0"/>
          <a:chOff x="0" y="0"/>
          <a:chExt cx="0" cy="0"/>
        </a:xfrm>
      </p:grpSpPr>
      <p:sp>
        <p:nvSpPr>
          <p:cNvPr id="2339" name="Google Shape;2339;g2a85e034975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40" name="Google Shape;2340;g2a85e034975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80900" y="1285850"/>
            <a:ext cx="5782200" cy="1572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3800">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0" name="Google Shape;10;p2"/>
          <p:cNvSpPr txBox="1">
            <a:spLocks noGrp="1"/>
          </p:cNvSpPr>
          <p:nvPr>
            <p:ph type="subTitle" idx="1"/>
          </p:nvPr>
        </p:nvSpPr>
        <p:spPr>
          <a:xfrm>
            <a:off x="1680900" y="3379750"/>
            <a:ext cx="5782200" cy="477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solidFill>
                  <a:schemeClr val="dk1"/>
                </a:solidFill>
                <a:latin typeface="Archivo"/>
                <a:ea typeface="Archivo"/>
                <a:cs typeface="Archivo"/>
                <a:sym typeface="Archiv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ctrTitle" idx="2"/>
          </p:nvPr>
        </p:nvSpPr>
        <p:spPr>
          <a:xfrm>
            <a:off x="1680900" y="2721350"/>
            <a:ext cx="5782200" cy="626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1800">
                <a:solidFill>
                  <a:schemeClr val="lt2"/>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grpSp>
        <p:nvGrpSpPr>
          <p:cNvPr id="12" name="Google Shape;12;p2"/>
          <p:cNvGrpSpPr/>
          <p:nvPr/>
        </p:nvGrpSpPr>
        <p:grpSpPr>
          <a:xfrm>
            <a:off x="3715838" y="281238"/>
            <a:ext cx="1712300" cy="178225"/>
            <a:chOff x="3715838" y="281238"/>
            <a:chExt cx="1712300" cy="178225"/>
          </a:xfrm>
        </p:grpSpPr>
        <p:sp>
          <p:nvSpPr>
            <p:cNvPr id="13" name="Google Shape;13;p2"/>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3715838" y="281238"/>
              <a:ext cx="178225" cy="178225"/>
              <a:chOff x="6772475" y="3811500"/>
              <a:chExt cx="178225" cy="178225"/>
            </a:xfrm>
          </p:grpSpPr>
          <p:sp>
            <p:nvSpPr>
              <p:cNvPr id="15" name="Google Shape;15;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5249913" y="281238"/>
              <a:ext cx="178225" cy="178225"/>
              <a:chOff x="6772475" y="3811500"/>
              <a:chExt cx="178225" cy="178225"/>
            </a:xfrm>
          </p:grpSpPr>
          <p:sp>
            <p:nvSpPr>
              <p:cNvPr id="21" name="Google Shape;21;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 name="Google Shape;26;p2"/>
          <p:cNvGrpSpPr/>
          <p:nvPr/>
        </p:nvGrpSpPr>
        <p:grpSpPr>
          <a:xfrm>
            <a:off x="3768188" y="4684025"/>
            <a:ext cx="1607575" cy="178225"/>
            <a:chOff x="3768188" y="4684025"/>
            <a:chExt cx="1607575" cy="178225"/>
          </a:xfrm>
        </p:grpSpPr>
        <p:sp>
          <p:nvSpPr>
            <p:cNvPr id="27" name="Google Shape;27;p2"/>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oogle Shape;29;p2"/>
            <p:cNvGrpSpPr/>
            <p:nvPr/>
          </p:nvGrpSpPr>
          <p:grpSpPr>
            <a:xfrm>
              <a:off x="4482863" y="4684025"/>
              <a:ext cx="178225" cy="178225"/>
              <a:chOff x="6772475" y="3811500"/>
              <a:chExt cx="178225" cy="178225"/>
            </a:xfrm>
          </p:grpSpPr>
          <p:sp>
            <p:nvSpPr>
              <p:cNvPr id="30" name="Google Shape;30;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 name="Google Shape;35;p2"/>
          <p:cNvGrpSpPr/>
          <p:nvPr/>
        </p:nvGrpSpPr>
        <p:grpSpPr>
          <a:xfrm>
            <a:off x="401038" y="333613"/>
            <a:ext cx="8355300" cy="4476275"/>
            <a:chOff x="401038" y="333613"/>
            <a:chExt cx="8355300" cy="4476275"/>
          </a:xfrm>
        </p:grpSpPr>
        <p:sp>
          <p:nvSpPr>
            <p:cNvPr id="36" name="Google Shape;36;p2"/>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
          <p:cNvSpPr txBox="1">
            <a:spLocks noGrp="1"/>
          </p:cNvSpPr>
          <p:nvPr>
            <p:ph type="title"/>
          </p:nvPr>
        </p:nvSpPr>
        <p:spPr>
          <a:xfrm>
            <a:off x="2038200" y="2207942"/>
            <a:ext cx="5067600" cy="1154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600"/>
              <a:buNone/>
              <a:defRPr sz="3000">
                <a:latin typeface="Segoe UI Black" panose="020B0A02040204020203" pitchFamily="34" charset="0"/>
                <a:cs typeface="Segoe UI Semibold" panose="020B0702040204020203" pitchFamily="34" charset="0"/>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
        <p:nvSpPr>
          <p:cNvPr id="42" name="Google Shape;42;p3"/>
          <p:cNvSpPr txBox="1">
            <a:spLocks noGrp="1"/>
          </p:cNvSpPr>
          <p:nvPr>
            <p:ph type="title" idx="2" hasCustomPrompt="1"/>
          </p:nvPr>
        </p:nvSpPr>
        <p:spPr>
          <a:xfrm>
            <a:off x="3949050" y="1403063"/>
            <a:ext cx="1245900" cy="8418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38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rPr dirty="0"/>
              <a:t>xx%</a:t>
            </a:r>
          </a:p>
        </p:txBody>
      </p:sp>
      <p:sp>
        <p:nvSpPr>
          <p:cNvPr id="43" name="Google Shape;43;p3"/>
          <p:cNvSpPr txBox="1">
            <a:spLocks noGrp="1"/>
          </p:cNvSpPr>
          <p:nvPr>
            <p:ph type="subTitle" idx="1"/>
          </p:nvPr>
        </p:nvSpPr>
        <p:spPr>
          <a:xfrm>
            <a:off x="2038200" y="3307225"/>
            <a:ext cx="5067600" cy="43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4" name="Google Shape;44;p3"/>
          <p:cNvGrpSpPr/>
          <p:nvPr/>
        </p:nvGrpSpPr>
        <p:grpSpPr>
          <a:xfrm>
            <a:off x="3715838" y="4684025"/>
            <a:ext cx="1712300" cy="178225"/>
            <a:chOff x="3715838" y="281238"/>
            <a:chExt cx="1712300" cy="178225"/>
          </a:xfrm>
        </p:grpSpPr>
        <p:sp>
          <p:nvSpPr>
            <p:cNvPr id="45" name="Google Shape;45;p3"/>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715838" y="281238"/>
              <a:ext cx="178225" cy="178225"/>
              <a:chOff x="6772475" y="3811500"/>
              <a:chExt cx="178225" cy="178225"/>
            </a:xfrm>
          </p:grpSpPr>
          <p:sp>
            <p:nvSpPr>
              <p:cNvPr id="47" name="Google Shape;47;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5249913" y="281238"/>
              <a:ext cx="178225" cy="178225"/>
              <a:chOff x="6772475" y="3811500"/>
              <a:chExt cx="178225" cy="178225"/>
            </a:xfrm>
          </p:grpSpPr>
          <p:sp>
            <p:nvSpPr>
              <p:cNvPr id="53" name="Google Shape;53;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 name="Google Shape;58;p3"/>
          <p:cNvGrpSpPr/>
          <p:nvPr/>
        </p:nvGrpSpPr>
        <p:grpSpPr>
          <a:xfrm>
            <a:off x="3768188" y="4684025"/>
            <a:ext cx="1607575" cy="178225"/>
            <a:chOff x="3768188" y="4684025"/>
            <a:chExt cx="1607575" cy="178225"/>
          </a:xfrm>
        </p:grpSpPr>
        <p:sp>
          <p:nvSpPr>
            <p:cNvPr id="59" name="Google Shape;59;p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3"/>
            <p:cNvGrpSpPr/>
            <p:nvPr/>
          </p:nvGrpSpPr>
          <p:grpSpPr>
            <a:xfrm>
              <a:off x="4482863" y="4684025"/>
              <a:ext cx="178225" cy="178225"/>
              <a:chOff x="6772475" y="3811500"/>
              <a:chExt cx="178225" cy="178225"/>
            </a:xfrm>
          </p:grpSpPr>
          <p:sp>
            <p:nvSpPr>
              <p:cNvPr id="62" name="Google Shape;62;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 name="Google Shape;67;p3"/>
          <p:cNvGrpSpPr/>
          <p:nvPr/>
        </p:nvGrpSpPr>
        <p:grpSpPr>
          <a:xfrm>
            <a:off x="401038" y="333625"/>
            <a:ext cx="8341875" cy="4476263"/>
            <a:chOff x="401038" y="333625"/>
            <a:chExt cx="8341875" cy="4476263"/>
          </a:xfrm>
        </p:grpSpPr>
        <p:sp>
          <p:nvSpPr>
            <p:cNvPr id="68" name="Google Shape;68;p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3"/>
          <p:cNvGrpSpPr/>
          <p:nvPr/>
        </p:nvGrpSpPr>
        <p:grpSpPr>
          <a:xfrm>
            <a:off x="401038" y="333613"/>
            <a:ext cx="8355300" cy="4476275"/>
            <a:chOff x="401038" y="333613"/>
            <a:chExt cx="8355300" cy="4476275"/>
          </a:xfrm>
        </p:grpSpPr>
        <p:sp>
          <p:nvSpPr>
            <p:cNvPr id="71" name="Google Shape;71;p3"/>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3"/>
          <p:cNvGrpSpPr/>
          <p:nvPr/>
        </p:nvGrpSpPr>
        <p:grpSpPr>
          <a:xfrm>
            <a:off x="3768188" y="281250"/>
            <a:ext cx="1607575" cy="178225"/>
            <a:chOff x="3768188" y="4684025"/>
            <a:chExt cx="1607575" cy="178225"/>
          </a:xfrm>
        </p:grpSpPr>
        <p:sp>
          <p:nvSpPr>
            <p:cNvPr id="76" name="Google Shape;76;p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4482863" y="4684025"/>
              <a:ext cx="178225" cy="178225"/>
              <a:chOff x="6772475" y="3811500"/>
              <a:chExt cx="178225" cy="178225"/>
            </a:xfrm>
          </p:grpSpPr>
          <p:sp>
            <p:nvSpPr>
              <p:cNvPr id="79" name="Google Shape;79;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4"/>
        <p:cNvGrpSpPr/>
        <p:nvPr/>
      </p:nvGrpSpPr>
      <p:grpSpPr>
        <a:xfrm>
          <a:off x="0" y="0"/>
          <a:ext cx="0" cy="0"/>
          <a:chOff x="0" y="0"/>
          <a:chExt cx="0" cy="0"/>
        </a:xfrm>
      </p:grpSpPr>
      <p:sp>
        <p:nvSpPr>
          <p:cNvPr id="105" name="Google Shape;105;p5"/>
          <p:cNvSpPr txBox="1">
            <a:spLocks noGrp="1"/>
          </p:cNvSpPr>
          <p:nvPr>
            <p:ph type="title"/>
          </p:nvPr>
        </p:nvSpPr>
        <p:spPr>
          <a:xfrm>
            <a:off x="1095150" y="521225"/>
            <a:ext cx="6953700" cy="83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106" name="Google Shape;106;p5"/>
          <p:cNvSpPr txBox="1">
            <a:spLocks noGrp="1"/>
          </p:cNvSpPr>
          <p:nvPr>
            <p:ph type="subTitle" idx="1"/>
          </p:nvPr>
        </p:nvSpPr>
        <p:spPr>
          <a:xfrm>
            <a:off x="1051706" y="1776125"/>
            <a:ext cx="3103200" cy="8961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a:solidFill>
                  <a:schemeClr val="dk1"/>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107" name="Google Shape;107;p5"/>
          <p:cNvSpPr txBox="1">
            <a:spLocks noGrp="1"/>
          </p:cNvSpPr>
          <p:nvPr>
            <p:ph type="subTitle" idx="2"/>
          </p:nvPr>
        </p:nvSpPr>
        <p:spPr>
          <a:xfrm>
            <a:off x="1051719" y="2612575"/>
            <a:ext cx="3103200" cy="1601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08" name="Google Shape;108;p5"/>
          <p:cNvSpPr txBox="1">
            <a:spLocks noGrp="1"/>
          </p:cNvSpPr>
          <p:nvPr>
            <p:ph type="subTitle" idx="3"/>
          </p:nvPr>
        </p:nvSpPr>
        <p:spPr>
          <a:xfrm>
            <a:off x="4989083" y="1776125"/>
            <a:ext cx="3103200" cy="8961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a:solidFill>
                  <a:schemeClr val="dk1"/>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109" name="Google Shape;109;p5"/>
          <p:cNvSpPr txBox="1">
            <a:spLocks noGrp="1"/>
          </p:cNvSpPr>
          <p:nvPr>
            <p:ph type="subTitle" idx="4"/>
          </p:nvPr>
        </p:nvSpPr>
        <p:spPr>
          <a:xfrm>
            <a:off x="4989094" y="2612575"/>
            <a:ext cx="3103200" cy="1601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10" name="Google Shape;110;p5"/>
          <p:cNvGrpSpPr/>
          <p:nvPr/>
        </p:nvGrpSpPr>
        <p:grpSpPr>
          <a:xfrm>
            <a:off x="3768188" y="4684025"/>
            <a:ext cx="1607575" cy="178225"/>
            <a:chOff x="3768188" y="4684025"/>
            <a:chExt cx="1607575" cy="178225"/>
          </a:xfrm>
        </p:grpSpPr>
        <p:sp>
          <p:nvSpPr>
            <p:cNvPr id="111" name="Google Shape;111;p5"/>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5"/>
            <p:cNvGrpSpPr/>
            <p:nvPr/>
          </p:nvGrpSpPr>
          <p:grpSpPr>
            <a:xfrm>
              <a:off x="4482863" y="4684025"/>
              <a:ext cx="178225" cy="178225"/>
              <a:chOff x="6772475" y="3811500"/>
              <a:chExt cx="178225" cy="178225"/>
            </a:xfrm>
          </p:grpSpPr>
          <p:sp>
            <p:nvSpPr>
              <p:cNvPr id="114" name="Google Shape;114;p5"/>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9" name="Google Shape;119;p5"/>
          <p:cNvGrpSpPr/>
          <p:nvPr/>
        </p:nvGrpSpPr>
        <p:grpSpPr>
          <a:xfrm>
            <a:off x="401038" y="333613"/>
            <a:ext cx="8355300" cy="4476263"/>
            <a:chOff x="401038" y="333613"/>
            <a:chExt cx="8355300" cy="4476263"/>
          </a:xfrm>
        </p:grpSpPr>
        <p:sp>
          <p:nvSpPr>
            <p:cNvPr id="120" name="Google Shape;120;p5"/>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grpSp>
        <p:nvGrpSpPr>
          <p:cNvPr id="124" name="Google Shape;124;p6"/>
          <p:cNvGrpSpPr/>
          <p:nvPr/>
        </p:nvGrpSpPr>
        <p:grpSpPr>
          <a:xfrm>
            <a:off x="3715838" y="4684025"/>
            <a:ext cx="1712300" cy="178225"/>
            <a:chOff x="3715838" y="281238"/>
            <a:chExt cx="1712300" cy="178225"/>
          </a:xfrm>
        </p:grpSpPr>
        <p:sp>
          <p:nvSpPr>
            <p:cNvPr id="125" name="Google Shape;125;p6"/>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6"/>
            <p:cNvGrpSpPr/>
            <p:nvPr/>
          </p:nvGrpSpPr>
          <p:grpSpPr>
            <a:xfrm>
              <a:off x="3715838" y="281238"/>
              <a:ext cx="178225" cy="178225"/>
              <a:chOff x="6772475" y="3811500"/>
              <a:chExt cx="178225" cy="178225"/>
            </a:xfrm>
          </p:grpSpPr>
          <p:sp>
            <p:nvSpPr>
              <p:cNvPr id="127" name="Google Shape;127;p6"/>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6"/>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132;p6"/>
            <p:cNvGrpSpPr/>
            <p:nvPr/>
          </p:nvGrpSpPr>
          <p:grpSpPr>
            <a:xfrm>
              <a:off x="5249913" y="281238"/>
              <a:ext cx="178225" cy="178225"/>
              <a:chOff x="6772475" y="3811500"/>
              <a:chExt cx="178225" cy="178225"/>
            </a:xfrm>
          </p:grpSpPr>
          <p:sp>
            <p:nvSpPr>
              <p:cNvPr id="133" name="Google Shape;133;p6"/>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 name="Google Shape;138;p6"/>
          <p:cNvGrpSpPr/>
          <p:nvPr/>
        </p:nvGrpSpPr>
        <p:grpSpPr>
          <a:xfrm>
            <a:off x="401038" y="333613"/>
            <a:ext cx="8355300" cy="4476263"/>
            <a:chOff x="401038" y="333613"/>
            <a:chExt cx="8355300" cy="4476263"/>
          </a:xfrm>
        </p:grpSpPr>
        <p:sp>
          <p:nvSpPr>
            <p:cNvPr id="139" name="Google Shape;139;p6"/>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1"/>
        <p:cNvGrpSpPr/>
        <p:nvPr/>
      </p:nvGrpSpPr>
      <p:grpSpPr>
        <a:xfrm>
          <a:off x="0" y="0"/>
          <a:ext cx="0" cy="0"/>
          <a:chOff x="0" y="0"/>
          <a:chExt cx="0" cy="0"/>
        </a:xfrm>
      </p:grpSpPr>
      <p:sp>
        <p:nvSpPr>
          <p:cNvPr id="142" name="Google Shape;142;p7"/>
          <p:cNvSpPr>
            <a:spLocks noGrp="1"/>
          </p:cNvSpPr>
          <p:nvPr>
            <p:ph type="pic" idx="2"/>
          </p:nvPr>
        </p:nvSpPr>
        <p:spPr>
          <a:xfrm>
            <a:off x="5838175" y="745800"/>
            <a:ext cx="3305700" cy="3651900"/>
          </a:xfrm>
          <a:prstGeom prst="rect">
            <a:avLst/>
          </a:prstGeom>
          <a:noFill/>
          <a:ln>
            <a:noFill/>
          </a:ln>
          <a:effectLst>
            <a:outerShdw blurRad="57150" dist="19050" dir="5400000" algn="bl" rotWithShape="0">
              <a:srgbClr val="000000">
                <a:alpha val="50000"/>
              </a:srgbClr>
            </a:outerShdw>
          </a:effectLst>
        </p:spPr>
        <p:txBody>
          <a:bodyPr/>
          <a:lstStyle/>
          <a:p>
            <a:endParaRPr lang="en-US"/>
          </a:p>
        </p:txBody>
      </p:sp>
      <p:sp>
        <p:nvSpPr>
          <p:cNvPr id="143" name="Google Shape;143;p7"/>
          <p:cNvSpPr txBox="1">
            <a:spLocks noGrp="1"/>
          </p:cNvSpPr>
          <p:nvPr>
            <p:ph type="subTitle" idx="1"/>
          </p:nvPr>
        </p:nvSpPr>
        <p:spPr>
          <a:xfrm>
            <a:off x="713225" y="1520125"/>
            <a:ext cx="3722700" cy="3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100"/>
              <a:buFont typeface="Nunito Light"/>
              <a:buChar char="●"/>
              <a:defRPr sz="1100"/>
            </a:lvl1pPr>
            <a:lvl2pPr lvl="1" rtl="0">
              <a:lnSpc>
                <a:spcPct val="100000"/>
              </a:lnSpc>
              <a:spcBef>
                <a:spcPts val="0"/>
              </a:spcBef>
              <a:spcAft>
                <a:spcPts val="0"/>
              </a:spcAft>
              <a:buClr>
                <a:schemeClr val="dk1"/>
              </a:buClr>
              <a:buSzPts val="1600"/>
              <a:buFont typeface="Nunito Light"/>
              <a:buChar char="○"/>
              <a:defRPr sz="2100"/>
            </a:lvl2pPr>
            <a:lvl3pPr lvl="2" rtl="0">
              <a:lnSpc>
                <a:spcPct val="100000"/>
              </a:lnSpc>
              <a:spcBef>
                <a:spcPts val="0"/>
              </a:spcBef>
              <a:spcAft>
                <a:spcPts val="0"/>
              </a:spcAft>
              <a:buClr>
                <a:schemeClr val="dk1"/>
              </a:buClr>
              <a:buSzPts val="1500"/>
              <a:buFont typeface="Nunito Light"/>
              <a:buChar char="■"/>
              <a:defRPr sz="2100"/>
            </a:lvl3pPr>
            <a:lvl4pPr lvl="3" rtl="0">
              <a:lnSpc>
                <a:spcPct val="100000"/>
              </a:lnSpc>
              <a:spcBef>
                <a:spcPts val="0"/>
              </a:spcBef>
              <a:spcAft>
                <a:spcPts val="0"/>
              </a:spcAft>
              <a:buClr>
                <a:schemeClr val="dk1"/>
              </a:buClr>
              <a:buSzPts val="1500"/>
              <a:buFont typeface="Nunito Light"/>
              <a:buChar char="●"/>
              <a:defRPr sz="2100"/>
            </a:lvl4pPr>
            <a:lvl5pPr lvl="4" rtl="0">
              <a:lnSpc>
                <a:spcPct val="100000"/>
              </a:lnSpc>
              <a:spcBef>
                <a:spcPts val="0"/>
              </a:spcBef>
              <a:spcAft>
                <a:spcPts val="0"/>
              </a:spcAft>
              <a:buClr>
                <a:schemeClr val="dk1"/>
              </a:buClr>
              <a:buSzPts val="1400"/>
              <a:buFont typeface="Nunito Light"/>
              <a:buChar char="○"/>
              <a:defRPr sz="2100"/>
            </a:lvl5pPr>
            <a:lvl6pPr lvl="5" rtl="0">
              <a:lnSpc>
                <a:spcPct val="100000"/>
              </a:lnSpc>
              <a:spcBef>
                <a:spcPts val="0"/>
              </a:spcBef>
              <a:spcAft>
                <a:spcPts val="0"/>
              </a:spcAft>
              <a:buClr>
                <a:schemeClr val="dk1"/>
              </a:buClr>
              <a:buSzPts val="1400"/>
              <a:buFont typeface="Nunito Light"/>
              <a:buChar char="■"/>
              <a:defRPr sz="2100"/>
            </a:lvl6pPr>
            <a:lvl7pPr lvl="6" rtl="0">
              <a:lnSpc>
                <a:spcPct val="100000"/>
              </a:lnSpc>
              <a:spcBef>
                <a:spcPts val="0"/>
              </a:spcBef>
              <a:spcAft>
                <a:spcPts val="0"/>
              </a:spcAft>
              <a:buClr>
                <a:schemeClr val="dk1"/>
              </a:buClr>
              <a:buSzPts val="1300"/>
              <a:buFont typeface="Nunito Light"/>
              <a:buChar char="●"/>
              <a:defRPr sz="2100"/>
            </a:lvl7pPr>
            <a:lvl8pPr lvl="7" rtl="0">
              <a:lnSpc>
                <a:spcPct val="100000"/>
              </a:lnSpc>
              <a:spcBef>
                <a:spcPts val="0"/>
              </a:spcBef>
              <a:spcAft>
                <a:spcPts val="0"/>
              </a:spcAft>
              <a:buClr>
                <a:schemeClr val="dk1"/>
              </a:buClr>
              <a:buSzPts val="1300"/>
              <a:buFont typeface="Nunito Light"/>
              <a:buChar char="○"/>
              <a:defRPr sz="2100"/>
            </a:lvl8pPr>
            <a:lvl9pPr lvl="8" rtl="0">
              <a:lnSpc>
                <a:spcPct val="100000"/>
              </a:lnSpc>
              <a:spcBef>
                <a:spcPts val="0"/>
              </a:spcBef>
              <a:spcAft>
                <a:spcPts val="0"/>
              </a:spcAft>
              <a:buClr>
                <a:schemeClr val="dk1"/>
              </a:buClr>
              <a:buSzPts val="1400"/>
              <a:buFont typeface="Nunito Light"/>
              <a:buChar char="■"/>
              <a:defRPr sz="2100"/>
            </a:lvl9pPr>
          </a:lstStyle>
          <a:p>
            <a:endParaRPr/>
          </a:p>
        </p:txBody>
      </p:sp>
      <p:sp>
        <p:nvSpPr>
          <p:cNvPr id="144" name="Google Shape;144;p7"/>
          <p:cNvSpPr txBox="1">
            <a:spLocks noGrp="1"/>
          </p:cNvSpPr>
          <p:nvPr>
            <p:ph type="title"/>
          </p:nvPr>
        </p:nvSpPr>
        <p:spPr>
          <a:xfrm>
            <a:off x="713225" y="521225"/>
            <a:ext cx="4761000" cy="804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145" name="Google Shape;145;p7"/>
          <p:cNvGrpSpPr/>
          <p:nvPr/>
        </p:nvGrpSpPr>
        <p:grpSpPr>
          <a:xfrm>
            <a:off x="3768188" y="4684025"/>
            <a:ext cx="1607575" cy="178225"/>
            <a:chOff x="3768188" y="4684025"/>
            <a:chExt cx="1607575" cy="178225"/>
          </a:xfrm>
        </p:grpSpPr>
        <p:sp>
          <p:nvSpPr>
            <p:cNvPr id="146" name="Google Shape;146;p7"/>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7"/>
            <p:cNvGrpSpPr/>
            <p:nvPr/>
          </p:nvGrpSpPr>
          <p:grpSpPr>
            <a:xfrm>
              <a:off x="4482863" y="4684025"/>
              <a:ext cx="178225" cy="178225"/>
              <a:chOff x="6772475" y="3811500"/>
              <a:chExt cx="178225" cy="178225"/>
            </a:xfrm>
          </p:grpSpPr>
          <p:sp>
            <p:nvSpPr>
              <p:cNvPr id="149" name="Google Shape;149;p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 name="Google Shape;154;p7"/>
          <p:cNvGrpSpPr/>
          <p:nvPr/>
        </p:nvGrpSpPr>
        <p:grpSpPr>
          <a:xfrm>
            <a:off x="401038" y="333613"/>
            <a:ext cx="8355300" cy="4476263"/>
            <a:chOff x="401038" y="333613"/>
            <a:chExt cx="8355300" cy="4476263"/>
          </a:xfrm>
        </p:grpSpPr>
        <p:sp>
          <p:nvSpPr>
            <p:cNvPr id="155" name="Google Shape;155;p7"/>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7"/>
        <p:cNvGrpSpPr/>
        <p:nvPr/>
      </p:nvGrpSpPr>
      <p:grpSpPr>
        <a:xfrm>
          <a:off x="0" y="0"/>
          <a:ext cx="0" cy="0"/>
          <a:chOff x="0" y="0"/>
          <a:chExt cx="0" cy="0"/>
        </a:xfrm>
      </p:grpSpPr>
      <p:sp>
        <p:nvSpPr>
          <p:cNvPr id="158" name="Google Shape;158;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atin typeface="Segoe UI Black" panose="020B0A02040204020203" pitchFamily="34" charset="0"/>
                <a:cs typeface="Segoe UI Semibold" panose="020B0702040204020203" pitchFamily="34" charset="0"/>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dirty="0"/>
          </a:p>
        </p:txBody>
      </p:sp>
      <p:grpSp>
        <p:nvGrpSpPr>
          <p:cNvPr id="159" name="Google Shape;159;p8"/>
          <p:cNvGrpSpPr/>
          <p:nvPr/>
        </p:nvGrpSpPr>
        <p:grpSpPr>
          <a:xfrm>
            <a:off x="3715838" y="4684025"/>
            <a:ext cx="1712300" cy="178225"/>
            <a:chOff x="3715838" y="281238"/>
            <a:chExt cx="1712300" cy="178225"/>
          </a:xfrm>
        </p:grpSpPr>
        <p:sp>
          <p:nvSpPr>
            <p:cNvPr id="160" name="Google Shape;160;p8"/>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 name="Google Shape;161;p8"/>
            <p:cNvGrpSpPr/>
            <p:nvPr/>
          </p:nvGrpSpPr>
          <p:grpSpPr>
            <a:xfrm>
              <a:off x="3715838" y="281238"/>
              <a:ext cx="178225" cy="178225"/>
              <a:chOff x="6772475" y="3811500"/>
              <a:chExt cx="178225" cy="178225"/>
            </a:xfrm>
          </p:grpSpPr>
          <p:sp>
            <p:nvSpPr>
              <p:cNvPr id="162" name="Google Shape;162;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8"/>
            <p:cNvGrpSpPr/>
            <p:nvPr/>
          </p:nvGrpSpPr>
          <p:grpSpPr>
            <a:xfrm>
              <a:off x="5249913" y="281238"/>
              <a:ext cx="178225" cy="178225"/>
              <a:chOff x="6772475" y="3811500"/>
              <a:chExt cx="178225" cy="178225"/>
            </a:xfrm>
          </p:grpSpPr>
          <p:sp>
            <p:nvSpPr>
              <p:cNvPr id="168" name="Google Shape;168;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3" name="Google Shape;173;p8"/>
          <p:cNvGrpSpPr/>
          <p:nvPr/>
        </p:nvGrpSpPr>
        <p:grpSpPr>
          <a:xfrm>
            <a:off x="401038" y="333613"/>
            <a:ext cx="8355300" cy="4476275"/>
            <a:chOff x="401038" y="333613"/>
            <a:chExt cx="8355300" cy="4476275"/>
          </a:xfrm>
        </p:grpSpPr>
        <p:sp>
          <p:nvSpPr>
            <p:cNvPr id="174" name="Google Shape;174;p8"/>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8"/>
          <p:cNvGrpSpPr/>
          <p:nvPr/>
        </p:nvGrpSpPr>
        <p:grpSpPr>
          <a:xfrm>
            <a:off x="3768188" y="281250"/>
            <a:ext cx="1607575" cy="178225"/>
            <a:chOff x="3768188" y="4684025"/>
            <a:chExt cx="1607575" cy="178225"/>
          </a:xfrm>
        </p:grpSpPr>
        <p:sp>
          <p:nvSpPr>
            <p:cNvPr id="179" name="Google Shape;179;p8"/>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8"/>
            <p:cNvGrpSpPr/>
            <p:nvPr/>
          </p:nvGrpSpPr>
          <p:grpSpPr>
            <a:xfrm>
              <a:off x="4482863" y="4684025"/>
              <a:ext cx="178225" cy="178225"/>
              <a:chOff x="6772475" y="3811500"/>
              <a:chExt cx="178225" cy="178225"/>
            </a:xfrm>
          </p:grpSpPr>
          <p:sp>
            <p:nvSpPr>
              <p:cNvPr id="182" name="Google Shape;182;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7"/>
        <p:cNvGrpSpPr/>
        <p:nvPr/>
      </p:nvGrpSpPr>
      <p:grpSpPr>
        <a:xfrm>
          <a:off x="0" y="0"/>
          <a:ext cx="0" cy="0"/>
          <a:chOff x="0" y="0"/>
          <a:chExt cx="0" cy="0"/>
        </a:xfrm>
      </p:grpSpPr>
      <p:sp>
        <p:nvSpPr>
          <p:cNvPr id="188" name="Google Shape;188;p9"/>
          <p:cNvSpPr txBox="1">
            <a:spLocks noGrp="1"/>
          </p:cNvSpPr>
          <p:nvPr>
            <p:ph type="title"/>
          </p:nvPr>
        </p:nvSpPr>
        <p:spPr>
          <a:xfrm>
            <a:off x="25494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atin typeface="Segoe UI Black" panose="020B0A02040204020203" pitchFamily="34" charset="0"/>
                <a:cs typeface="Segoe UI Semibold" panose="020B0702040204020203" pitchFamily="34" charset="0"/>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dirty="0"/>
          </a:p>
        </p:txBody>
      </p:sp>
      <p:sp>
        <p:nvSpPr>
          <p:cNvPr id="189" name="Google Shape;189;p9"/>
          <p:cNvSpPr txBox="1">
            <a:spLocks noGrp="1"/>
          </p:cNvSpPr>
          <p:nvPr>
            <p:ph type="subTitle" idx="1"/>
          </p:nvPr>
        </p:nvSpPr>
        <p:spPr>
          <a:xfrm>
            <a:off x="25494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190" name="Google Shape;190;p9"/>
          <p:cNvGrpSpPr/>
          <p:nvPr/>
        </p:nvGrpSpPr>
        <p:grpSpPr>
          <a:xfrm>
            <a:off x="401025" y="333613"/>
            <a:ext cx="8341875" cy="4476263"/>
            <a:chOff x="401038" y="333625"/>
            <a:chExt cx="8341875" cy="4476263"/>
          </a:xfrm>
        </p:grpSpPr>
        <p:sp>
          <p:nvSpPr>
            <p:cNvPr id="191" name="Google Shape;191;p9"/>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9"/>
          <p:cNvGrpSpPr/>
          <p:nvPr/>
        </p:nvGrpSpPr>
        <p:grpSpPr>
          <a:xfrm>
            <a:off x="3768188" y="4684025"/>
            <a:ext cx="1607575" cy="178225"/>
            <a:chOff x="3768188" y="4684025"/>
            <a:chExt cx="1607575" cy="178225"/>
          </a:xfrm>
        </p:grpSpPr>
        <p:sp>
          <p:nvSpPr>
            <p:cNvPr id="194" name="Google Shape;194;p9"/>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9"/>
            <p:cNvGrpSpPr/>
            <p:nvPr/>
          </p:nvGrpSpPr>
          <p:grpSpPr>
            <a:xfrm>
              <a:off x="4482863" y="4684025"/>
              <a:ext cx="178225" cy="178225"/>
              <a:chOff x="6772475" y="3811500"/>
              <a:chExt cx="178225" cy="178225"/>
            </a:xfrm>
          </p:grpSpPr>
          <p:sp>
            <p:nvSpPr>
              <p:cNvPr id="197" name="Google Shape;197;p9"/>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5"/>
        <p:cNvGrpSpPr/>
        <p:nvPr/>
      </p:nvGrpSpPr>
      <p:grpSpPr>
        <a:xfrm>
          <a:off x="0" y="0"/>
          <a:ext cx="0" cy="0"/>
          <a:chOff x="0" y="0"/>
          <a:chExt cx="0" cy="0"/>
        </a:xfrm>
      </p:grpSpPr>
      <p:sp>
        <p:nvSpPr>
          <p:cNvPr id="206" name="Google Shape;20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atin typeface="Segoe UI Black" panose="020B0A02040204020203" pitchFamily="34" charset="0"/>
                <a:cs typeface="Segoe UI Semibold" panose="020B0702040204020203" pitchFamily="34" charset="0"/>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dirty="0"/>
              <a:t>xx%</a:t>
            </a:r>
          </a:p>
        </p:txBody>
      </p:sp>
      <p:sp>
        <p:nvSpPr>
          <p:cNvPr id="207" name="Google Shape;207;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grpSp>
        <p:nvGrpSpPr>
          <p:cNvPr id="208" name="Google Shape;208;p11"/>
          <p:cNvGrpSpPr/>
          <p:nvPr/>
        </p:nvGrpSpPr>
        <p:grpSpPr>
          <a:xfrm>
            <a:off x="401038" y="333613"/>
            <a:ext cx="8355300" cy="4476263"/>
            <a:chOff x="401038" y="333613"/>
            <a:chExt cx="8355300" cy="4476263"/>
          </a:xfrm>
        </p:grpSpPr>
        <p:sp>
          <p:nvSpPr>
            <p:cNvPr id="209" name="Google Shape;209;p11"/>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11"/>
          <p:cNvGrpSpPr/>
          <p:nvPr/>
        </p:nvGrpSpPr>
        <p:grpSpPr>
          <a:xfrm>
            <a:off x="3715838" y="4684025"/>
            <a:ext cx="1712300" cy="178225"/>
            <a:chOff x="3715838" y="281238"/>
            <a:chExt cx="1712300" cy="178225"/>
          </a:xfrm>
        </p:grpSpPr>
        <p:sp>
          <p:nvSpPr>
            <p:cNvPr id="212" name="Google Shape;212;p11"/>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11"/>
            <p:cNvGrpSpPr/>
            <p:nvPr/>
          </p:nvGrpSpPr>
          <p:grpSpPr>
            <a:xfrm>
              <a:off x="3715838" y="281238"/>
              <a:ext cx="178225" cy="178225"/>
              <a:chOff x="6772475" y="3811500"/>
              <a:chExt cx="178225" cy="178225"/>
            </a:xfrm>
          </p:grpSpPr>
          <p:sp>
            <p:nvSpPr>
              <p:cNvPr id="214" name="Google Shape;214;p1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249913" y="281238"/>
              <a:ext cx="178225" cy="178225"/>
              <a:chOff x="6772475" y="3811500"/>
              <a:chExt cx="178225" cy="178225"/>
            </a:xfrm>
          </p:grpSpPr>
          <p:sp>
            <p:nvSpPr>
              <p:cNvPr id="220" name="Google Shape;220;p1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2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26"/>
        <p:cNvGrpSpPr/>
        <p:nvPr/>
      </p:nvGrpSpPr>
      <p:grpSpPr>
        <a:xfrm>
          <a:off x="0" y="0"/>
          <a:ext cx="0" cy="0"/>
          <a:chOff x="0" y="0"/>
          <a:chExt cx="0" cy="0"/>
        </a:xfrm>
      </p:grpSpPr>
      <p:sp>
        <p:nvSpPr>
          <p:cNvPr id="227" name="Google Shape;227;p13"/>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228" name="Google Shape;228;p13"/>
          <p:cNvSpPr txBox="1">
            <a:spLocks noGrp="1"/>
          </p:cNvSpPr>
          <p:nvPr>
            <p:ph type="subTitle" idx="1"/>
          </p:nvPr>
        </p:nvSpPr>
        <p:spPr>
          <a:xfrm>
            <a:off x="804550" y="2253982"/>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29" name="Google Shape;229;p13"/>
          <p:cNvSpPr txBox="1">
            <a:spLocks noGrp="1"/>
          </p:cNvSpPr>
          <p:nvPr>
            <p:ph type="subTitle" idx="2"/>
          </p:nvPr>
        </p:nvSpPr>
        <p:spPr>
          <a:xfrm>
            <a:off x="804550" y="2675425"/>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0" name="Google Shape;230;p13"/>
          <p:cNvSpPr txBox="1">
            <a:spLocks noGrp="1"/>
          </p:cNvSpPr>
          <p:nvPr>
            <p:ph type="subTitle" idx="3"/>
          </p:nvPr>
        </p:nvSpPr>
        <p:spPr>
          <a:xfrm>
            <a:off x="3377700" y="2253985"/>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31" name="Google Shape;231;p13"/>
          <p:cNvSpPr txBox="1">
            <a:spLocks noGrp="1"/>
          </p:cNvSpPr>
          <p:nvPr>
            <p:ph type="subTitle" idx="4"/>
          </p:nvPr>
        </p:nvSpPr>
        <p:spPr>
          <a:xfrm>
            <a:off x="3377700" y="2675428"/>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2" name="Google Shape;232;p13"/>
          <p:cNvSpPr txBox="1">
            <a:spLocks noGrp="1"/>
          </p:cNvSpPr>
          <p:nvPr>
            <p:ph type="subTitle" idx="5"/>
          </p:nvPr>
        </p:nvSpPr>
        <p:spPr>
          <a:xfrm>
            <a:off x="5950850" y="2253985"/>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33" name="Google Shape;233;p13"/>
          <p:cNvSpPr txBox="1">
            <a:spLocks noGrp="1"/>
          </p:cNvSpPr>
          <p:nvPr>
            <p:ph type="subTitle" idx="6"/>
          </p:nvPr>
        </p:nvSpPr>
        <p:spPr>
          <a:xfrm>
            <a:off x="5950850" y="2675428"/>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4" name="Google Shape;234;p13"/>
          <p:cNvSpPr txBox="1">
            <a:spLocks noGrp="1"/>
          </p:cNvSpPr>
          <p:nvPr>
            <p:ph type="title" idx="7" hasCustomPrompt="1"/>
          </p:nvPr>
        </p:nvSpPr>
        <p:spPr>
          <a:xfrm>
            <a:off x="152815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sp>
        <p:nvSpPr>
          <p:cNvPr id="235" name="Google Shape;235;p13"/>
          <p:cNvSpPr txBox="1">
            <a:spLocks noGrp="1"/>
          </p:cNvSpPr>
          <p:nvPr>
            <p:ph type="title" idx="8" hasCustomPrompt="1"/>
          </p:nvPr>
        </p:nvSpPr>
        <p:spPr>
          <a:xfrm>
            <a:off x="410130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sp>
        <p:nvSpPr>
          <p:cNvPr id="236" name="Google Shape;236;p13"/>
          <p:cNvSpPr txBox="1">
            <a:spLocks noGrp="1"/>
          </p:cNvSpPr>
          <p:nvPr>
            <p:ph type="title" idx="9" hasCustomPrompt="1"/>
          </p:nvPr>
        </p:nvSpPr>
        <p:spPr>
          <a:xfrm>
            <a:off x="667445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grpSp>
        <p:nvGrpSpPr>
          <p:cNvPr id="237" name="Google Shape;237;p13"/>
          <p:cNvGrpSpPr/>
          <p:nvPr/>
        </p:nvGrpSpPr>
        <p:grpSpPr>
          <a:xfrm>
            <a:off x="3768188" y="4684025"/>
            <a:ext cx="1607575" cy="178225"/>
            <a:chOff x="3768188" y="4684025"/>
            <a:chExt cx="1607575" cy="178225"/>
          </a:xfrm>
        </p:grpSpPr>
        <p:sp>
          <p:nvSpPr>
            <p:cNvPr id="238" name="Google Shape;238;p1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 name="Google Shape;240;p13"/>
            <p:cNvGrpSpPr/>
            <p:nvPr/>
          </p:nvGrpSpPr>
          <p:grpSpPr>
            <a:xfrm>
              <a:off x="4482863" y="4684025"/>
              <a:ext cx="178225" cy="178225"/>
              <a:chOff x="6772475" y="3811500"/>
              <a:chExt cx="178225" cy="178225"/>
            </a:xfrm>
          </p:grpSpPr>
          <p:sp>
            <p:nvSpPr>
              <p:cNvPr id="241" name="Google Shape;241;p1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6" name="Google Shape;246;p13"/>
          <p:cNvGrpSpPr/>
          <p:nvPr/>
        </p:nvGrpSpPr>
        <p:grpSpPr>
          <a:xfrm>
            <a:off x="401038" y="333625"/>
            <a:ext cx="8341875" cy="4476263"/>
            <a:chOff x="401038" y="333625"/>
            <a:chExt cx="8341875" cy="4476263"/>
          </a:xfrm>
        </p:grpSpPr>
        <p:sp>
          <p:nvSpPr>
            <p:cNvPr id="247" name="Google Shape;247;p1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249"/>
        <p:cNvGrpSpPr/>
        <p:nvPr/>
      </p:nvGrpSpPr>
      <p:grpSpPr>
        <a:xfrm>
          <a:off x="0" y="0"/>
          <a:ext cx="0" cy="0"/>
          <a:chOff x="0" y="0"/>
          <a:chExt cx="0" cy="0"/>
        </a:xfrm>
      </p:grpSpPr>
      <p:sp>
        <p:nvSpPr>
          <p:cNvPr id="250" name="Google Shape;250;p14"/>
          <p:cNvSpPr txBox="1">
            <a:spLocks noGrp="1"/>
          </p:cNvSpPr>
          <p:nvPr>
            <p:ph type="title"/>
          </p:nvPr>
        </p:nvSpPr>
        <p:spPr>
          <a:xfrm flipH="1">
            <a:off x="1803150" y="3412850"/>
            <a:ext cx="5537700" cy="49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atin typeface="Segoe UI Black" panose="020B0A02040204020203" pitchFamily="34" charset="0"/>
                <a:cs typeface="Segoe UI Semibold" panose="020B0702040204020203" pitchFamily="34" charset="0"/>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dirty="0"/>
          </a:p>
        </p:txBody>
      </p:sp>
      <p:sp>
        <p:nvSpPr>
          <p:cNvPr id="251" name="Google Shape;251;p14"/>
          <p:cNvSpPr txBox="1">
            <a:spLocks noGrp="1"/>
          </p:cNvSpPr>
          <p:nvPr>
            <p:ph type="subTitle" idx="1"/>
          </p:nvPr>
        </p:nvSpPr>
        <p:spPr>
          <a:xfrm flipH="1">
            <a:off x="1803150" y="1103500"/>
            <a:ext cx="5537700" cy="22089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1800"/>
              <a:buNone/>
              <a:defRPr sz="30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grpSp>
        <p:nvGrpSpPr>
          <p:cNvPr id="252" name="Google Shape;252;p14"/>
          <p:cNvGrpSpPr/>
          <p:nvPr/>
        </p:nvGrpSpPr>
        <p:grpSpPr>
          <a:xfrm>
            <a:off x="3715838" y="4684025"/>
            <a:ext cx="1712300" cy="178225"/>
            <a:chOff x="3715838" y="281238"/>
            <a:chExt cx="1712300" cy="178225"/>
          </a:xfrm>
        </p:grpSpPr>
        <p:sp>
          <p:nvSpPr>
            <p:cNvPr id="253" name="Google Shape;253;p14"/>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14"/>
            <p:cNvGrpSpPr/>
            <p:nvPr/>
          </p:nvGrpSpPr>
          <p:grpSpPr>
            <a:xfrm>
              <a:off x="3715838" y="281238"/>
              <a:ext cx="178225" cy="178225"/>
              <a:chOff x="6772475" y="3811500"/>
              <a:chExt cx="178225" cy="178225"/>
            </a:xfrm>
          </p:grpSpPr>
          <p:sp>
            <p:nvSpPr>
              <p:cNvPr id="255" name="Google Shape;255;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14"/>
            <p:cNvGrpSpPr/>
            <p:nvPr/>
          </p:nvGrpSpPr>
          <p:grpSpPr>
            <a:xfrm>
              <a:off x="5249913" y="281238"/>
              <a:ext cx="178225" cy="178225"/>
              <a:chOff x="6772475" y="3811500"/>
              <a:chExt cx="178225" cy="178225"/>
            </a:xfrm>
          </p:grpSpPr>
          <p:sp>
            <p:nvSpPr>
              <p:cNvPr id="261" name="Google Shape;261;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6" name="Google Shape;266;p14"/>
          <p:cNvGrpSpPr/>
          <p:nvPr/>
        </p:nvGrpSpPr>
        <p:grpSpPr>
          <a:xfrm>
            <a:off x="401038" y="333625"/>
            <a:ext cx="8341875" cy="4476263"/>
            <a:chOff x="401038" y="333625"/>
            <a:chExt cx="8341875" cy="4476263"/>
          </a:xfrm>
        </p:grpSpPr>
        <p:sp>
          <p:nvSpPr>
            <p:cNvPr id="267" name="Google Shape;267;p14"/>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14"/>
          <p:cNvGrpSpPr/>
          <p:nvPr/>
        </p:nvGrpSpPr>
        <p:grpSpPr>
          <a:xfrm>
            <a:off x="3768188" y="281250"/>
            <a:ext cx="1607575" cy="178225"/>
            <a:chOff x="3768188" y="4684025"/>
            <a:chExt cx="1607575" cy="178225"/>
          </a:xfrm>
        </p:grpSpPr>
        <p:sp>
          <p:nvSpPr>
            <p:cNvPr id="270" name="Google Shape;270;p14"/>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14"/>
            <p:cNvGrpSpPr/>
            <p:nvPr/>
          </p:nvGrpSpPr>
          <p:grpSpPr>
            <a:xfrm>
              <a:off x="4482863" y="4684025"/>
              <a:ext cx="178225" cy="178225"/>
              <a:chOff x="6772475" y="3811500"/>
              <a:chExt cx="178225" cy="178225"/>
            </a:xfrm>
          </p:grpSpPr>
          <p:sp>
            <p:nvSpPr>
              <p:cNvPr id="273" name="Google Shape;273;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278"/>
        <p:cNvGrpSpPr/>
        <p:nvPr/>
      </p:nvGrpSpPr>
      <p:grpSpPr>
        <a:xfrm>
          <a:off x="0" y="0"/>
          <a:ext cx="0" cy="0"/>
          <a:chOff x="0" y="0"/>
          <a:chExt cx="0" cy="0"/>
        </a:xfrm>
      </p:grpSpPr>
      <p:sp>
        <p:nvSpPr>
          <p:cNvPr id="279" name="Google Shape;279;p15"/>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280" name="Google Shape;280;p15"/>
          <p:cNvGrpSpPr/>
          <p:nvPr/>
        </p:nvGrpSpPr>
        <p:grpSpPr>
          <a:xfrm>
            <a:off x="3768188" y="4684025"/>
            <a:ext cx="1607575" cy="178225"/>
            <a:chOff x="3768188" y="4684025"/>
            <a:chExt cx="1607575" cy="178225"/>
          </a:xfrm>
        </p:grpSpPr>
        <p:sp>
          <p:nvSpPr>
            <p:cNvPr id="281" name="Google Shape;281;p15"/>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15"/>
            <p:cNvGrpSpPr/>
            <p:nvPr/>
          </p:nvGrpSpPr>
          <p:grpSpPr>
            <a:xfrm>
              <a:off x="4482863" y="4684025"/>
              <a:ext cx="178225" cy="178225"/>
              <a:chOff x="6772475" y="3811500"/>
              <a:chExt cx="178225" cy="178225"/>
            </a:xfrm>
          </p:grpSpPr>
          <p:sp>
            <p:nvSpPr>
              <p:cNvPr id="284" name="Google Shape;284;p15"/>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5"/>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9" name="Google Shape;289;p15"/>
          <p:cNvGrpSpPr/>
          <p:nvPr/>
        </p:nvGrpSpPr>
        <p:grpSpPr>
          <a:xfrm>
            <a:off x="401038" y="333613"/>
            <a:ext cx="8355300" cy="4476263"/>
            <a:chOff x="401038" y="333613"/>
            <a:chExt cx="8355300" cy="4476263"/>
          </a:xfrm>
        </p:grpSpPr>
        <p:sp>
          <p:nvSpPr>
            <p:cNvPr id="290" name="Google Shape;290;p15"/>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311"/>
        <p:cNvGrpSpPr/>
        <p:nvPr/>
      </p:nvGrpSpPr>
      <p:grpSpPr>
        <a:xfrm>
          <a:off x="0" y="0"/>
          <a:ext cx="0" cy="0"/>
          <a:chOff x="0" y="0"/>
          <a:chExt cx="0" cy="0"/>
        </a:xfrm>
      </p:grpSpPr>
      <p:sp>
        <p:nvSpPr>
          <p:cNvPr id="312" name="Google Shape;312;p17"/>
          <p:cNvSpPr>
            <a:spLocks noGrp="1"/>
          </p:cNvSpPr>
          <p:nvPr>
            <p:ph type="pic" idx="2"/>
          </p:nvPr>
        </p:nvSpPr>
        <p:spPr>
          <a:xfrm>
            <a:off x="0" y="745800"/>
            <a:ext cx="3305700" cy="3651900"/>
          </a:xfrm>
          <a:prstGeom prst="rect">
            <a:avLst/>
          </a:prstGeom>
          <a:noFill/>
          <a:ln>
            <a:noFill/>
          </a:ln>
          <a:effectLst>
            <a:outerShdw blurRad="57150" dist="19050" dir="5400000" algn="bl" rotWithShape="0">
              <a:srgbClr val="000000">
                <a:alpha val="50000"/>
              </a:srgbClr>
            </a:outerShdw>
          </a:effectLst>
        </p:spPr>
        <p:txBody>
          <a:bodyPr/>
          <a:lstStyle/>
          <a:p>
            <a:endParaRPr lang="en-US"/>
          </a:p>
        </p:txBody>
      </p:sp>
      <p:sp>
        <p:nvSpPr>
          <p:cNvPr id="313" name="Google Shape;313;p17"/>
          <p:cNvSpPr txBox="1">
            <a:spLocks noGrp="1"/>
          </p:cNvSpPr>
          <p:nvPr>
            <p:ph type="subTitle" idx="1"/>
          </p:nvPr>
        </p:nvSpPr>
        <p:spPr>
          <a:xfrm>
            <a:off x="4066400" y="1596325"/>
            <a:ext cx="4364400" cy="28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Chivo"/>
              <a:buChar char="■"/>
              <a:defRPr sz="1100"/>
            </a:lvl1pPr>
            <a:lvl2pPr lvl="1" rtl="0">
              <a:lnSpc>
                <a:spcPct val="100000"/>
              </a:lnSpc>
              <a:spcBef>
                <a:spcPts val="0"/>
              </a:spcBef>
              <a:spcAft>
                <a:spcPts val="0"/>
              </a:spcAft>
              <a:buClr>
                <a:srgbClr val="522CB8"/>
              </a:buClr>
              <a:buSzPts val="1200"/>
              <a:buFont typeface="Chivo"/>
              <a:buChar char="○"/>
              <a:defRPr sz="2100"/>
            </a:lvl2pPr>
            <a:lvl3pPr lvl="2" rtl="0">
              <a:lnSpc>
                <a:spcPct val="100000"/>
              </a:lnSpc>
              <a:spcBef>
                <a:spcPts val="0"/>
              </a:spcBef>
              <a:spcAft>
                <a:spcPts val="0"/>
              </a:spcAft>
              <a:buClr>
                <a:srgbClr val="522CB8"/>
              </a:buClr>
              <a:buSzPts val="1200"/>
              <a:buFont typeface="Chivo"/>
              <a:buChar char="■"/>
              <a:defRPr sz="2100"/>
            </a:lvl3pPr>
            <a:lvl4pPr lvl="3" rtl="0">
              <a:lnSpc>
                <a:spcPct val="100000"/>
              </a:lnSpc>
              <a:spcBef>
                <a:spcPts val="0"/>
              </a:spcBef>
              <a:spcAft>
                <a:spcPts val="0"/>
              </a:spcAft>
              <a:buClr>
                <a:srgbClr val="522CB8"/>
              </a:buClr>
              <a:buSzPts val="1200"/>
              <a:buFont typeface="Chivo"/>
              <a:buChar char="●"/>
              <a:defRPr sz="2100"/>
            </a:lvl4pPr>
            <a:lvl5pPr lvl="4" rtl="0">
              <a:lnSpc>
                <a:spcPct val="100000"/>
              </a:lnSpc>
              <a:spcBef>
                <a:spcPts val="0"/>
              </a:spcBef>
              <a:spcAft>
                <a:spcPts val="0"/>
              </a:spcAft>
              <a:buClr>
                <a:srgbClr val="522CB8"/>
              </a:buClr>
              <a:buSzPts val="1200"/>
              <a:buFont typeface="Chivo"/>
              <a:buChar char="○"/>
              <a:defRPr sz="2100"/>
            </a:lvl5pPr>
            <a:lvl6pPr lvl="5" rtl="0">
              <a:lnSpc>
                <a:spcPct val="100000"/>
              </a:lnSpc>
              <a:spcBef>
                <a:spcPts val="0"/>
              </a:spcBef>
              <a:spcAft>
                <a:spcPts val="0"/>
              </a:spcAft>
              <a:buClr>
                <a:srgbClr val="522CB8"/>
              </a:buClr>
              <a:buSzPts val="1200"/>
              <a:buFont typeface="Chivo"/>
              <a:buChar char="■"/>
              <a:defRPr sz="2100"/>
            </a:lvl6pPr>
            <a:lvl7pPr lvl="6" rtl="0">
              <a:lnSpc>
                <a:spcPct val="100000"/>
              </a:lnSpc>
              <a:spcBef>
                <a:spcPts val="0"/>
              </a:spcBef>
              <a:spcAft>
                <a:spcPts val="0"/>
              </a:spcAft>
              <a:buClr>
                <a:srgbClr val="522CB8"/>
              </a:buClr>
              <a:buSzPts val="1200"/>
              <a:buFont typeface="Chivo"/>
              <a:buChar char="●"/>
              <a:defRPr sz="2100"/>
            </a:lvl7pPr>
            <a:lvl8pPr lvl="7" rtl="0">
              <a:lnSpc>
                <a:spcPct val="100000"/>
              </a:lnSpc>
              <a:spcBef>
                <a:spcPts val="0"/>
              </a:spcBef>
              <a:spcAft>
                <a:spcPts val="0"/>
              </a:spcAft>
              <a:buClr>
                <a:srgbClr val="522CB8"/>
              </a:buClr>
              <a:buSzPts val="1200"/>
              <a:buFont typeface="Chivo"/>
              <a:buChar char="○"/>
              <a:defRPr sz="2100"/>
            </a:lvl8pPr>
            <a:lvl9pPr lvl="8" rtl="0">
              <a:lnSpc>
                <a:spcPct val="100000"/>
              </a:lnSpc>
              <a:spcBef>
                <a:spcPts val="0"/>
              </a:spcBef>
              <a:spcAft>
                <a:spcPts val="0"/>
              </a:spcAft>
              <a:buClr>
                <a:srgbClr val="522CB8"/>
              </a:buClr>
              <a:buSzPts val="1200"/>
              <a:buFont typeface="Chivo"/>
              <a:buChar char="■"/>
              <a:defRPr sz="2100"/>
            </a:lvl9pPr>
          </a:lstStyle>
          <a:p>
            <a:endParaRPr/>
          </a:p>
        </p:txBody>
      </p:sp>
      <p:sp>
        <p:nvSpPr>
          <p:cNvPr id="314" name="Google Shape;314;p17"/>
          <p:cNvSpPr txBox="1">
            <a:spLocks noGrp="1"/>
          </p:cNvSpPr>
          <p:nvPr>
            <p:ph type="title"/>
          </p:nvPr>
        </p:nvSpPr>
        <p:spPr>
          <a:xfrm>
            <a:off x="4066400" y="521225"/>
            <a:ext cx="4364400" cy="804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315" name="Google Shape;315;p17"/>
          <p:cNvGrpSpPr/>
          <p:nvPr/>
        </p:nvGrpSpPr>
        <p:grpSpPr>
          <a:xfrm>
            <a:off x="3715838" y="4684025"/>
            <a:ext cx="1712300" cy="178225"/>
            <a:chOff x="3715838" y="281238"/>
            <a:chExt cx="1712300" cy="178225"/>
          </a:xfrm>
        </p:grpSpPr>
        <p:sp>
          <p:nvSpPr>
            <p:cNvPr id="316" name="Google Shape;316;p17"/>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17"/>
            <p:cNvGrpSpPr/>
            <p:nvPr/>
          </p:nvGrpSpPr>
          <p:grpSpPr>
            <a:xfrm>
              <a:off x="3715838" y="281238"/>
              <a:ext cx="178225" cy="178225"/>
              <a:chOff x="6772475" y="3811500"/>
              <a:chExt cx="178225" cy="178225"/>
            </a:xfrm>
          </p:grpSpPr>
          <p:sp>
            <p:nvSpPr>
              <p:cNvPr id="318" name="Google Shape;318;p1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17"/>
            <p:cNvGrpSpPr/>
            <p:nvPr/>
          </p:nvGrpSpPr>
          <p:grpSpPr>
            <a:xfrm>
              <a:off x="5249913" y="281238"/>
              <a:ext cx="178225" cy="178225"/>
              <a:chOff x="6772475" y="3811500"/>
              <a:chExt cx="178225" cy="178225"/>
            </a:xfrm>
          </p:grpSpPr>
          <p:sp>
            <p:nvSpPr>
              <p:cNvPr id="324" name="Google Shape;324;p1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9" name="Google Shape;329;p17"/>
          <p:cNvGrpSpPr/>
          <p:nvPr/>
        </p:nvGrpSpPr>
        <p:grpSpPr>
          <a:xfrm>
            <a:off x="401038" y="333625"/>
            <a:ext cx="8341875" cy="4476263"/>
            <a:chOff x="401038" y="333625"/>
            <a:chExt cx="8341875" cy="4476263"/>
          </a:xfrm>
        </p:grpSpPr>
        <p:sp>
          <p:nvSpPr>
            <p:cNvPr id="330" name="Google Shape;330;p17"/>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352"/>
        <p:cNvGrpSpPr/>
        <p:nvPr/>
      </p:nvGrpSpPr>
      <p:grpSpPr>
        <a:xfrm>
          <a:off x="0" y="0"/>
          <a:ext cx="0" cy="0"/>
          <a:chOff x="0" y="0"/>
          <a:chExt cx="0" cy="0"/>
        </a:xfrm>
      </p:grpSpPr>
      <p:sp>
        <p:nvSpPr>
          <p:cNvPr id="353" name="Google Shape;353;p19"/>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354" name="Google Shape;354;p19"/>
          <p:cNvSpPr txBox="1">
            <a:spLocks noGrp="1"/>
          </p:cNvSpPr>
          <p:nvPr>
            <p:ph type="subTitle" idx="1"/>
          </p:nvPr>
        </p:nvSpPr>
        <p:spPr>
          <a:xfrm>
            <a:off x="910563" y="1480500"/>
            <a:ext cx="3385500" cy="2412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5" name="Google Shape;355;p19"/>
          <p:cNvSpPr txBox="1">
            <a:spLocks noGrp="1"/>
          </p:cNvSpPr>
          <p:nvPr>
            <p:ph type="subTitle" idx="2"/>
          </p:nvPr>
        </p:nvSpPr>
        <p:spPr>
          <a:xfrm>
            <a:off x="4847938" y="1480500"/>
            <a:ext cx="3385500" cy="2412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356" name="Google Shape;356;p19"/>
          <p:cNvGrpSpPr/>
          <p:nvPr/>
        </p:nvGrpSpPr>
        <p:grpSpPr>
          <a:xfrm>
            <a:off x="3768188" y="4684025"/>
            <a:ext cx="1607575" cy="178225"/>
            <a:chOff x="3768188" y="4684025"/>
            <a:chExt cx="1607575" cy="178225"/>
          </a:xfrm>
        </p:grpSpPr>
        <p:sp>
          <p:nvSpPr>
            <p:cNvPr id="357" name="Google Shape;357;p19"/>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9"/>
            <p:cNvGrpSpPr/>
            <p:nvPr/>
          </p:nvGrpSpPr>
          <p:grpSpPr>
            <a:xfrm>
              <a:off x="4482863" y="4684025"/>
              <a:ext cx="178225" cy="178225"/>
              <a:chOff x="6772475" y="3811500"/>
              <a:chExt cx="178225" cy="178225"/>
            </a:xfrm>
          </p:grpSpPr>
          <p:sp>
            <p:nvSpPr>
              <p:cNvPr id="360" name="Google Shape;360;p19"/>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5" name="Google Shape;365;p19"/>
          <p:cNvGrpSpPr/>
          <p:nvPr/>
        </p:nvGrpSpPr>
        <p:grpSpPr>
          <a:xfrm>
            <a:off x="401038" y="333613"/>
            <a:ext cx="8355300" cy="4476263"/>
            <a:chOff x="401038" y="333613"/>
            <a:chExt cx="8355300" cy="4476263"/>
          </a:xfrm>
        </p:grpSpPr>
        <p:sp>
          <p:nvSpPr>
            <p:cNvPr id="366" name="Google Shape;366;p19"/>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 name="Shape 368"/>
        <p:cNvGrpSpPr/>
        <p:nvPr/>
      </p:nvGrpSpPr>
      <p:grpSpPr>
        <a:xfrm>
          <a:off x="0" y="0"/>
          <a:ext cx="0" cy="0"/>
          <a:chOff x="0" y="0"/>
          <a:chExt cx="0" cy="0"/>
        </a:xfrm>
      </p:grpSpPr>
      <p:sp>
        <p:nvSpPr>
          <p:cNvPr id="369" name="Google Shape;369;p20"/>
          <p:cNvSpPr txBox="1">
            <a:spLocks noGrp="1"/>
          </p:cNvSpPr>
          <p:nvPr>
            <p:ph type="title"/>
          </p:nvPr>
        </p:nvSpPr>
        <p:spPr>
          <a:xfrm>
            <a:off x="2257500" y="576063"/>
            <a:ext cx="4629000" cy="1047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8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370" name="Google Shape;370;p20"/>
          <p:cNvSpPr txBox="1">
            <a:spLocks noGrp="1"/>
          </p:cNvSpPr>
          <p:nvPr>
            <p:ph type="subTitle" idx="1"/>
          </p:nvPr>
        </p:nvSpPr>
        <p:spPr>
          <a:xfrm>
            <a:off x="2964800" y="1524450"/>
            <a:ext cx="32145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371" name="Google Shape;371;p20"/>
          <p:cNvGrpSpPr/>
          <p:nvPr/>
        </p:nvGrpSpPr>
        <p:grpSpPr>
          <a:xfrm>
            <a:off x="3715838" y="281238"/>
            <a:ext cx="1712300" cy="178225"/>
            <a:chOff x="3715838" y="281238"/>
            <a:chExt cx="1712300" cy="178225"/>
          </a:xfrm>
        </p:grpSpPr>
        <p:sp>
          <p:nvSpPr>
            <p:cNvPr id="372" name="Google Shape;372;p20"/>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3" name="Google Shape;373;p20"/>
            <p:cNvGrpSpPr/>
            <p:nvPr/>
          </p:nvGrpSpPr>
          <p:grpSpPr>
            <a:xfrm>
              <a:off x="3715838" y="281238"/>
              <a:ext cx="178225" cy="178225"/>
              <a:chOff x="6772475" y="3811500"/>
              <a:chExt cx="178225" cy="178225"/>
            </a:xfrm>
          </p:grpSpPr>
          <p:sp>
            <p:nvSpPr>
              <p:cNvPr id="374" name="Google Shape;374;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20"/>
            <p:cNvGrpSpPr/>
            <p:nvPr/>
          </p:nvGrpSpPr>
          <p:grpSpPr>
            <a:xfrm>
              <a:off x="5249913" y="281238"/>
              <a:ext cx="178225" cy="178225"/>
              <a:chOff x="6772475" y="3811500"/>
              <a:chExt cx="178225" cy="178225"/>
            </a:xfrm>
          </p:grpSpPr>
          <p:sp>
            <p:nvSpPr>
              <p:cNvPr id="380" name="Google Shape;380;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5" name="Google Shape;385;p20"/>
          <p:cNvGrpSpPr/>
          <p:nvPr/>
        </p:nvGrpSpPr>
        <p:grpSpPr>
          <a:xfrm>
            <a:off x="3768188" y="4684025"/>
            <a:ext cx="1607575" cy="178225"/>
            <a:chOff x="3768188" y="4684025"/>
            <a:chExt cx="1607575" cy="178225"/>
          </a:xfrm>
        </p:grpSpPr>
        <p:sp>
          <p:nvSpPr>
            <p:cNvPr id="386" name="Google Shape;386;p20"/>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0"/>
            <p:cNvGrpSpPr/>
            <p:nvPr/>
          </p:nvGrpSpPr>
          <p:grpSpPr>
            <a:xfrm>
              <a:off x="4482863" y="4684025"/>
              <a:ext cx="178225" cy="178225"/>
              <a:chOff x="6772475" y="3811500"/>
              <a:chExt cx="178225" cy="178225"/>
            </a:xfrm>
          </p:grpSpPr>
          <p:sp>
            <p:nvSpPr>
              <p:cNvPr id="389" name="Google Shape;389;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4" name="Google Shape;394;p20"/>
          <p:cNvGrpSpPr/>
          <p:nvPr/>
        </p:nvGrpSpPr>
        <p:grpSpPr>
          <a:xfrm>
            <a:off x="401038" y="333613"/>
            <a:ext cx="8355300" cy="4476275"/>
            <a:chOff x="401038" y="333613"/>
            <a:chExt cx="8355300" cy="4476275"/>
          </a:xfrm>
        </p:grpSpPr>
        <p:sp>
          <p:nvSpPr>
            <p:cNvPr id="395" name="Google Shape;395;p20"/>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20"/>
          <p:cNvGrpSpPr/>
          <p:nvPr/>
        </p:nvGrpSpPr>
        <p:grpSpPr>
          <a:xfrm>
            <a:off x="3715838" y="4684025"/>
            <a:ext cx="1712300" cy="178225"/>
            <a:chOff x="3715838" y="281238"/>
            <a:chExt cx="1712300" cy="178225"/>
          </a:xfrm>
        </p:grpSpPr>
        <p:sp>
          <p:nvSpPr>
            <p:cNvPr id="400" name="Google Shape;400;p20"/>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20"/>
            <p:cNvGrpSpPr/>
            <p:nvPr/>
          </p:nvGrpSpPr>
          <p:grpSpPr>
            <a:xfrm>
              <a:off x="3715838" y="281238"/>
              <a:ext cx="178225" cy="178225"/>
              <a:chOff x="6772475" y="3811500"/>
              <a:chExt cx="178225" cy="178225"/>
            </a:xfrm>
          </p:grpSpPr>
          <p:sp>
            <p:nvSpPr>
              <p:cNvPr id="402" name="Google Shape;402;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0"/>
            <p:cNvGrpSpPr/>
            <p:nvPr/>
          </p:nvGrpSpPr>
          <p:grpSpPr>
            <a:xfrm>
              <a:off x="5249913" y="281238"/>
              <a:ext cx="178225" cy="178225"/>
              <a:chOff x="6772475" y="3811500"/>
              <a:chExt cx="178225" cy="178225"/>
            </a:xfrm>
          </p:grpSpPr>
          <p:sp>
            <p:nvSpPr>
              <p:cNvPr id="408" name="Google Shape;408;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3" name="Google Shape;413;p20"/>
          <p:cNvGrpSpPr/>
          <p:nvPr/>
        </p:nvGrpSpPr>
        <p:grpSpPr>
          <a:xfrm>
            <a:off x="401038" y="333613"/>
            <a:ext cx="8355300" cy="4476263"/>
            <a:chOff x="401038" y="333613"/>
            <a:chExt cx="8355300" cy="4476263"/>
          </a:xfrm>
        </p:grpSpPr>
        <p:sp>
          <p:nvSpPr>
            <p:cNvPr id="414" name="Google Shape;414;p20"/>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20"/>
          <p:cNvSpPr txBox="1"/>
          <p:nvPr/>
        </p:nvSpPr>
        <p:spPr>
          <a:xfrm>
            <a:off x="2689350" y="3427938"/>
            <a:ext cx="3765300" cy="6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Archivo"/>
                <a:ea typeface="Archivo"/>
                <a:cs typeface="Archivo"/>
                <a:sym typeface="Archivo"/>
              </a:rPr>
              <a:t>CREDITS:</a:t>
            </a:r>
            <a:r>
              <a:rPr lang="en" sz="1000">
                <a:solidFill>
                  <a:schemeClr val="dk1"/>
                </a:solidFill>
                <a:latin typeface="Archivo"/>
                <a:ea typeface="Archivo"/>
                <a:cs typeface="Archivo"/>
                <a:sym typeface="Archivo"/>
              </a:rPr>
              <a:t> This presentation template was created by </a:t>
            </a:r>
            <a:r>
              <a:rPr lang="en" sz="1000" b="1" u="sng">
                <a:solidFill>
                  <a:schemeClr val="dk1"/>
                </a:solid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000">
                <a:solidFill>
                  <a:schemeClr val="dk1"/>
                </a:solidFill>
                <a:latin typeface="Archivo"/>
                <a:ea typeface="Archivo"/>
                <a:cs typeface="Archivo"/>
                <a:sym typeface="Archivo"/>
              </a:rPr>
              <a:t>, and includes icons by </a:t>
            </a:r>
            <a:r>
              <a:rPr lang="en" sz="1000" b="1" u="sng">
                <a:solidFill>
                  <a:schemeClr val="dk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000">
                <a:solidFill>
                  <a:schemeClr val="dk1"/>
                </a:solidFill>
                <a:latin typeface="Archivo"/>
                <a:ea typeface="Archivo"/>
                <a:cs typeface="Archivo"/>
                <a:sym typeface="Archivo"/>
              </a:rPr>
              <a:t>, and infographics &amp; images by </a:t>
            </a:r>
            <a:r>
              <a:rPr lang="en" sz="1000" b="1" u="sng">
                <a:solidFill>
                  <a:schemeClr val="dk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chivo"/>
                <a:ea typeface="Archivo"/>
                <a:cs typeface="Archivo"/>
                <a:sym typeface="Archivo"/>
              </a:rPr>
              <a:t> </a:t>
            </a:r>
            <a:endParaRPr sz="1000" u="sng">
              <a:solidFill>
                <a:schemeClr val="dk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417"/>
        <p:cNvGrpSpPr/>
        <p:nvPr/>
      </p:nvGrpSpPr>
      <p:grpSpPr>
        <a:xfrm>
          <a:off x="0" y="0"/>
          <a:ext cx="0" cy="0"/>
          <a:chOff x="0" y="0"/>
          <a:chExt cx="0" cy="0"/>
        </a:xfrm>
      </p:grpSpPr>
      <p:grpSp>
        <p:nvGrpSpPr>
          <p:cNvPr id="418" name="Google Shape;418;p21"/>
          <p:cNvGrpSpPr/>
          <p:nvPr/>
        </p:nvGrpSpPr>
        <p:grpSpPr>
          <a:xfrm>
            <a:off x="3768188" y="4684025"/>
            <a:ext cx="1607575" cy="178225"/>
            <a:chOff x="3768188" y="4684025"/>
            <a:chExt cx="1607575" cy="178225"/>
          </a:xfrm>
        </p:grpSpPr>
        <p:sp>
          <p:nvSpPr>
            <p:cNvPr id="419" name="Google Shape;419;p21"/>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1"/>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1" name="Google Shape;421;p21"/>
            <p:cNvGrpSpPr/>
            <p:nvPr/>
          </p:nvGrpSpPr>
          <p:grpSpPr>
            <a:xfrm>
              <a:off x="4482863" y="4684025"/>
              <a:ext cx="178225" cy="178225"/>
              <a:chOff x="6772475" y="3811500"/>
              <a:chExt cx="178225" cy="178225"/>
            </a:xfrm>
          </p:grpSpPr>
          <p:sp>
            <p:nvSpPr>
              <p:cNvPr id="422" name="Google Shape;422;p2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7" name="Google Shape;427;p21"/>
          <p:cNvGrpSpPr/>
          <p:nvPr/>
        </p:nvGrpSpPr>
        <p:grpSpPr>
          <a:xfrm>
            <a:off x="401038" y="333613"/>
            <a:ext cx="8355300" cy="4476263"/>
            <a:chOff x="401038" y="333613"/>
            <a:chExt cx="8355300" cy="4476263"/>
          </a:xfrm>
        </p:grpSpPr>
        <p:sp>
          <p:nvSpPr>
            <p:cNvPr id="428" name="Google Shape;428;p21"/>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1"/>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430"/>
        <p:cNvGrpSpPr/>
        <p:nvPr/>
      </p:nvGrpSpPr>
      <p:grpSpPr>
        <a:xfrm>
          <a:off x="0" y="0"/>
          <a:ext cx="0" cy="0"/>
          <a:chOff x="0" y="0"/>
          <a:chExt cx="0" cy="0"/>
        </a:xfrm>
      </p:grpSpPr>
      <p:grpSp>
        <p:nvGrpSpPr>
          <p:cNvPr id="431" name="Google Shape;431;p22"/>
          <p:cNvGrpSpPr/>
          <p:nvPr/>
        </p:nvGrpSpPr>
        <p:grpSpPr>
          <a:xfrm>
            <a:off x="3715838" y="4684025"/>
            <a:ext cx="1712300" cy="178225"/>
            <a:chOff x="3715838" y="281238"/>
            <a:chExt cx="1712300" cy="178225"/>
          </a:xfrm>
        </p:grpSpPr>
        <p:sp>
          <p:nvSpPr>
            <p:cNvPr id="432" name="Google Shape;432;p22"/>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2"/>
            <p:cNvGrpSpPr/>
            <p:nvPr/>
          </p:nvGrpSpPr>
          <p:grpSpPr>
            <a:xfrm>
              <a:off x="3715838" y="281238"/>
              <a:ext cx="178225" cy="178225"/>
              <a:chOff x="6772475" y="3811500"/>
              <a:chExt cx="178225" cy="178225"/>
            </a:xfrm>
          </p:grpSpPr>
          <p:sp>
            <p:nvSpPr>
              <p:cNvPr id="434" name="Google Shape;434;p2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2"/>
            <p:cNvGrpSpPr/>
            <p:nvPr/>
          </p:nvGrpSpPr>
          <p:grpSpPr>
            <a:xfrm>
              <a:off x="5249913" y="281238"/>
              <a:ext cx="178225" cy="178225"/>
              <a:chOff x="6772475" y="3811500"/>
              <a:chExt cx="178225" cy="178225"/>
            </a:xfrm>
          </p:grpSpPr>
          <p:sp>
            <p:nvSpPr>
              <p:cNvPr id="440" name="Google Shape;440;p2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5" name="Google Shape;445;p22"/>
          <p:cNvGrpSpPr/>
          <p:nvPr/>
        </p:nvGrpSpPr>
        <p:grpSpPr>
          <a:xfrm>
            <a:off x="401025" y="333613"/>
            <a:ext cx="8341875" cy="4476263"/>
            <a:chOff x="401038" y="333625"/>
            <a:chExt cx="8341875" cy="4476263"/>
          </a:xfrm>
        </p:grpSpPr>
        <p:sp>
          <p:nvSpPr>
            <p:cNvPr id="446" name="Google Shape;446;p22"/>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2"/>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1pPr>
            <a:lvl2pPr lvl="1">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2pPr>
            <a:lvl3pPr lvl="2">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3pPr>
            <a:lvl4pPr lvl="3">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4pPr>
            <a:lvl5pPr lvl="4">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5pPr>
            <a:lvl6pPr lvl="5">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6pPr>
            <a:lvl7pPr lvl="6">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7pPr>
            <a:lvl8pPr lvl="7">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8pPr>
            <a:lvl9pPr lvl="8">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rchivo"/>
              <a:buChar char="●"/>
              <a:defRPr sz="1800">
                <a:solidFill>
                  <a:schemeClr val="dk1"/>
                </a:solidFill>
                <a:latin typeface="Archivo"/>
                <a:ea typeface="Archivo"/>
                <a:cs typeface="Archivo"/>
                <a:sym typeface="Archivo"/>
              </a:defRPr>
            </a:lvl1pPr>
            <a:lvl2pPr marL="914400" lvl="1"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3" r:id="rId13"/>
    <p:sldLayoutId id="2147483665" r:id="rId14"/>
    <p:sldLayoutId id="2147483666" r:id="rId15"/>
    <p:sldLayoutId id="2147483667" r:id="rId16"/>
    <p:sldLayoutId id="214748366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Segoe UI Semibold" panose="020B0702040204020203" pitchFamily="34" charset="0"/>
          <a:ea typeface="Segoe UI Semibold" panose="020B0702040204020203" pitchFamily="34" charset="0"/>
          <a:cs typeface="Segoe UI Semibold" panose="020B0702040204020203"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6"/>
          <p:cNvSpPr txBox="1">
            <a:spLocks noGrp="1"/>
          </p:cNvSpPr>
          <p:nvPr>
            <p:ph type="ctrTitle"/>
          </p:nvPr>
        </p:nvSpPr>
        <p:spPr>
          <a:xfrm>
            <a:off x="1680900" y="1285850"/>
            <a:ext cx="5782200" cy="157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Segoe UI Black" panose="020B0A02040204020203" pitchFamily="34" charset="0"/>
                <a:ea typeface="Segoe UI Black" panose="020B0A02040204020203" pitchFamily="34" charset="0"/>
              </a:rPr>
              <a:t>Slay the Spire</a:t>
            </a:r>
            <a:endParaRPr b="1" dirty="0">
              <a:latin typeface="Segoe UI Black" panose="020B0A02040204020203" pitchFamily="34" charset="0"/>
              <a:ea typeface="Segoe UI Black" panose="020B0A02040204020203" pitchFamily="34" charset="0"/>
            </a:endParaRPr>
          </a:p>
        </p:txBody>
      </p:sp>
      <p:sp>
        <p:nvSpPr>
          <p:cNvPr id="459" name="Google Shape;459;p26"/>
          <p:cNvSpPr txBox="1">
            <a:spLocks noGrp="1"/>
          </p:cNvSpPr>
          <p:nvPr>
            <p:ph type="subTitle" idx="1"/>
          </p:nvPr>
        </p:nvSpPr>
        <p:spPr>
          <a:xfrm>
            <a:off x="1680900" y="3379750"/>
            <a:ext cx="5782200" cy="47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C0C0C"/>
              </a:buClr>
              <a:buSzPts val="1100"/>
              <a:buFont typeface="Arial"/>
              <a:buNone/>
            </a:pPr>
            <a:r>
              <a:rPr lang="en-US" dirty="0">
                <a:latin typeface="Segoe UI Semibold" panose="020B0702040204020203" pitchFamily="34" charset="0"/>
              </a:rPr>
              <a:t>Joseph Russoniello and Fernando Martin</a:t>
            </a:r>
            <a:endParaRPr dirty="0">
              <a:latin typeface="Segoe UI Semibold" panose="020B0702040204020203" pitchFamily="34" charset="0"/>
            </a:endParaRPr>
          </a:p>
        </p:txBody>
      </p:sp>
      <p:sp>
        <p:nvSpPr>
          <p:cNvPr id="460" name="Google Shape;460;p26"/>
          <p:cNvSpPr txBox="1">
            <a:spLocks noGrp="1"/>
          </p:cNvSpPr>
          <p:nvPr>
            <p:ph type="ctrTitle" idx="2"/>
          </p:nvPr>
        </p:nvSpPr>
        <p:spPr>
          <a:xfrm>
            <a:off x="1680900" y="2721350"/>
            <a:ext cx="5782200" cy="62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Recurrent Win Prediction</a:t>
            </a:r>
            <a:endParaRPr dirty="0"/>
          </a:p>
        </p:txBody>
      </p:sp>
      <p:grpSp>
        <p:nvGrpSpPr>
          <p:cNvPr id="461" name="Google Shape;461;p26"/>
          <p:cNvGrpSpPr/>
          <p:nvPr/>
        </p:nvGrpSpPr>
        <p:grpSpPr>
          <a:xfrm>
            <a:off x="744501" y="741161"/>
            <a:ext cx="1174490" cy="1118533"/>
            <a:chOff x="4011167" y="1434654"/>
            <a:chExt cx="1875283" cy="1785938"/>
          </a:xfrm>
        </p:grpSpPr>
        <p:grpSp>
          <p:nvGrpSpPr>
            <p:cNvPr id="462" name="Google Shape;462;p26"/>
            <p:cNvGrpSpPr/>
            <p:nvPr/>
          </p:nvGrpSpPr>
          <p:grpSpPr>
            <a:xfrm>
              <a:off x="4011167" y="1434654"/>
              <a:ext cx="1874615" cy="1785651"/>
              <a:chOff x="4011167" y="1434654"/>
              <a:chExt cx="1874615" cy="1785651"/>
            </a:xfrm>
          </p:grpSpPr>
          <p:sp>
            <p:nvSpPr>
              <p:cNvPr id="463" name="Google Shape;463;p26"/>
              <p:cNvSpPr/>
              <p:nvPr/>
            </p:nvSpPr>
            <p:spPr>
              <a:xfrm>
                <a:off x="5439917" y="2149030"/>
                <a:ext cx="148875" cy="148875"/>
              </a:xfrm>
              <a:custGeom>
                <a:avLst/>
                <a:gdLst/>
                <a:ahLst/>
                <a:cxnLst/>
                <a:rect l="l" t="t" r="r" b="b"/>
                <a:pathLst>
                  <a:path w="148875" h="148875" extrusionOk="0">
                    <a:moveTo>
                      <a:pt x="89345" y="148876"/>
                    </a:moveTo>
                    <a:lnTo>
                      <a:pt x="89345" y="119063"/>
                    </a:lnTo>
                    <a:lnTo>
                      <a:pt x="119063" y="119063"/>
                    </a:lnTo>
                    <a:lnTo>
                      <a:pt x="119063" y="89344"/>
                    </a:lnTo>
                    <a:lnTo>
                      <a:pt x="148876" y="89344"/>
                    </a:lnTo>
                    <a:lnTo>
                      <a:pt x="148876" y="29813"/>
                    </a:lnTo>
                    <a:lnTo>
                      <a:pt x="119063" y="29813"/>
                    </a:lnTo>
                    <a:lnTo>
                      <a:pt x="119063" y="0"/>
                    </a:lnTo>
                    <a:lnTo>
                      <a:pt x="89345" y="0"/>
                    </a:lnTo>
                    <a:lnTo>
                      <a:pt x="89345" y="29813"/>
                    </a:lnTo>
                    <a:lnTo>
                      <a:pt x="59627" y="29813"/>
                    </a:lnTo>
                    <a:lnTo>
                      <a:pt x="59627" y="0"/>
                    </a:lnTo>
                    <a:lnTo>
                      <a:pt x="29813" y="0"/>
                    </a:lnTo>
                    <a:lnTo>
                      <a:pt x="29813" y="29813"/>
                    </a:lnTo>
                    <a:lnTo>
                      <a:pt x="0" y="29813"/>
                    </a:lnTo>
                    <a:lnTo>
                      <a:pt x="0" y="89344"/>
                    </a:lnTo>
                    <a:lnTo>
                      <a:pt x="29813" y="89344"/>
                    </a:lnTo>
                    <a:lnTo>
                      <a:pt x="29813" y="119063"/>
                    </a:lnTo>
                    <a:lnTo>
                      <a:pt x="59627" y="119063"/>
                    </a:lnTo>
                    <a:lnTo>
                      <a:pt x="59627" y="148876"/>
                    </a:lnTo>
                    <a:lnTo>
                      <a:pt x="89345" y="148876"/>
                    </a:lnTo>
                    <a:close/>
                  </a:path>
                </a:pathLst>
              </a:custGeom>
              <a:noFill/>
              <a:ln w="59525"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26"/>
              <p:cNvSpPr/>
              <p:nvPr/>
            </p:nvSpPr>
            <p:spPr>
              <a:xfrm>
                <a:off x="4189856" y="2000249"/>
                <a:ext cx="148780" cy="148780"/>
              </a:xfrm>
              <a:custGeom>
                <a:avLst/>
                <a:gdLst/>
                <a:ahLst/>
                <a:cxnLst/>
                <a:rect l="l" t="t" r="r" b="b"/>
                <a:pathLst>
                  <a:path w="148780" h="148780" extrusionOk="0">
                    <a:moveTo>
                      <a:pt x="59436" y="89344"/>
                    </a:moveTo>
                    <a:lnTo>
                      <a:pt x="59436" y="119063"/>
                    </a:lnTo>
                    <a:lnTo>
                      <a:pt x="59436" y="148781"/>
                    </a:lnTo>
                    <a:lnTo>
                      <a:pt x="89249" y="148781"/>
                    </a:lnTo>
                    <a:lnTo>
                      <a:pt x="89249" y="119063"/>
                    </a:lnTo>
                    <a:lnTo>
                      <a:pt x="89249" y="89344"/>
                    </a:lnTo>
                    <a:lnTo>
                      <a:pt x="119063" y="89344"/>
                    </a:lnTo>
                    <a:lnTo>
                      <a:pt x="148781" y="89344"/>
                    </a:lnTo>
                    <a:lnTo>
                      <a:pt x="148781" y="59531"/>
                    </a:lnTo>
                    <a:lnTo>
                      <a:pt x="119063" y="59531"/>
                    </a:lnTo>
                    <a:lnTo>
                      <a:pt x="89249" y="59531"/>
                    </a:lnTo>
                    <a:lnTo>
                      <a:pt x="89249" y="29718"/>
                    </a:lnTo>
                    <a:lnTo>
                      <a:pt x="89249" y="0"/>
                    </a:lnTo>
                    <a:lnTo>
                      <a:pt x="59436" y="0"/>
                    </a:lnTo>
                    <a:lnTo>
                      <a:pt x="59436" y="29718"/>
                    </a:lnTo>
                    <a:lnTo>
                      <a:pt x="59436" y="59531"/>
                    </a:lnTo>
                    <a:lnTo>
                      <a:pt x="29718" y="59531"/>
                    </a:lnTo>
                    <a:lnTo>
                      <a:pt x="0" y="59531"/>
                    </a:lnTo>
                    <a:lnTo>
                      <a:pt x="0" y="89344"/>
                    </a:lnTo>
                    <a:lnTo>
                      <a:pt x="29718" y="89344"/>
                    </a:lnTo>
                    <a:lnTo>
                      <a:pt x="59436" y="89344"/>
                    </a:lnTo>
                    <a:close/>
                  </a:path>
                </a:pathLst>
              </a:custGeom>
              <a:noFill/>
              <a:ln w="5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26"/>
              <p:cNvSpPr/>
              <p:nvPr/>
            </p:nvSpPr>
            <p:spPr>
              <a:xfrm>
                <a:off x="4338637" y="2089593"/>
                <a:ext cx="148780" cy="148780"/>
              </a:xfrm>
              <a:custGeom>
                <a:avLst/>
                <a:gdLst/>
                <a:ahLst/>
                <a:cxnLst/>
                <a:rect l="l" t="t" r="r" b="b"/>
                <a:pathLst>
                  <a:path w="148780" h="148780" extrusionOk="0">
                    <a:moveTo>
                      <a:pt x="89345" y="0"/>
                    </a:moveTo>
                    <a:lnTo>
                      <a:pt x="59531" y="0"/>
                    </a:lnTo>
                    <a:lnTo>
                      <a:pt x="59531" y="29718"/>
                    </a:lnTo>
                    <a:lnTo>
                      <a:pt x="59531" y="59436"/>
                    </a:lnTo>
                    <a:lnTo>
                      <a:pt x="29718" y="59436"/>
                    </a:lnTo>
                    <a:lnTo>
                      <a:pt x="0" y="59436"/>
                    </a:lnTo>
                    <a:lnTo>
                      <a:pt x="0" y="89249"/>
                    </a:lnTo>
                    <a:lnTo>
                      <a:pt x="29718" y="89249"/>
                    </a:lnTo>
                    <a:lnTo>
                      <a:pt x="59531" y="89249"/>
                    </a:lnTo>
                    <a:lnTo>
                      <a:pt x="59531" y="119063"/>
                    </a:lnTo>
                    <a:lnTo>
                      <a:pt x="59531" y="148781"/>
                    </a:lnTo>
                    <a:lnTo>
                      <a:pt x="89345" y="148781"/>
                    </a:lnTo>
                    <a:lnTo>
                      <a:pt x="89345" y="119063"/>
                    </a:lnTo>
                    <a:lnTo>
                      <a:pt x="89345" y="89249"/>
                    </a:lnTo>
                    <a:lnTo>
                      <a:pt x="119063" y="89249"/>
                    </a:lnTo>
                    <a:lnTo>
                      <a:pt x="148780" y="89249"/>
                    </a:lnTo>
                    <a:lnTo>
                      <a:pt x="148780" y="59436"/>
                    </a:lnTo>
                    <a:lnTo>
                      <a:pt x="119063" y="59436"/>
                    </a:lnTo>
                    <a:lnTo>
                      <a:pt x="89345" y="59436"/>
                    </a:lnTo>
                    <a:lnTo>
                      <a:pt x="89345" y="29718"/>
                    </a:lnTo>
                    <a:lnTo>
                      <a:pt x="89345" y="0"/>
                    </a:lnTo>
                    <a:close/>
                  </a:path>
                </a:pathLst>
              </a:custGeom>
              <a:noFill/>
              <a:ln w="5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26"/>
              <p:cNvSpPr/>
              <p:nvPr/>
            </p:nvSpPr>
            <p:spPr>
              <a:xfrm>
                <a:off x="4011167" y="1434654"/>
                <a:ext cx="1874615" cy="1785651"/>
              </a:xfrm>
              <a:custGeom>
                <a:avLst/>
                <a:gdLst/>
                <a:ahLst/>
                <a:cxnLst/>
                <a:rect l="l" t="t" r="r" b="b"/>
                <a:pathLst>
                  <a:path w="1874615" h="1785651" extrusionOk="0">
                    <a:moveTo>
                      <a:pt x="327470" y="1250252"/>
                    </a:moveTo>
                    <a:lnTo>
                      <a:pt x="327470" y="1279970"/>
                    </a:lnTo>
                    <a:lnTo>
                      <a:pt x="387001" y="1279970"/>
                    </a:lnTo>
                    <a:lnTo>
                      <a:pt x="387001" y="1309688"/>
                    </a:lnTo>
                    <a:lnTo>
                      <a:pt x="357283" y="1309688"/>
                    </a:lnTo>
                    <a:lnTo>
                      <a:pt x="357283" y="1339406"/>
                    </a:lnTo>
                    <a:lnTo>
                      <a:pt x="387001" y="1339406"/>
                    </a:lnTo>
                    <a:lnTo>
                      <a:pt x="387001" y="1369124"/>
                    </a:lnTo>
                    <a:lnTo>
                      <a:pt x="446532" y="1369124"/>
                    </a:lnTo>
                    <a:lnTo>
                      <a:pt x="446532" y="1398842"/>
                    </a:lnTo>
                    <a:lnTo>
                      <a:pt x="506063" y="1398842"/>
                    </a:lnTo>
                    <a:lnTo>
                      <a:pt x="506063" y="1369124"/>
                    </a:lnTo>
                    <a:lnTo>
                      <a:pt x="565595" y="1369124"/>
                    </a:lnTo>
                    <a:lnTo>
                      <a:pt x="565595" y="1339406"/>
                    </a:lnTo>
                    <a:lnTo>
                      <a:pt x="625126" y="1339406"/>
                    </a:lnTo>
                    <a:lnTo>
                      <a:pt x="625126" y="1369124"/>
                    </a:lnTo>
                    <a:lnTo>
                      <a:pt x="595408" y="1369124"/>
                    </a:lnTo>
                    <a:lnTo>
                      <a:pt x="595408" y="1398842"/>
                    </a:lnTo>
                    <a:lnTo>
                      <a:pt x="625126" y="1398842"/>
                    </a:lnTo>
                    <a:lnTo>
                      <a:pt x="625126" y="1428560"/>
                    </a:lnTo>
                    <a:lnTo>
                      <a:pt x="654844" y="1428560"/>
                    </a:lnTo>
                    <a:lnTo>
                      <a:pt x="654844" y="1517904"/>
                    </a:lnTo>
                    <a:lnTo>
                      <a:pt x="625126" y="1517904"/>
                    </a:lnTo>
                    <a:lnTo>
                      <a:pt x="625126" y="1547622"/>
                    </a:lnTo>
                    <a:lnTo>
                      <a:pt x="595408" y="1547622"/>
                    </a:lnTo>
                    <a:lnTo>
                      <a:pt x="595408" y="1636967"/>
                    </a:lnTo>
                    <a:lnTo>
                      <a:pt x="625126" y="1636967"/>
                    </a:lnTo>
                    <a:lnTo>
                      <a:pt x="625126" y="1696498"/>
                    </a:lnTo>
                    <a:lnTo>
                      <a:pt x="654844" y="1696498"/>
                    </a:lnTo>
                    <a:lnTo>
                      <a:pt x="654844" y="1726216"/>
                    </a:lnTo>
                    <a:lnTo>
                      <a:pt x="684562" y="1726216"/>
                    </a:lnTo>
                    <a:lnTo>
                      <a:pt x="684562" y="1755934"/>
                    </a:lnTo>
                    <a:lnTo>
                      <a:pt x="744093" y="1755934"/>
                    </a:lnTo>
                    <a:lnTo>
                      <a:pt x="744093" y="1785652"/>
                    </a:lnTo>
                    <a:lnTo>
                      <a:pt x="922687" y="1785652"/>
                    </a:lnTo>
                    <a:lnTo>
                      <a:pt x="922687" y="1755934"/>
                    </a:lnTo>
                    <a:lnTo>
                      <a:pt x="982218" y="1755934"/>
                    </a:lnTo>
                    <a:lnTo>
                      <a:pt x="982218" y="1726216"/>
                    </a:lnTo>
                    <a:lnTo>
                      <a:pt x="1011936" y="1726216"/>
                    </a:lnTo>
                    <a:lnTo>
                      <a:pt x="1011936" y="1696498"/>
                    </a:lnTo>
                    <a:lnTo>
                      <a:pt x="1041654" y="1696498"/>
                    </a:lnTo>
                    <a:lnTo>
                      <a:pt x="1041654" y="1636967"/>
                    </a:lnTo>
                    <a:lnTo>
                      <a:pt x="1071372" y="1636967"/>
                    </a:lnTo>
                    <a:lnTo>
                      <a:pt x="1071372" y="1547622"/>
                    </a:lnTo>
                    <a:lnTo>
                      <a:pt x="1041654" y="1547622"/>
                    </a:lnTo>
                    <a:lnTo>
                      <a:pt x="1041654" y="1517904"/>
                    </a:lnTo>
                    <a:lnTo>
                      <a:pt x="1011936" y="1517904"/>
                    </a:lnTo>
                    <a:lnTo>
                      <a:pt x="1011936" y="1428560"/>
                    </a:lnTo>
                    <a:lnTo>
                      <a:pt x="982218" y="1428560"/>
                    </a:lnTo>
                    <a:lnTo>
                      <a:pt x="982218" y="1398842"/>
                    </a:lnTo>
                    <a:lnTo>
                      <a:pt x="1101281" y="1398842"/>
                    </a:lnTo>
                    <a:lnTo>
                      <a:pt x="1101281" y="1369124"/>
                    </a:lnTo>
                    <a:lnTo>
                      <a:pt x="1339406" y="1369124"/>
                    </a:lnTo>
                    <a:lnTo>
                      <a:pt x="1339406" y="1339406"/>
                    </a:lnTo>
                    <a:lnTo>
                      <a:pt x="1369124" y="1339406"/>
                    </a:lnTo>
                    <a:lnTo>
                      <a:pt x="1369124" y="1309688"/>
                    </a:lnTo>
                    <a:lnTo>
                      <a:pt x="1398842" y="1309688"/>
                    </a:lnTo>
                    <a:lnTo>
                      <a:pt x="1398842" y="1220343"/>
                    </a:lnTo>
                    <a:lnTo>
                      <a:pt x="1428560" y="1220343"/>
                    </a:lnTo>
                    <a:lnTo>
                      <a:pt x="1428560" y="1130999"/>
                    </a:lnTo>
                    <a:lnTo>
                      <a:pt x="1458278" y="1130999"/>
                    </a:lnTo>
                    <a:lnTo>
                      <a:pt x="1458278" y="1011936"/>
                    </a:lnTo>
                    <a:lnTo>
                      <a:pt x="1428560" y="1011936"/>
                    </a:lnTo>
                    <a:lnTo>
                      <a:pt x="1428560" y="892874"/>
                    </a:lnTo>
                    <a:lnTo>
                      <a:pt x="1398842" y="892874"/>
                    </a:lnTo>
                    <a:lnTo>
                      <a:pt x="1398842" y="803529"/>
                    </a:lnTo>
                    <a:lnTo>
                      <a:pt x="1369124" y="803529"/>
                    </a:lnTo>
                    <a:lnTo>
                      <a:pt x="1369124" y="773811"/>
                    </a:lnTo>
                    <a:lnTo>
                      <a:pt x="1339406" y="773811"/>
                    </a:lnTo>
                    <a:lnTo>
                      <a:pt x="1339406" y="684467"/>
                    </a:lnTo>
                    <a:lnTo>
                      <a:pt x="1369124" y="684467"/>
                    </a:lnTo>
                    <a:lnTo>
                      <a:pt x="1369124" y="654749"/>
                    </a:lnTo>
                    <a:lnTo>
                      <a:pt x="1398842" y="654749"/>
                    </a:lnTo>
                    <a:lnTo>
                      <a:pt x="1398842" y="625031"/>
                    </a:lnTo>
                    <a:lnTo>
                      <a:pt x="1428560" y="625031"/>
                    </a:lnTo>
                    <a:lnTo>
                      <a:pt x="1428560" y="595313"/>
                    </a:lnTo>
                    <a:lnTo>
                      <a:pt x="1458278" y="595313"/>
                    </a:lnTo>
                    <a:lnTo>
                      <a:pt x="1458278" y="535781"/>
                    </a:lnTo>
                    <a:lnTo>
                      <a:pt x="1487996" y="535781"/>
                    </a:lnTo>
                    <a:lnTo>
                      <a:pt x="1487996" y="565499"/>
                    </a:lnTo>
                    <a:lnTo>
                      <a:pt x="1517714" y="565499"/>
                    </a:lnTo>
                    <a:lnTo>
                      <a:pt x="1517714" y="625031"/>
                    </a:lnTo>
                    <a:lnTo>
                      <a:pt x="1547432" y="625031"/>
                    </a:lnTo>
                    <a:lnTo>
                      <a:pt x="1547432" y="654749"/>
                    </a:lnTo>
                    <a:lnTo>
                      <a:pt x="1577150" y="654749"/>
                    </a:lnTo>
                    <a:lnTo>
                      <a:pt x="1577150" y="684467"/>
                    </a:lnTo>
                    <a:lnTo>
                      <a:pt x="1636681" y="684467"/>
                    </a:lnTo>
                    <a:lnTo>
                      <a:pt x="1636681" y="654749"/>
                    </a:lnTo>
                    <a:lnTo>
                      <a:pt x="1666399" y="654749"/>
                    </a:lnTo>
                    <a:lnTo>
                      <a:pt x="1666399" y="625031"/>
                    </a:lnTo>
                    <a:lnTo>
                      <a:pt x="1636681" y="625031"/>
                    </a:lnTo>
                    <a:lnTo>
                      <a:pt x="1636681" y="595313"/>
                    </a:lnTo>
                    <a:lnTo>
                      <a:pt x="1606963" y="595313"/>
                    </a:lnTo>
                    <a:lnTo>
                      <a:pt x="1606963" y="535781"/>
                    </a:lnTo>
                    <a:lnTo>
                      <a:pt x="1577245" y="535781"/>
                    </a:lnTo>
                    <a:lnTo>
                      <a:pt x="1577245" y="476250"/>
                    </a:lnTo>
                    <a:lnTo>
                      <a:pt x="1547527" y="476250"/>
                    </a:lnTo>
                    <a:lnTo>
                      <a:pt x="1547527" y="416719"/>
                    </a:lnTo>
                    <a:lnTo>
                      <a:pt x="1577245" y="416719"/>
                    </a:lnTo>
                    <a:lnTo>
                      <a:pt x="1577245" y="357188"/>
                    </a:lnTo>
                    <a:lnTo>
                      <a:pt x="1606963" y="357188"/>
                    </a:lnTo>
                    <a:lnTo>
                      <a:pt x="1606963" y="327470"/>
                    </a:lnTo>
                    <a:lnTo>
                      <a:pt x="1636681" y="327470"/>
                    </a:lnTo>
                    <a:lnTo>
                      <a:pt x="1636681" y="297752"/>
                    </a:lnTo>
                    <a:lnTo>
                      <a:pt x="1666399" y="297752"/>
                    </a:lnTo>
                    <a:lnTo>
                      <a:pt x="1666399" y="268034"/>
                    </a:lnTo>
                    <a:lnTo>
                      <a:pt x="1696117" y="268034"/>
                    </a:lnTo>
                    <a:lnTo>
                      <a:pt x="1696117" y="238316"/>
                    </a:lnTo>
                    <a:lnTo>
                      <a:pt x="1755648" y="238316"/>
                    </a:lnTo>
                    <a:lnTo>
                      <a:pt x="1755648" y="208598"/>
                    </a:lnTo>
                    <a:lnTo>
                      <a:pt x="1815179" y="208598"/>
                    </a:lnTo>
                    <a:lnTo>
                      <a:pt x="1815179" y="178880"/>
                    </a:lnTo>
                    <a:lnTo>
                      <a:pt x="1844897" y="178880"/>
                    </a:lnTo>
                    <a:lnTo>
                      <a:pt x="1844897" y="89535"/>
                    </a:lnTo>
                    <a:lnTo>
                      <a:pt x="1874615" y="89535"/>
                    </a:lnTo>
                    <a:lnTo>
                      <a:pt x="1874615" y="0"/>
                    </a:lnTo>
                    <a:lnTo>
                      <a:pt x="1785271" y="0"/>
                    </a:lnTo>
                    <a:lnTo>
                      <a:pt x="1785271" y="29718"/>
                    </a:lnTo>
                    <a:lnTo>
                      <a:pt x="1695926" y="29718"/>
                    </a:lnTo>
                    <a:lnTo>
                      <a:pt x="1695926" y="59436"/>
                    </a:lnTo>
                    <a:lnTo>
                      <a:pt x="1666208" y="59436"/>
                    </a:lnTo>
                    <a:lnTo>
                      <a:pt x="1666208" y="118967"/>
                    </a:lnTo>
                    <a:lnTo>
                      <a:pt x="1636490" y="118967"/>
                    </a:lnTo>
                    <a:lnTo>
                      <a:pt x="1636490" y="178499"/>
                    </a:lnTo>
                    <a:lnTo>
                      <a:pt x="1606772" y="178499"/>
                    </a:lnTo>
                    <a:lnTo>
                      <a:pt x="1606772" y="208217"/>
                    </a:lnTo>
                    <a:lnTo>
                      <a:pt x="1577054" y="208217"/>
                    </a:lnTo>
                    <a:lnTo>
                      <a:pt x="1577054" y="237935"/>
                    </a:lnTo>
                    <a:lnTo>
                      <a:pt x="1547336" y="237935"/>
                    </a:lnTo>
                    <a:lnTo>
                      <a:pt x="1547336" y="267653"/>
                    </a:lnTo>
                    <a:lnTo>
                      <a:pt x="1517618" y="267653"/>
                    </a:lnTo>
                    <a:lnTo>
                      <a:pt x="1517618" y="297371"/>
                    </a:lnTo>
                    <a:lnTo>
                      <a:pt x="1458087" y="297371"/>
                    </a:lnTo>
                    <a:lnTo>
                      <a:pt x="1458087" y="327089"/>
                    </a:lnTo>
                    <a:lnTo>
                      <a:pt x="1398556" y="327089"/>
                    </a:lnTo>
                    <a:lnTo>
                      <a:pt x="1398556" y="297371"/>
                    </a:lnTo>
                    <a:lnTo>
                      <a:pt x="1368838" y="297371"/>
                    </a:lnTo>
                    <a:lnTo>
                      <a:pt x="1368838" y="267653"/>
                    </a:lnTo>
                    <a:lnTo>
                      <a:pt x="1279493" y="267653"/>
                    </a:lnTo>
                    <a:lnTo>
                      <a:pt x="1279493" y="237935"/>
                    </a:lnTo>
                    <a:lnTo>
                      <a:pt x="1249775" y="237935"/>
                    </a:lnTo>
                    <a:lnTo>
                      <a:pt x="1249775" y="208217"/>
                    </a:lnTo>
                    <a:lnTo>
                      <a:pt x="1220057" y="208217"/>
                    </a:lnTo>
                    <a:lnTo>
                      <a:pt x="1220057" y="237935"/>
                    </a:lnTo>
                    <a:lnTo>
                      <a:pt x="1190339" y="237935"/>
                    </a:lnTo>
                    <a:lnTo>
                      <a:pt x="1190339" y="267653"/>
                    </a:lnTo>
                    <a:lnTo>
                      <a:pt x="1011745" y="267653"/>
                    </a:lnTo>
                    <a:lnTo>
                      <a:pt x="1011745" y="297371"/>
                    </a:lnTo>
                    <a:lnTo>
                      <a:pt x="773620" y="297371"/>
                    </a:lnTo>
                    <a:lnTo>
                      <a:pt x="773620" y="327089"/>
                    </a:lnTo>
                    <a:lnTo>
                      <a:pt x="446151" y="327089"/>
                    </a:lnTo>
                    <a:lnTo>
                      <a:pt x="446151" y="356807"/>
                    </a:lnTo>
                    <a:lnTo>
                      <a:pt x="356807" y="356807"/>
                    </a:lnTo>
                    <a:lnTo>
                      <a:pt x="356807" y="386525"/>
                    </a:lnTo>
                    <a:lnTo>
                      <a:pt x="327089" y="386525"/>
                    </a:lnTo>
                    <a:lnTo>
                      <a:pt x="327089" y="446056"/>
                    </a:lnTo>
                    <a:lnTo>
                      <a:pt x="356807" y="446056"/>
                    </a:lnTo>
                    <a:lnTo>
                      <a:pt x="356807" y="475774"/>
                    </a:lnTo>
                    <a:lnTo>
                      <a:pt x="446151" y="475774"/>
                    </a:lnTo>
                    <a:lnTo>
                      <a:pt x="446151" y="446056"/>
                    </a:lnTo>
                    <a:lnTo>
                      <a:pt x="475869" y="446056"/>
                    </a:lnTo>
                    <a:lnTo>
                      <a:pt x="475869" y="475774"/>
                    </a:lnTo>
                    <a:lnTo>
                      <a:pt x="505587" y="475774"/>
                    </a:lnTo>
                    <a:lnTo>
                      <a:pt x="505587" y="624554"/>
                    </a:lnTo>
                    <a:lnTo>
                      <a:pt x="535305" y="624554"/>
                    </a:lnTo>
                    <a:lnTo>
                      <a:pt x="535305" y="743617"/>
                    </a:lnTo>
                    <a:lnTo>
                      <a:pt x="565023" y="743617"/>
                    </a:lnTo>
                    <a:lnTo>
                      <a:pt x="565023" y="832961"/>
                    </a:lnTo>
                    <a:lnTo>
                      <a:pt x="594741" y="832961"/>
                    </a:lnTo>
                    <a:lnTo>
                      <a:pt x="594741" y="862679"/>
                    </a:lnTo>
                    <a:lnTo>
                      <a:pt x="624459" y="862679"/>
                    </a:lnTo>
                    <a:lnTo>
                      <a:pt x="624459" y="952024"/>
                    </a:lnTo>
                    <a:lnTo>
                      <a:pt x="654177" y="952024"/>
                    </a:lnTo>
                    <a:lnTo>
                      <a:pt x="654177" y="1041368"/>
                    </a:lnTo>
                    <a:lnTo>
                      <a:pt x="683895" y="1041368"/>
                    </a:lnTo>
                    <a:lnTo>
                      <a:pt x="683895" y="1100900"/>
                    </a:lnTo>
                    <a:lnTo>
                      <a:pt x="654177" y="1100900"/>
                    </a:lnTo>
                    <a:lnTo>
                      <a:pt x="654177" y="1071182"/>
                    </a:lnTo>
                    <a:lnTo>
                      <a:pt x="624459" y="1071182"/>
                    </a:lnTo>
                    <a:lnTo>
                      <a:pt x="624459" y="1100900"/>
                    </a:lnTo>
                    <a:lnTo>
                      <a:pt x="594741" y="1100900"/>
                    </a:lnTo>
                    <a:lnTo>
                      <a:pt x="594741" y="1041368"/>
                    </a:lnTo>
                    <a:lnTo>
                      <a:pt x="624459" y="1041368"/>
                    </a:lnTo>
                    <a:lnTo>
                      <a:pt x="624459" y="981837"/>
                    </a:lnTo>
                    <a:lnTo>
                      <a:pt x="594741" y="981837"/>
                    </a:lnTo>
                    <a:lnTo>
                      <a:pt x="594741" y="952119"/>
                    </a:lnTo>
                    <a:lnTo>
                      <a:pt x="565023" y="952119"/>
                    </a:lnTo>
                    <a:lnTo>
                      <a:pt x="565023" y="922401"/>
                    </a:lnTo>
                    <a:lnTo>
                      <a:pt x="505492" y="922401"/>
                    </a:lnTo>
                    <a:lnTo>
                      <a:pt x="505492" y="892683"/>
                    </a:lnTo>
                    <a:lnTo>
                      <a:pt x="445961" y="892683"/>
                    </a:lnTo>
                    <a:lnTo>
                      <a:pt x="445961" y="862965"/>
                    </a:lnTo>
                    <a:lnTo>
                      <a:pt x="386429" y="862965"/>
                    </a:lnTo>
                    <a:lnTo>
                      <a:pt x="386429" y="833247"/>
                    </a:lnTo>
                    <a:lnTo>
                      <a:pt x="326898" y="833247"/>
                    </a:lnTo>
                    <a:lnTo>
                      <a:pt x="326898" y="803529"/>
                    </a:lnTo>
                    <a:lnTo>
                      <a:pt x="267367" y="803529"/>
                    </a:lnTo>
                    <a:lnTo>
                      <a:pt x="267367" y="773811"/>
                    </a:lnTo>
                    <a:lnTo>
                      <a:pt x="207836" y="773811"/>
                    </a:lnTo>
                    <a:lnTo>
                      <a:pt x="207836" y="744093"/>
                    </a:lnTo>
                    <a:lnTo>
                      <a:pt x="148304" y="744093"/>
                    </a:lnTo>
                    <a:lnTo>
                      <a:pt x="148304" y="714375"/>
                    </a:lnTo>
                    <a:lnTo>
                      <a:pt x="88773" y="714375"/>
                    </a:lnTo>
                    <a:lnTo>
                      <a:pt x="88773" y="684657"/>
                    </a:lnTo>
                    <a:lnTo>
                      <a:pt x="0" y="684657"/>
                    </a:lnTo>
                    <a:lnTo>
                      <a:pt x="0" y="774002"/>
                    </a:lnTo>
                    <a:lnTo>
                      <a:pt x="29718" y="774002"/>
                    </a:lnTo>
                    <a:lnTo>
                      <a:pt x="29718" y="833533"/>
                    </a:lnTo>
                    <a:lnTo>
                      <a:pt x="59436" y="833533"/>
                    </a:lnTo>
                    <a:lnTo>
                      <a:pt x="59436" y="893064"/>
                    </a:lnTo>
                    <a:lnTo>
                      <a:pt x="89154" y="893064"/>
                    </a:lnTo>
                    <a:lnTo>
                      <a:pt x="89154" y="952595"/>
                    </a:lnTo>
                    <a:lnTo>
                      <a:pt x="118872" y="952595"/>
                    </a:lnTo>
                    <a:lnTo>
                      <a:pt x="118872" y="1012127"/>
                    </a:lnTo>
                    <a:lnTo>
                      <a:pt x="148590" y="1012127"/>
                    </a:lnTo>
                    <a:lnTo>
                      <a:pt x="148590" y="1071658"/>
                    </a:lnTo>
                    <a:lnTo>
                      <a:pt x="178308" y="1071658"/>
                    </a:lnTo>
                    <a:lnTo>
                      <a:pt x="178308" y="1131189"/>
                    </a:lnTo>
                    <a:lnTo>
                      <a:pt x="208026" y="1131189"/>
                    </a:lnTo>
                    <a:lnTo>
                      <a:pt x="208026" y="1190720"/>
                    </a:lnTo>
                    <a:lnTo>
                      <a:pt x="237744" y="1190720"/>
                    </a:lnTo>
                    <a:lnTo>
                      <a:pt x="237744" y="1220438"/>
                    </a:lnTo>
                    <a:lnTo>
                      <a:pt x="267462" y="1220438"/>
                    </a:lnTo>
                    <a:lnTo>
                      <a:pt x="267462" y="1250156"/>
                    </a:lnTo>
                    <a:lnTo>
                      <a:pt x="326993" y="1250156"/>
                    </a:lnTo>
                    <a:close/>
                    <a:moveTo>
                      <a:pt x="1309688" y="387096"/>
                    </a:moveTo>
                    <a:lnTo>
                      <a:pt x="1339406" y="387096"/>
                    </a:lnTo>
                    <a:lnTo>
                      <a:pt x="1339406" y="416814"/>
                    </a:lnTo>
                    <a:lnTo>
                      <a:pt x="1309688" y="416814"/>
                    </a:lnTo>
                    <a:lnTo>
                      <a:pt x="1309688" y="38709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7" name="Google Shape;467;p26"/>
            <p:cNvGrpSpPr/>
            <p:nvPr/>
          </p:nvGrpSpPr>
          <p:grpSpPr>
            <a:xfrm>
              <a:off x="4011168" y="1434655"/>
              <a:ext cx="1875282" cy="1785937"/>
              <a:chOff x="4011168" y="1434655"/>
              <a:chExt cx="1875282" cy="1785937"/>
            </a:xfrm>
          </p:grpSpPr>
          <p:grpSp>
            <p:nvGrpSpPr>
              <p:cNvPr id="468" name="Google Shape;468;p26"/>
              <p:cNvGrpSpPr/>
              <p:nvPr/>
            </p:nvGrpSpPr>
            <p:grpSpPr>
              <a:xfrm>
                <a:off x="4874418" y="2208656"/>
                <a:ext cx="208312" cy="238125"/>
                <a:chOff x="4874418" y="2208656"/>
                <a:chExt cx="208312" cy="238125"/>
              </a:xfrm>
            </p:grpSpPr>
            <p:sp>
              <p:nvSpPr>
                <p:cNvPr id="469" name="Google Shape;469;p26"/>
                <p:cNvSpPr/>
                <p:nvPr/>
              </p:nvSpPr>
              <p:spPr>
                <a:xfrm>
                  <a:off x="49339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26"/>
                <p:cNvSpPr/>
                <p:nvPr/>
              </p:nvSpPr>
              <p:spPr>
                <a:xfrm>
                  <a:off x="5053012"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26"/>
                <p:cNvSpPr/>
                <p:nvPr/>
              </p:nvSpPr>
              <p:spPr>
                <a:xfrm>
                  <a:off x="4963668" y="2387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26"/>
                <p:cNvSpPr/>
                <p:nvPr/>
              </p:nvSpPr>
              <p:spPr>
                <a:xfrm>
                  <a:off x="4963668"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26"/>
                <p:cNvSpPr/>
                <p:nvPr/>
              </p:nvSpPr>
              <p:spPr>
                <a:xfrm>
                  <a:off x="4904232"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26"/>
                <p:cNvSpPr/>
                <p:nvPr/>
              </p:nvSpPr>
              <p:spPr>
                <a:xfrm>
                  <a:off x="499348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26"/>
                <p:cNvSpPr/>
                <p:nvPr/>
              </p:nvSpPr>
              <p:spPr>
                <a:xfrm>
                  <a:off x="5053012"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26"/>
                <p:cNvSpPr/>
                <p:nvPr/>
              </p:nvSpPr>
              <p:spPr>
                <a:xfrm>
                  <a:off x="4963668"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26"/>
                <p:cNvSpPr/>
                <p:nvPr/>
              </p:nvSpPr>
              <p:spPr>
                <a:xfrm>
                  <a:off x="4874418" y="2357437"/>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26"/>
                <p:cNvSpPr/>
                <p:nvPr/>
              </p:nvSpPr>
              <p:spPr>
                <a:xfrm>
                  <a:off x="5023294"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26"/>
                <p:cNvSpPr/>
                <p:nvPr/>
              </p:nvSpPr>
              <p:spPr>
                <a:xfrm>
                  <a:off x="4904231" y="2238374"/>
                  <a:ext cx="148780" cy="178593"/>
                </a:xfrm>
                <a:custGeom>
                  <a:avLst/>
                  <a:gdLst/>
                  <a:ahLst/>
                  <a:cxnLst/>
                  <a:rect l="l" t="t" r="r" b="b"/>
                  <a:pathLst>
                    <a:path w="148780" h="178593" extrusionOk="0">
                      <a:moveTo>
                        <a:pt x="148781" y="59531"/>
                      </a:moveTo>
                      <a:lnTo>
                        <a:pt x="148781" y="119063"/>
                      </a:lnTo>
                      <a:lnTo>
                        <a:pt x="119063" y="119063"/>
                      </a:lnTo>
                      <a:lnTo>
                        <a:pt x="119063" y="148781"/>
                      </a:lnTo>
                      <a:lnTo>
                        <a:pt x="59436" y="148781"/>
                      </a:lnTo>
                      <a:lnTo>
                        <a:pt x="59436" y="178594"/>
                      </a:lnTo>
                      <a:lnTo>
                        <a:pt x="0" y="178594"/>
                      </a:lnTo>
                      <a:lnTo>
                        <a:pt x="0" y="119063"/>
                      </a:lnTo>
                      <a:lnTo>
                        <a:pt x="29718" y="119063"/>
                      </a:lnTo>
                      <a:lnTo>
                        <a:pt x="29718" y="59531"/>
                      </a:lnTo>
                      <a:lnTo>
                        <a:pt x="59436" y="59531"/>
                      </a:lnTo>
                      <a:lnTo>
                        <a:pt x="59436" y="29718"/>
                      </a:lnTo>
                      <a:lnTo>
                        <a:pt x="89249" y="29718"/>
                      </a:lnTo>
                      <a:lnTo>
                        <a:pt x="89249" y="0"/>
                      </a:lnTo>
                      <a:lnTo>
                        <a:pt x="119063" y="0"/>
                      </a:lnTo>
                      <a:lnTo>
                        <a:pt x="119063" y="59531"/>
                      </a:lnTo>
                      <a:lnTo>
                        <a:pt x="89249" y="59531"/>
                      </a:lnTo>
                      <a:lnTo>
                        <a:pt x="89249" y="89344"/>
                      </a:lnTo>
                      <a:lnTo>
                        <a:pt x="59436" y="89344"/>
                      </a:lnTo>
                      <a:lnTo>
                        <a:pt x="59436" y="119063"/>
                      </a:lnTo>
                      <a:lnTo>
                        <a:pt x="89249" y="119063"/>
                      </a:lnTo>
                      <a:lnTo>
                        <a:pt x="89249" y="89344"/>
                      </a:lnTo>
                      <a:lnTo>
                        <a:pt x="119063" y="89344"/>
                      </a:lnTo>
                      <a:lnTo>
                        <a:pt x="119063" y="59531"/>
                      </a:lnTo>
                      <a:lnTo>
                        <a:pt x="148781"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26"/>
                <p:cNvSpPr/>
                <p:nvPr/>
              </p:nvSpPr>
              <p:spPr>
                <a:xfrm>
                  <a:off x="4874418" y="2416968"/>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26"/>
                <p:cNvSpPr/>
                <p:nvPr/>
              </p:nvSpPr>
              <p:spPr>
                <a:xfrm>
                  <a:off x="499348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26"/>
                <p:cNvSpPr/>
                <p:nvPr/>
              </p:nvSpPr>
              <p:spPr>
                <a:xfrm>
                  <a:off x="5023294"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26"/>
                <p:cNvSpPr/>
                <p:nvPr/>
              </p:nvSpPr>
              <p:spPr>
                <a:xfrm>
                  <a:off x="4963668" y="2357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26"/>
                <p:cNvSpPr/>
                <p:nvPr/>
              </p:nvSpPr>
              <p:spPr>
                <a:xfrm>
                  <a:off x="4904232" y="2387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 name="Google Shape;485;p26"/>
              <p:cNvGrpSpPr/>
              <p:nvPr/>
            </p:nvGrpSpPr>
            <p:grpSpPr>
              <a:xfrm>
                <a:off x="4338637" y="1702593"/>
                <a:ext cx="1130999" cy="1160812"/>
                <a:chOff x="4338637" y="1702593"/>
                <a:chExt cx="1130999" cy="1160812"/>
              </a:xfrm>
            </p:grpSpPr>
            <p:grpSp>
              <p:nvGrpSpPr>
                <p:cNvPr id="486" name="Google Shape;486;p26"/>
                <p:cNvGrpSpPr/>
                <p:nvPr/>
              </p:nvGrpSpPr>
              <p:grpSpPr>
                <a:xfrm>
                  <a:off x="4338637" y="1702593"/>
                  <a:ext cx="1130999" cy="1160812"/>
                  <a:chOff x="4338637" y="1702593"/>
                  <a:chExt cx="1130999" cy="1160812"/>
                </a:xfrm>
              </p:grpSpPr>
              <p:sp>
                <p:nvSpPr>
                  <p:cNvPr id="487" name="Google Shape;487;p26"/>
                  <p:cNvSpPr/>
                  <p:nvPr/>
                </p:nvSpPr>
                <p:spPr>
                  <a:xfrm>
                    <a:off x="4695825" y="2476499"/>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26"/>
                  <p:cNvSpPr/>
                  <p:nvPr/>
                </p:nvSpPr>
                <p:spPr>
                  <a:xfrm>
                    <a:off x="4547044" y="2059780"/>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26"/>
                  <p:cNvSpPr/>
                  <p:nvPr/>
                </p:nvSpPr>
                <p:spPr>
                  <a:xfrm>
                    <a:off x="4666107" y="2387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26"/>
                  <p:cNvSpPr/>
                  <p:nvPr/>
                </p:nvSpPr>
                <p:spPr>
                  <a:xfrm>
                    <a:off x="4666107" y="262528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26"/>
                  <p:cNvSpPr/>
                  <p:nvPr/>
                </p:nvSpPr>
                <p:spPr>
                  <a:xfrm>
                    <a:off x="4576762" y="2178843"/>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26"/>
                  <p:cNvSpPr/>
                  <p:nvPr/>
                </p:nvSpPr>
                <p:spPr>
                  <a:xfrm>
                    <a:off x="4636293" y="2297905"/>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26"/>
                  <p:cNvSpPr/>
                  <p:nvPr/>
                </p:nvSpPr>
                <p:spPr>
                  <a:xfrm>
                    <a:off x="4636293" y="271462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26"/>
                  <p:cNvSpPr/>
                  <p:nvPr/>
                </p:nvSpPr>
                <p:spPr>
                  <a:xfrm>
                    <a:off x="460648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26"/>
                  <p:cNvSpPr/>
                  <p:nvPr/>
                </p:nvSpPr>
                <p:spPr>
                  <a:xfrm>
                    <a:off x="4606480"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26"/>
                  <p:cNvSpPr/>
                  <p:nvPr/>
                </p:nvSpPr>
                <p:spPr>
                  <a:xfrm>
                    <a:off x="5439918" y="2446781"/>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26"/>
                  <p:cNvSpPr/>
                  <p:nvPr/>
                </p:nvSpPr>
                <p:spPr>
                  <a:xfrm>
                    <a:off x="5291137" y="200024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26"/>
                  <p:cNvSpPr/>
                  <p:nvPr/>
                </p:nvSpPr>
                <p:spPr>
                  <a:xfrm>
                    <a:off x="5410200" y="2327719"/>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26"/>
                  <p:cNvSpPr/>
                  <p:nvPr/>
                </p:nvSpPr>
                <p:spPr>
                  <a:xfrm>
                    <a:off x="5410200" y="25658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26"/>
                  <p:cNvSpPr/>
                  <p:nvPr/>
                </p:nvSpPr>
                <p:spPr>
                  <a:xfrm>
                    <a:off x="5320855" y="211931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26"/>
                  <p:cNvSpPr/>
                  <p:nvPr/>
                </p:nvSpPr>
                <p:spPr>
                  <a:xfrm>
                    <a:off x="5380482" y="223837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26"/>
                  <p:cNvSpPr/>
                  <p:nvPr/>
                </p:nvSpPr>
                <p:spPr>
                  <a:xfrm>
                    <a:off x="5380482" y="2655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26"/>
                  <p:cNvSpPr/>
                  <p:nvPr/>
                </p:nvSpPr>
                <p:spPr>
                  <a:xfrm>
                    <a:off x="5350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26"/>
                  <p:cNvSpPr/>
                  <p:nvPr/>
                </p:nvSpPr>
                <p:spPr>
                  <a:xfrm>
                    <a:off x="5350668"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26"/>
                  <p:cNvSpPr/>
                  <p:nvPr/>
                </p:nvSpPr>
                <p:spPr>
                  <a:xfrm>
                    <a:off x="4636293" y="2833687"/>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26"/>
                  <p:cNvSpPr/>
                  <p:nvPr/>
                </p:nvSpPr>
                <p:spPr>
                  <a:xfrm>
                    <a:off x="4874418" y="2803969"/>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26"/>
                  <p:cNvSpPr/>
                  <p:nvPr/>
                </p:nvSpPr>
                <p:spPr>
                  <a:xfrm>
                    <a:off x="5112543" y="2774155"/>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26"/>
                  <p:cNvSpPr/>
                  <p:nvPr/>
                </p:nvSpPr>
                <p:spPr>
                  <a:xfrm>
                    <a:off x="4517231" y="1910905"/>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26"/>
                  <p:cNvSpPr/>
                  <p:nvPr/>
                </p:nvSpPr>
                <p:spPr>
                  <a:xfrm>
                    <a:off x="4487418" y="1881187"/>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26"/>
                  <p:cNvSpPr/>
                  <p:nvPr/>
                </p:nvSpPr>
                <p:spPr>
                  <a:xfrm>
                    <a:off x="4487418" y="179184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26"/>
                  <p:cNvSpPr/>
                  <p:nvPr/>
                </p:nvSpPr>
                <p:spPr>
                  <a:xfrm>
                    <a:off x="4517231"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26"/>
                  <p:cNvSpPr/>
                  <p:nvPr/>
                </p:nvSpPr>
                <p:spPr>
                  <a:xfrm>
                    <a:off x="4487418"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26"/>
                  <p:cNvSpPr/>
                  <p:nvPr/>
                </p:nvSpPr>
                <p:spPr>
                  <a:xfrm>
                    <a:off x="4457700" y="18514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26"/>
                  <p:cNvSpPr/>
                  <p:nvPr/>
                </p:nvSpPr>
                <p:spPr>
                  <a:xfrm>
                    <a:off x="4457700" y="182165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26"/>
                  <p:cNvSpPr/>
                  <p:nvPr/>
                </p:nvSpPr>
                <p:spPr>
                  <a:xfrm>
                    <a:off x="4368355"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26"/>
                  <p:cNvSpPr/>
                  <p:nvPr/>
                </p:nvSpPr>
                <p:spPr>
                  <a:xfrm>
                    <a:off x="4368355" y="1791842"/>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26"/>
                  <p:cNvSpPr/>
                  <p:nvPr/>
                </p:nvSpPr>
                <p:spPr>
                  <a:xfrm>
                    <a:off x="4368355" y="1821655"/>
                    <a:ext cx="89344" cy="59531"/>
                  </a:xfrm>
                  <a:custGeom>
                    <a:avLst/>
                    <a:gdLst/>
                    <a:ahLst/>
                    <a:cxnLst/>
                    <a:rect l="l" t="t" r="r" b="b"/>
                    <a:pathLst>
                      <a:path w="89344" h="59531" extrusionOk="0">
                        <a:moveTo>
                          <a:pt x="0" y="0"/>
                        </a:moveTo>
                        <a:lnTo>
                          <a:pt x="89345" y="0"/>
                        </a:lnTo>
                        <a:lnTo>
                          <a:pt x="89345" y="59531"/>
                        </a:lnTo>
                        <a:lnTo>
                          <a:pt x="0" y="59531"/>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26"/>
                  <p:cNvSpPr/>
                  <p:nvPr/>
                </p:nvSpPr>
                <p:spPr>
                  <a:xfrm>
                    <a:off x="4338637"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26"/>
                  <p:cNvSpPr/>
                  <p:nvPr/>
                </p:nvSpPr>
                <p:spPr>
                  <a:xfrm>
                    <a:off x="5320855" y="170259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26"/>
                  <p:cNvSpPr/>
                  <p:nvPr/>
                </p:nvSpPr>
                <p:spPr>
                  <a:xfrm>
                    <a:off x="535066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26"/>
                  <p:cNvSpPr/>
                  <p:nvPr/>
                </p:nvSpPr>
                <p:spPr>
                  <a:xfrm>
                    <a:off x="5320855"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DD58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26"/>
                  <p:cNvSpPr/>
                  <p:nvPr/>
                </p:nvSpPr>
                <p:spPr>
                  <a:xfrm>
                    <a:off x="5380482"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26"/>
                  <p:cNvSpPr/>
                  <p:nvPr/>
                </p:nvSpPr>
                <p:spPr>
                  <a:xfrm>
                    <a:off x="5291137"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26"/>
                  <p:cNvSpPr/>
                  <p:nvPr/>
                </p:nvSpPr>
                <p:spPr>
                  <a:xfrm>
                    <a:off x="5320855" y="1732406"/>
                    <a:ext cx="59626" cy="59435"/>
                  </a:xfrm>
                  <a:custGeom>
                    <a:avLst/>
                    <a:gdLst/>
                    <a:ahLst/>
                    <a:cxnLst/>
                    <a:rect l="l" t="t" r="r" b="b"/>
                    <a:pathLst>
                      <a:path w="59626" h="59435" extrusionOk="0">
                        <a:moveTo>
                          <a:pt x="59627" y="0"/>
                        </a:moveTo>
                        <a:lnTo>
                          <a:pt x="59627" y="59436"/>
                        </a:lnTo>
                        <a:lnTo>
                          <a:pt x="29813" y="59436"/>
                        </a:lnTo>
                        <a:lnTo>
                          <a:pt x="29813" y="29718"/>
                        </a:lnTo>
                        <a:lnTo>
                          <a:pt x="0" y="29718"/>
                        </a:lnTo>
                        <a:lnTo>
                          <a:pt x="0" y="0"/>
                        </a:lnTo>
                        <a:lnTo>
                          <a:pt x="59627" y="0"/>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26"/>
                  <p:cNvSpPr/>
                  <p:nvPr/>
                </p:nvSpPr>
                <p:spPr>
                  <a:xfrm>
                    <a:off x="529113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26"/>
                  <p:cNvSpPr/>
                  <p:nvPr/>
                </p:nvSpPr>
                <p:spPr>
                  <a:xfrm>
                    <a:off x="5320855"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26"/>
                  <p:cNvSpPr/>
                  <p:nvPr/>
                </p:nvSpPr>
                <p:spPr>
                  <a:xfrm>
                    <a:off x="4785169" y="1881187"/>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26"/>
                  <p:cNvSpPr/>
                  <p:nvPr/>
                </p:nvSpPr>
                <p:spPr>
                  <a:xfrm>
                    <a:off x="5023294" y="1851469"/>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26"/>
                  <p:cNvSpPr/>
                  <p:nvPr/>
                </p:nvSpPr>
                <p:spPr>
                  <a:xfrm>
                    <a:off x="4606480" y="2029967"/>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26"/>
                  <p:cNvSpPr/>
                  <p:nvPr/>
                </p:nvSpPr>
                <p:spPr>
                  <a:xfrm>
                    <a:off x="4814887" y="200024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26"/>
                  <p:cNvSpPr/>
                  <p:nvPr/>
                </p:nvSpPr>
                <p:spPr>
                  <a:xfrm>
                    <a:off x="4993481" y="1970531"/>
                    <a:ext cx="208406" cy="29717"/>
                  </a:xfrm>
                  <a:custGeom>
                    <a:avLst/>
                    <a:gdLst/>
                    <a:ahLst/>
                    <a:cxnLst/>
                    <a:rect l="l" t="t" r="r" b="b"/>
                    <a:pathLst>
                      <a:path w="208406" h="29717"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26"/>
                  <p:cNvSpPr/>
                  <p:nvPr/>
                </p:nvSpPr>
                <p:spPr>
                  <a:xfrm>
                    <a:off x="4636293" y="2149030"/>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26"/>
                  <p:cNvSpPr/>
                  <p:nvPr/>
                </p:nvSpPr>
                <p:spPr>
                  <a:xfrm>
                    <a:off x="4844605" y="21193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26"/>
                  <p:cNvSpPr/>
                  <p:nvPr/>
                </p:nvSpPr>
                <p:spPr>
                  <a:xfrm>
                    <a:off x="5023294" y="2089594"/>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26"/>
                  <p:cNvSpPr/>
                  <p:nvPr/>
                </p:nvSpPr>
                <p:spPr>
                  <a:xfrm>
                    <a:off x="4695825" y="226809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26"/>
                  <p:cNvSpPr/>
                  <p:nvPr/>
                </p:nvSpPr>
                <p:spPr>
                  <a:xfrm>
                    <a:off x="4904232" y="223837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26"/>
                  <p:cNvSpPr/>
                  <p:nvPr/>
                </p:nvSpPr>
                <p:spPr>
                  <a:xfrm>
                    <a:off x="5082730" y="2208656"/>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26"/>
                  <p:cNvSpPr/>
                  <p:nvPr/>
                </p:nvSpPr>
                <p:spPr>
                  <a:xfrm>
                    <a:off x="4755356" y="2387155"/>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26"/>
                  <p:cNvSpPr/>
                  <p:nvPr/>
                </p:nvSpPr>
                <p:spPr>
                  <a:xfrm>
                    <a:off x="4963668" y="235743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26"/>
                  <p:cNvSpPr/>
                  <p:nvPr/>
                </p:nvSpPr>
                <p:spPr>
                  <a:xfrm>
                    <a:off x="5142357" y="2327719"/>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26"/>
                  <p:cNvSpPr/>
                  <p:nvPr/>
                </p:nvSpPr>
                <p:spPr>
                  <a:xfrm>
                    <a:off x="4785169" y="2506217"/>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26"/>
                  <p:cNvSpPr/>
                  <p:nvPr/>
                </p:nvSpPr>
                <p:spPr>
                  <a:xfrm>
                    <a:off x="4993481" y="247649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26"/>
                  <p:cNvSpPr/>
                  <p:nvPr/>
                </p:nvSpPr>
                <p:spPr>
                  <a:xfrm>
                    <a:off x="5172075" y="2446781"/>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26"/>
                  <p:cNvSpPr/>
                  <p:nvPr/>
                </p:nvSpPr>
                <p:spPr>
                  <a:xfrm>
                    <a:off x="4755356" y="2625280"/>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26"/>
                  <p:cNvSpPr/>
                  <p:nvPr/>
                </p:nvSpPr>
                <p:spPr>
                  <a:xfrm>
                    <a:off x="5142357" y="2565844"/>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26"/>
                  <p:cNvSpPr/>
                  <p:nvPr/>
                </p:nvSpPr>
                <p:spPr>
                  <a:xfrm>
                    <a:off x="4725543" y="274434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 name="Google Shape;547;p26"/>
                  <p:cNvSpPr/>
                  <p:nvPr/>
                </p:nvSpPr>
                <p:spPr>
                  <a:xfrm>
                    <a:off x="4933950" y="271462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26"/>
                  <p:cNvSpPr/>
                  <p:nvPr/>
                </p:nvSpPr>
                <p:spPr>
                  <a:xfrm>
                    <a:off x="4547235" y="1881187"/>
                    <a:ext cx="892682" cy="952500"/>
                  </a:xfrm>
                  <a:custGeom>
                    <a:avLst/>
                    <a:gdLst/>
                    <a:ahLst/>
                    <a:cxnLst/>
                    <a:rect l="l" t="t" r="r" b="b"/>
                    <a:pathLst>
                      <a:path w="892682" h="952500" extrusionOk="0">
                        <a:moveTo>
                          <a:pt x="862965" y="565595"/>
                        </a:moveTo>
                        <a:lnTo>
                          <a:pt x="862965" y="446532"/>
                        </a:lnTo>
                        <a:lnTo>
                          <a:pt x="833247" y="446532"/>
                        </a:lnTo>
                        <a:lnTo>
                          <a:pt x="833247" y="357188"/>
                        </a:lnTo>
                        <a:lnTo>
                          <a:pt x="803529" y="357188"/>
                        </a:lnTo>
                        <a:lnTo>
                          <a:pt x="803529" y="327469"/>
                        </a:lnTo>
                        <a:lnTo>
                          <a:pt x="773811" y="327469"/>
                        </a:lnTo>
                        <a:lnTo>
                          <a:pt x="773811" y="238125"/>
                        </a:lnTo>
                        <a:lnTo>
                          <a:pt x="744093" y="238125"/>
                        </a:lnTo>
                        <a:lnTo>
                          <a:pt x="744093" y="119063"/>
                        </a:lnTo>
                        <a:lnTo>
                          <a:pt x="714375" y="119063"/>
                        </a:lnTo>
                        <a:lnTo>
                          <a:pt x="714375" y="0"/>
                        </a:lnTo>
                        <a:lnTo>
                          <a:pt x="476250" y="0"/>
                        </a:lnTo>
                        <a:lnTo>
                          <a:pt x="476250" y="29718"/>
                        </a:lnTo>
                        <a:lnTo>
                          <a:pt x="238125" y="29718"/>
                        </a:lnTo>
                        <a:lnTo>
                          <a:pt x="238125" y="59436"/>
                        </a:lnTo>
                        <a:lnTo>
                          <a:pt x="0" y="59436"/>
                        </a:lnTo>
                        <a:lnTo>
                          <a:pt x="0" y="178498"/>
                        </a:lnTo>
                        <a:lnTo>
                          <a:pt x="29718" y="178498"/>
                        </a:lnTo>
                        <a:lnTo>
                          <a:pt x="29718" y="297561"/>
                        </a:lnTo>
                        <a:lnTo>
                          <a:pt x="59436" y="297561"/>
                        </a:lnTo>
                        <a:lnTo>
                          <a:pt x="59436" y="386906"/>
                        </a:lnTo>
                        <a:lnTo>
                          <a:pt x="89154" y="386906"/>
                        </a:lnTo>
                        <a:lnTo>
                          <a:pt x="89154" y="416623"/>
                        </a:lnTo>
                        <a:lnTo>
                          <a:pt x="118872" y="416623"/>
                        </a:lnTo>
                        <a:lnTo>
                          <a:pt x="118872" y="505968"/>
                        </a:lnTo>
                        <a:lnTo>
                          <a:pt x="148590" y="505968"/>
                        </a:lnTo>
                        <a:lnTo>
                          <a:pt x="148590" y="595313"/>
                        </a:lnTo>
                        <a:lnTo>
                          <a:pt x="178308" y="595313"/>
                        </a:lnTo>
                        <a:lnTo>
                          <a:pt x="178308" y="744093"/>
                        </a:lnTo>
                        <a:lnTo>
                          <a:pt x="148590" y="744093"/>
                        </a:lnTo>
                        <a:lnTo>
                          <a:pt x="148590" y="833438"/>
                        </a:lnTo>
                        <a:lnTo>
                          <a:pt x="118872" y="833438"/>
                        </a:lnTo>
                        <a:lnTo>
                          <a:pt x="118872" y="922782"/>
                        </a:lnTo>
                        <a:lnTo>
                          <a:pt x="89154" y="922782"/>
                        </a:lnTo>
                        <a:lnTo>
                          <a:pt x="89154" y="952500"/>
                        </a:lnTo>
                        <a:lnTo>
                          <a:pt x="327279" y="952500"/>
                        </a:lnTo>
                        <a:lnTo>
                          <a:pt x="327279" y="922782"/>
                        </a:lnTo>
                        <a:lnTo>
                          <a:pt x="565404" y="922782"/>
                        </a:lnTo>
                        <a:lnTo>
                          <a:pt x="565404" y="893064"/>
                        </a:lnTo>
                        <a:lnTo>
                          <a:pt x="803529" y="893064"/>
                        </a:lnTo>
                        <a:lnTo>
                          <a:pt x="803529" y="863346"/>
                        </a:lnTo>
                        <a:lnTo>
                          <a:pt x="833247" y="863346"/>
                        </a:lnTo>
                        <a:lnTo>
                          <a:pt x="833247" y="774001"/>
                        </a:lnTo>
                        <a:lnTo>
                          <a:pt x="862965" y="774001"/>
                        </a:lnTo>
                        <a:lnTo>
                          <a:pt x="862965" y="684657"/>
                        </a:lnTo>
                        <a:lnTo>
                          <a:pt x="892683" y="684657"/>
                        </a:lnTo>
                        <a:lnTo>
                          <a:pt x="892683" y="565595"/>
                        </a:lnTo>
                        <a:lnTo>
                          <a:pt x="862965" y="565595"/>
                        </a:lnTo>
                        <a:close/>
                        <a:moveTo>
                          <a:pt x="803434" y="446532"/>
                        </a:moveTo>
                        <a:lnTo>
                          <a:pt x="803434" y="476250"/>
                        </a:lnTo>
                        <a:lnTo>
                          <a:pt x="595027" y="476250"/>
                        </a:lnTo>
                        <a:lnTo>
                          <a:pt x="595027" y="505968"/>
                        </a:lnTo>
                        <a:lnTo>
                          <a:pt x="416433" y="505968"/>
                        </a:lnTo>
                        <a:lnTo>
                          <a:pt x="416433" y="535686"/>
                        </a:lnTo>
                        <a:lnTo>
                          <a:pt x="208026" y="535686"/>
                        </a:lnTo>
                        <a:lnTo>
                          <a:pt x="208026" y="505968"/>
                        </a:lnTo>
                        <a:lnTo>
                          <a:pt x="416433" y="505968"/>
                        </a:lnTo>
                        <a:lnTo>
                          <a:pt x="416433" y="476250"/>
                        </a:lnTo>
                        <a:lnTo>
                          <a:pt x="595027" y="476250"/>
                        </a:lnTo>
                        <a:lnTo>
                          <a:pt x="595027" y="446532"/>
                        </a:lnTo>
                        <a:lnTo>
                          <a:pt x="803434" y="446532"/>
                        </a:lnTo>
                        <a:close/>
                        <a:moveTo>
                          <a:pt x="59341" y="178689"/>
                        </a:moveTo>
                        <a:lnTo>
                          <a:pt x="59341" y="148971"/>
                        </a:lnTo>
                        <a:lnTo>
                          <a:pt x="267748" y="148971"/>
                        </a:lnTo>
                        <a:lnTo>
                          <a:pt x="267748" y="119253"/>
                        </a:lnTo>
                        <a:lnTo>
                          <a:pt x="446342" y="119253"/>
                        </a:lnTo>
                        <a:lnTo>
                          <a:pt x="446342" y="89535"/>
                        </a:lnTo>
                        <a:lnTo>
                          <a:pt x="654749" y="89535"/>
                        </a:lnTo>
                        <a:lnTo>
                          <a:pt x="654749" y="119253"/>
                        </a:lnTo>
                        <a:lnTo>
                          <a:pt x="446342" y="119253"/>
                        </a:lnTo>
                        <a:lnTo>
                          <a:pt x="446342" y="148971"/>
                        </a:lnTo>
                        <a:lnTo>
                          <a:pt x="267748" y="148971"/>
                        </a:lnTo>
                        <a:lnTo>
                          <a:pt x="267748" y="178689"/>
                        </a:lnTo>
                        <a:lnTo>
                          <a:pt x="59341" y="178689"/>
                        </a:lnTo>
                        <a:close/>
                        <a:moveTo>
                          <a:pt x="89059" y="297752"/>
                        </a:moveTo>
                        <a:lnTo>
                          <a:pt x="89059" y="268034"/>
                        </a:lnTo>
                        <a:lnTo>
                          <a:pt x="297466" y="268034"/>
                        </a:lnTo>
                        <a:lnTo>
                          <a:pt x="297466" y="238315"/>
                        </a:lnTo>
                        <a:lnTo>
                          <a:pt x="476059" y="238315"/>
                        </a:lnTo>
                        <a:lnTo>
                          <a:pt x="476059" y="208598"/>
                        </a:lnTo>
                        <a:lnTo>
                          <a:pt x="684466" y="208598"/>
                        </a:lnTo>
                        <a:lnTo>
                          <a:pt x="684466" y="238315"/>
                        </a:lnTo>
                        <a:lnTo>
                          <a:pt x="476059" y="238315"/>
                        </a:lnTo>
                        <a:lnTo>
                          <a:pt x="476059" y="268034"/>
                        </a:lnTo>
                        <a:lnTo>
                          <a:pt x="297466" y="268034"/>
                        </a:lnTo>
                        <a:lnTo>
                          <a:pt x="297466" y="297752"/>
                        </a:lnTo>
                        <a:lnTo>
                          <a:pt x="89059" y="297752"/>
                        </a:lnTo>
                        <a:close/>
                        <a:moveTo>
                          <a:pt x="148590" y="416814"/>
                        </a:moveTo>
                        <a:lnTo>
                          <a:pt x="148590" y="387096"/>
                        </a:lnTo>
                        <a:lnTo>
                          <a:pt x="356997" y="387096"/>
                        </a:lnTo>
                        <a:lnTo>
                          <a:pt x="356997" y="357378"/>
                        </a:lnTo>
                        <a:lnTo>
                          <a:pt x="535591" y="357378"/>
                        </a:lnTo>
                        <a:lnTo>
                          <a:pt x="535591" y="327660"/>
                        </a:lnTo>
                        <a:lnTo>
                          <a:pt x="743998" y="327660"/>
                        </a:lnTo>
                        <a:lnTo>
                          <a:pt x="743998" y="357378"/>
                        </a:lnTo>
                        <a:lnTo>
                          <a:pt x="535591" y="357378"/>
                        </a:lnTo>
                        <a:lnTo>
                          <a:pt x="535591" y="387096"/>
                        </a:lnTo>
                        <a:lnTo>
                          <a:pt x="356997" y="387096"/>
                        </a:lnTo>
                        <a:lnTo>
                          <a:pt x="356997" y="416814"/>
                        </a:lnTo>
                        <a:lnTo>
                          <a:pt x="148590" y="416814"/>
                        </a:lnTo>
                        <a:close/>
                        <a:moveTo>
                          <a:pt x="773620" y="833533"/>
                        </a:moveTo>
                        <a:lnTo>
                          <a:pt x="565213" y="833533"/>
                        </a:lnTo>
                        <a:lnTo>
                          <a:pt x="565213" y="863251"/>
                        </a:lnTo>
                        <a:lnTo>
                          <a:pt x="386620" y="863251"/>
                        </a:lnTo>
                        <a:lnTo>
                          <a:pt x="386620" y="892969"/>
                        </a:lnTo>
                        <a:lnTo>
                          <a:pt x="178213" y="892969"/>
                        </a:lnTo>
                        <a:lnTo>
                          <a:pt x="178213" y="863251"/>
                        </a:lnTo>
                        <a:lnTo>
                          <a:pt x="386620" y="863251"/>
                        </a:lnTo>
                        <a:lnTo>
                          <a:pt x="386620" y="833533"/>
                        </a:lnTo>
                        <a:lnTo>
                          <a:pt x="565213" y="833533"/>
                        </a:lnTo>
                        <a:lnTo>
                          <a:pt x="565213" y="803815"/>
                        </a:lnTo>
                        <a:lnTo>
                          <a:pt x="773620" y="803815"/>
                        </a:lnTo>
                        <a:lnTo>
                          <a:pt x="773620" y="833533"/>
                        </a:lnTo>
                        <a:close/>
                        <a:moveTo>
                          <a:pt x="803339" y="714470"/>
                        </a:moveTo>
                        <a:lnTo>
                          <a:pt x="594932" y="714470"/>
                        </a:lnTo>
                        <a:lnTo>
                          <a:pt x="594932" y="744188"/>
                        </a:lnTo>
                        <a:lnTo>
                          <a:pt x="416338" y="744188"/>
                        </a:lnTo>
                        <a:lnTo>
                          <a:pt x="416338" y="773906"/>
                        </a:lnTo>
                        <a:lnTo>
                          <a:pt x="207931" y="773906"/>
                        </a:lnTo>
                        <a:lnTo>
                          <a:pt x="207931" y="744188"/>
                        </a:lnTo>
                        <a:lnTo>
                          <a:pt x="416338" y="744188"/>
                        </a:lnTo>
                        <a:lnTo>
                          <a:pt x="416338" y="714470"/>
                        </a:lnTo>
                        <a:lnTo>
                          <a:pt x="594932" y="714470"/>
                        </a:lnTo>
                        <a:lnTo>
                          <a:pt x="594932" y="684752"/>
                        </a:lnTo>
                        <a:lnTo>
                          <a:pt x="803339" y="684752"/>
                        </a:lnTo>
                        <a:lnTo>
                          <a:pt x="803339" y="714470"/>
                        </a:lnTo>
                        <a:close/>
                        <a:moveTo>
                          <a:pt x="833057" y="595408"/>
                        </a:moveTo>
                        <a:lnTo>
                          <a:pt x="624650" y="595408"/>
                        </a:lnTo>
                        <a:lnTo>
                          <a:pt x="624650" y="625126"/>
                        </a:lnTo>
                        <a:lnTo>
                          <a:pt x="446056" y="625126"/>
                        </a:lnTo>
                        <a:lnTo>
                          <a:pt x="446056" y="654844"/>
                        </a:lnTo>
                        <a:lnTo>
                          <a:pt x="237649" y="654844"/>
                        </a:lnTo>
                        <a:lnTo>
                          <a:pt x="237649" y="625126"/>
                        </a:lnTo>
                        <a:lnTo>
                          <a:pt x="446056" y="625126"/>
                        </a:lnTo>
                        <a:lnTo>
                          <a:pt x="446056" y="595408"/>
                        </a:lnTo>
                        <a:lnTo>
                          <a:pt x="624650" y="595408"/>
                        </a:lnTo>
                        <a:lnTo>
                          <a:pt x="624650" y="565690"/>
                        </a:lnTo>
                        <a:lnTo>
                          <a:pt x="833057" y="565690"/>
                        </a:lnTo>
                        <a:lnTo>
                          <a:pt x="833057" y="59540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26"/>
                  <p:cNvSpPr/>
                  <p:nvPr/>
                </p:nvSpPr>
                <p:spPr>
                  <a:xfrm>
                    <a:off x="5112543" y="2684906"/>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26"/>
                  <p:cNvSpPr/>
                  <p:nvPr/>
                </p:nvSpPr>
                <p:spPr>
                  <a:xfrm>
                    <a:off x="4487418" y="1762124"/>
                    <a:ext cx="297656" cy="29717"/>
                  </a:xfrm>
                  <a:custGeom>
                    <a:avLst/>
                    <a:gdLst/>
                    <a:ahLst/>
                    <a:cxnLst/>
                    <a:rect l="l" t="t" r="r" b="b"/>
                    <a:pathLst>
                      <a:path w="297656" h="29717" extrusionOk="0">
                        <a:moveTo>
                          <a:pt x="0" y="0"/>
                        </a:moveTo>
                        <a:lnTo>
                          <a:pt x="297656" y="0"/>
                        </a:lnTo>
                        <a:lnTo>
                          <a:pt x="297656"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26"/>
                  <p:cNvSpPr/>
                  <p:nvPr/>
                </p:nvSpPr>
                <p:spPr>
                  <a:xfrm>
                    <a:off x="4785169" y="1732406"/>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26"/>
                  <p:cNvSpPr/>
                  <p:nvPr/>
                </p:nvSpPr>
                <p:spPr>
                  <a:xfrm>
                    <a:off x="4517231" y="1732406"/>
                    <a:ext cx="803624" cy="178498"/>
                  </a:xfrm>
                  <a:custGeom>
                    <a:avLst/>
                    <a:gdLst/>
                    <a:ahLst/>
                    <a:cxnLst/>
                    <a:rect l="l" t="t" r="r" b="b"/>
                    <a:pathLst>
                      <a:path w="803624" h="178498" extrusionOk="0">
                        <a:moveTo>
                          <a:pt x="803624" y="29718"/>
                        </a:moveTo>
                        <a:lnTo>
                          <a:pt x="803624" y="89249"/>
                        </a:lnTo>
                        <a:lnTo>
                          <a:pt x="773906" y="89249"/>
                        </a:lnTo>
                        <a:lnTo>
                          <a:pt x="773906" y="119063"/>
                        </a:lnTo>
                        <a:lnTo>
                          <a:pt x="506063" y="119063"/>
                        </a:lnTo>
                        <a:lnTo>
                          <a:pt x="506063" y="148780"/>
                        </a:lnTo>
                        <a:lnTo>
                          <a:pt x="267938" y="148780"/>
                        </a:lnTo>
                        <a:lnTo>
                          <a:pt x="267938" y="178498"/>
                        </a:lnTo>
                        <a:lnTo>
                          <a:pt x="0" y="178498"/>
                        </a:lnTo>
                        <a:lnTo>
                          <a:pt x="0" y="148780"/>
                        </a:lnTo>
                        <a:lnTo>
                          <a:pt x="29813" y="148780"/>
                        </a:lnTo>
                        <a:lnTo>
                          <a:pt x="29813" y="89249"/>
                        </a:lnTo>
                        <a:lnTo>
                          <a:pt x="0" y="89249"/>
                        </a:lnTo>
                        <a:lnTo>
                          <a:pt x="0" y="59436"/>
                        </a:lnTo>
                        <a:lnTo>
                          <a:pt x="267938" y="59436"/>
                        </a:lnTo>
                        <a:lnTo>
                          <a:pt x="267938" y="29718"/>
                        </a:lnTo>
                        <a:lnTo>
                          <a:pt x="506063" y="29718"/>
                        </a:lnTo>
                        <a:lnTo>
                          <a:pt x="506063" y="0"/>
                        </a:lnTo>
                        <a:lnTo>
                          <a:pt x="773906" y="0"/>
                        </a:lnTo>
                        <a:lnTo>
                          <a:pt x="773906" y="29718"/>
                        </a:lnTo>
                        <a:lnTo>
                          <a:pt x="803624"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26"/>
                  <p:cNvSpPr/>
                  <p:nvPr/>
                </p:nvSpPr>
                <p:spPr>
                  <a:xfrm>
                    <a:off x="5023294" y="1702593"/>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26"/>
                  <p:cNvSpPr/>
                  <p:nvPr/>
                </p:nvSpPr>
                <p:spPr>
                  <a:xfrm>
                    <a:off x="4457700" y="179184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 name="Google Shape;555;p26"/>
                  <p:cNvSpPr/>
                  <p:nvPr/>
                </p:nvSpPr>
                <p:spPr>
                  <a:xfrm>
                    <a:off x="4457700" y="1762124"/>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26"/>
                  <p:cNvSpPr/>
                  <p:nvPr/>
                </p:nvSpPr>
                <p:spPr>
                  <a:xfrm>
                    <a:off x="4963668" y="259556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26"/>
                  <p:cNvSpPr/>
                  <p:nvPr/>
                </p:nvSpPr>
                <p:spPr>
                  <a:xfrm>
                    <a:off x="4517231" y="1910905"/>
                    <a:ext cx="29717" cy="148780"/>
                  </a:xfrm>
                  <a:custGeom>
                    <a:avLst/>
                    <a:gdLst/>
                    <a:ahLst/>
                    <a:cxnLst/>
                    <a:rect l="l" t="t" r="r" b="b"/>
                    <a:pathLst>
                      <a:path w="29717"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26"/>
                  <p:cNvSpPr/>
                  <p:nvPr/>
                </p:nvSpPr>
                <p:spPr>
                  <a:xfrm>
                    <a:off x="5261419" y="1851469"/>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26"/>
                  <p:cNvSpPr/>
                  <p:nvPr/>
                </p:nvSpPr>
                <p:spPr>
                  <a:xfrm>
                    <a:off x="4368355"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60" name="Google Shape;560;p26"/>
                <p:cNvSpPr/>
                <p:nvPr/>
              </p:nvSpPr>
              <p:spPr>
                <a:xfrm>
                  <a:off x="463629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26"/>
                <p:cNvSpPr/>
                <p:nvPr/>
              </p:nvSpPr>
              <p:spPr>
                <a:xfrm>
                  <a:off x="5350668"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26"/>
                <p:cNvSpPr/>
                <p:nvPr/>
              </p:nvSpPr>
              <p:spPr>
                <a:xfrm>
                  <a:off x="4695825"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26"/>
                <p:cNvSpPr/>
                <p:nvPr/>
              </p:nvSpPr>
              <p:spPr>
                <a:xfrm>
                  <a:off x="5380482"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 name="Google Shape;564;p26"/>
                <p:cNvSpPr/>
                <p:nvPr/>
              </p:nvSpPr>
              <p:spPr>
                <a:xfrm>
                  <a:off x="5410200"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26"/>
                <p:cNvSpPr/>
                <p:nvPr/>
              </p:nvSpPr>
              <p:spPr>
                <a:xfrm>
                  <a:off x="5380482" y="23277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26"/>
                <p:cNvSpPr/>
                <p:nvPr/>
              </p:nvSpPr>
              <p:spPr>
                <a:xfrm>
                  <a:off x="4695825" y="280396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26"/>
                <p:cNvSpPr/>
                <p:nvPr/>
              </p:nvSpPr>
              <p:spPr>
                <a:xfrm>
                  <a:off x="4547044" y="1940718"/>
                  <a:ext cx="238124" cy="29717"/>
                </a:xfrm>
                <a:custGeom>
                  <a:avLst/>
                  <a:gdLst/>
                  <a:ahLst/>
                  <a:cxnLst/>
                  <a:rect l="l" t="t" r="r" b="b"/>
                  <a:pathLst>
                    <a:path w="238124"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26"/>
                <p:cNvSpPr/>
                <p:nvPr/>
              </p:nvSpPr>
              <p:spPr>
                <a:xfrm>
                  <a:off x="4785169" y="1910905"/>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26"/>
                <p:cNvSpPr/>
                <p:nvPr/>
              </p:nvSpPr>
              <p:spPr>
                <a:xfrm>
                  <a:off x="5023294" y="1881187"/>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26"/>
                <p:cNvSpPr/>
                <p:nvPr/>
              </p:nvSpPr>
              <p:spPr>
                <a:xfrm>
                  <a:off x="4814887" y="1940718"/>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26"/>
                <p:cNvSpPr/>
                <p:nvPr/>
              </p:nvSpPr>
              <p:spPr>
                <a:xfrm>
                  <a:off x="4695825" y="1970531"/>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26"/>
                <p:cNvSpPr/>
                <p:nvPr/>
              </p:nvSpPr>
              <p:spPr>
                <a:xfrm>
                  <a:off x="4547044" y="197053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26"/>
                <p:cNvSpPr/>
                <p:nvPr/>
              </p:nvSpPr>
              <p:spPr>
                <a:xfrm>
                  <a:off x="4933950"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26"/>
                <p:cNvSpPr/>
                <p:nvPr/>
              </p:nvSpPr>
              <p:spPr>
                <a:xfrm>
                  <a:off x="4636293"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26"/>
                <p:cNvSpPr/>
                <p:nvPr/>
              </p:nvSpPr>
              <p:spPr>
                <a:xfrm>
                  <a:off x="5053012"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26"/>
                <p:cNvSpPr/>
                <p:nvPr/>
              </p:nvSpPr>
              <p:spPr>
                <a:xfrm>
                  <a:off x="5142357"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26"/>
                <p:cNvSpPr/>
                <p:nvPr/>
              </p:nvSpPr>
              <p:spPr>
                <a:xfrm>
                  <a:off x="5231606" y="1910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26"/>
                <p:cNvSpPr/>
                <p:nvPr/>
              </p:nvSpPr>
              <p:spPr>
                <a:xfrm>
                  <a:off x="4963668" y="2774155"/>
                  <a:ext cx="148780" cy="29718"/>
                </a:xfrm>
                <a:custGeom>
                  <a:avLst/>
                  <a:gdLst/>
                  <a:ahLst/>
                  <a:cxnLst/>
                  <a:rect l="l" t="t" r="r" b="b"/>
                  <a:pathLst>
                    <a:path w="148780" h="29718" extrusionOk="0">
                      <a:moveTo>
                        <a:pt x="0" y="0"/>
                      </a:moveTo>
                      <a:lnTo>
                        <a:pt x="148781" y="0"/>
                      </a:lnTo>
                      <a:lnTo>
                        <a:pt x="14878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26"/>
                <p:cNvSpPr/>
                <p:nvPr/>
              </p:nvSpPr>
              <p:spPr>
                <a:xfrm>
                  <a:off x="4844605"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26"/>
                <p:cNvSpPr/>
                <p:nvPr/>
              </p:nvSpPr>
              <p:spPr>
                <a:xfrm>
                  <a:off x="5142357" y="274434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26"/>
                <p:cNvSpPr/>
                <p:nvPr/>
              </p:nvSpPr>
              <p:spPr>
                <a:xfrm>
                  <a:off x="5231606"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26"/>
                <p:cNvSpPr/>
                <p:nvPr/>
              </p:nvSpPr>
              <p:spPr>
                <a:xfrm>
                  <a:off x="5320855"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26"/>
                <p:cNvSpPr/>
                <p:nvPr/>
              </p:nvSpPr>
              <p:spPr>
                <a:xfrm>
                  <a:off x="5291137"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26"/>
                <p:cNvSpPr/>
                <p:nvPr/>
              </p:nvSpPr>
              <p:spPr>
                <a:xfrm>
                  <a:off x="5053012"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26"/>
                <p:cNvSpPr/>
                <p:nvPr/>
              </p:nvSpPr>
              <p:spPr>
                <a:xfrm>
                  <a:off x="4993481"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26"/>
                <p:cNvSpPr/>
                <p:nvPr/>
              </p:nvSpPr>
              <p:spPr>
                <a:xfrm>
                  <a:off x="4963668"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26"/>
                <p:cNvSpPr/>
                <p:nvPr/>
              </p:nvSpPr>
              <p:spPr>
                <a:xfrm>
                  <a:off x="4666107"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26"/>
                <p:cNvSpPr/>
                <p:nvPr/>
              </p:nvSpPr>
              <p:spPr>
                <a:xfrm>
                  <a:off x="4785169" y="2803969"/>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rgbClr val="DD58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26"/>
                <p:cNvSpPr/>
                <p:nvPr/>
              </p:nvSpPr>
              <p:spPr>
                <a:xfrm>
                  <a:off x="463629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26"/>
                <p:cNvSpPr/>
                <p:nvPr/>
              </p:nvSpPr>
              <p:spPr>
                <a:xfrm>
                  <a:off x="4666107"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8C07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26"/>
                <p:cNvSpPr/>
                <p:nvPr/>
              </p:nvSpPr>
              <p:spPr>
                <a:xfrm>
                  <a:off x="4666107" y="2714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26"/>
                <p:cNvSpPr/>
                <p:nvPr/>
              </p:nvSpPr>
              <p:spPr>
                <a:xfrm>
                  <a:off x="463629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26"/>
                <p:cNvSpPr/>
                <p:nvPr/>
              </p:nvSpPr>
              <p:spPr>
                <a:xfrm>
                  <a:off x="466610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6"/>
                <p:cNvSpPr/>
                <p:nvPr/>
              </p:nvSpPr>
              <p:spPr>
                <a:xfrm>
                  <a:off x="4695825"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6"/>
                <p:cNvSpPr/>
                <p:nvPr/>
              </p:nvSpPr>
              <p:spPr>
                <a:xfrm>
                  <a:off x="538048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6"/>
                <p:cNvSpPr/>
                <p:nvPr/>
              </p:nvSpPr>
              <p:spPr>
                <a:xfrm>
                  <a:off x="4606480"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26"/>
                <p:cNvSpPr/>
                <p:nvPr/>
              </p:nvSpPr>
              <p:spPr>
                <a:xfrm>
                  <a:off x="5142357" y="1821655"/>
                  <a:ext cx="148780" cy="29717"/>
                </a:xfrm>
                <a:custGeom>
                  <a:avLst/>
                  <a:gdLst/>
                  <a:ahLst/>
                  <a:cxnLst/>
                  <a:rect l="l" t="t" r="r" b="b"/>
                  <a:pathLst>
                    <a:path w="148780" h="29717" extrusionOk="0">
                      <a:moveTo>
                        <a:pt x="0" y="0"/>
                      </a:moveTo>
                      <a:lnTo>
                        <a:pt x="148781" y="0"/>
                      </a:lnTo>
                      <a:lnTo>
                        <a:pt x="14878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26"/>
                <p:cNvSpPr/>
                <p:nvPr/>
              </p:nvSpPr>
              <p:spPr>
                <a:xfrm>
                  <a:off x="5350668"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26"/>
                <p:cNvSpPr/>
                <p:nvPr/>
              </p:nvSpPr>
              <p:spPr>
                <a:xfrm>
                  <a:off x="4695825" y="1881187"/>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26"/>
                <p:cNvSpPr/>
                <p:nvPr/>
              </p:nvSpPr>
              <p:spPr>
                <a:xfrm>
                  <a:off x="4517231" y="1881187"/>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6"/>
                <p:cNvSpPr/>
                <p:nvPr/>
              </p:nvSpPr>
              <p:spPr>
                <a:xfrm>
                  <a:off x="4844605" y="1851469"/>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6"/>
                <p:cNvSpPr/>
                <p:nvPr/>
              </p:nvSpPr>
              <p:spPr>
                <a:xfrm>
                  <a:off x="4695825" y="2536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6"/>
                <p:cNvSpPr/>
                <p:nvPr/>
              </p:nvSpPr>
              <p:spPr>
                <a:xfrm>
                  <a:off x="4666107"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4" name="Google Shape;604;p26"/>
              <p:cNvGrpSpPr/>
              <p:nvPr/>
            </p:nvGrpSpPr>
            <p:grpSpPr>
              <a:xfrm>
                <a:off x="4993481" y="1434655"/>
                <a:ext cx="892969" cy="1012031"/>
                <a:chOff x="4993481" y="1434655"/>
                <a:chExt cx="892969" cy="1012031"/>
              </a:xfrm>
            </p:grpSpPr>
            <p:grpSp>
              <p:nvGrpSpPr>
                <p:cNvPr id="605" name="Google Shape;605;p26"/>
                <p:cNvGrpSpPr/>
                <p:nvPr/>
              </p:nvGrpSpPr>
              <p:grpSpPr>
                <a:xfrm>
                  <a:off x="4993481" y="1434655"/>
                  <a:ext cx="892969" cy="922782"/>
                  <a:chOff x="4993481" y="1434655"/>
                  <a:chExt cx="892969" cy="922782"/>
                </a:xfrm>
              </p:grpSpPr>
              <p:sp>
                <p:nvSpPr>
                  <p:cNvPr id="606" name="Google Shape;606;p26"/>
                  <p:cNvSpPr/>
                  <p:nvPr/>
                </p:nvSpPr>
                <p:spPr>
                  <a:xfrm>
                    <a:off x="49934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26"/>
                  <p:cNvSpPr/>
                  <p:nvPr/>
                </p:nvSpPr>
                <p:spPr>
                  <a:xfrm>
                    <a:off x="50530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26"/>
                  <p:cNvSpPr/>
                  <p:nvPr/>
                </p:nvSpPr>
                <p:spPr>
                  <a:xfrm>
                    <a:off x="5023294"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6"/>
                  <p:cNvSpPr/>
                  <p:nvPr/>
                </p:nvSpPr>
                <p:spPr>
                  <a:xfrm>
                    <a:off x="5112543"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6"/>
                  <p:cNvSpPr/>
                  <p:nvPr/>
                </p:nvSpPr>
                <p:spPr>
                  <a:xfrm>
                    <a:off x="514235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26"/>
                  <p:cNvSpPr/>
                  <p:nvPr/>
                </p:nvSpPr>
                <p:spPr>
                  <a:xfrm>
                    <a:off x="5172075"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26"/>
                  <p:cNvSpPr/>
                  <p:nvPr/>
                </p:nvSpPr>
                <p:spPr>
                  <a:xfrm>
                    <a:off x="5201793"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6"/>
                  <p:cNvSpPr/>
                  <p:nvPr/>
                </p:nvSpPr>
                <p:spPr>
                  <a:xfrm>
                    <a:off x="5261419"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26"/>
                  <p:cNvSpPr/>
                  <p:nvPr/>
                </p:nvSpPr>
                <p:spPr>
                  <a:xfrm>
                    <a:off x="529113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26"/>
                  <p:cNvSpPr/>
                  <p:nvPr/>
                </p:nvSpPr>
                <p:spPr>
                  <a:xfrm>
                    <a:off x="5320855"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6"/>
                  <p:cNvSpPr/>
                  <p:nvPr/>
                </p:nvSpPr>
                <p:spPr>
                  <a:xfrm>
                    <a:off x="5350668"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6"/>
                  <p:cNvSpPr/>
                  <p:nvPr/>
                </p:nvSpPr>
                <p:spPr>
                  <a:xfrm>
                    <a:off x="5380482"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26"/>
                  <p:cNvSpPr/>
                  <p:nvPr/>
                </p:nvSpPr>
                <p:spPr>
                  <a:xfrm>
                    <a:off x="5410200"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26"/>
                  <p:cNvSpPr/>
                  <p:nvPr/>
                </p:nvSpPr>
                <p:spPr>
                  <a:xfrm>
                    <a:off x="5439918"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26"/>
                  <p:cNvSpPr/>
                  <p:nvPr/>
                </p:nvSpPr>
                <p:spPr>
                  <a:xfrm>
                    <a:off x="5469731"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26"/>
                  <p:cNvSpPr/>
                  <p:nvPr/>
                </p:nvSpPr>
                <p:spPr>
                  <a:xfrm>
                    <a:off x="5499544"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26"/>
                  <p:cNvSpPr/>
                  <p:nvPr/>
                </p:nvSpPr>
                <p:spPr>
                  <a:xfrm>
                    <a:off x="5201793"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26"/>
                  <p:cNvSpPr/>
                  <p:nvPr/>
                </p:nvSpPr>
                <p:spPr>
                  <a:xfrm>
                    <a:off x="5231606"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26"/>
                  <p:cNvSpPr/>
                  <p:nvPr/>
                </p:nvSpPr>
                <p:spPr>
                  <a:xfrm>
                    <a:off x="5261419"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26"/>
                  <p:cNvSpPr/>
                  <p:nvPr/>
                </p:nvSpPr>
                <p:spPr>
                  <a:xfrm>
                    <a:off x="529113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6"/>
                  <p:cNvSpPr/>
                  <p:nvPr/>
                </p:nvSpPr>
                <p:spPr>
                  <a:xfrm>
                    <a:off x="5320855"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6"/>
                  <p:cNvSpPr/>
                  <p:nvPr/>
                </p:nvSpPr>
                <p:spPr>
                  <a:xfrm>
                    <a:off x="535066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26"/>
                  <p:cNvSpPr/>
                  <p:nvPr/>
                </p:nvSpPr>
                <p:spPr>
                  <a:xfrm>
                    <a:off x="538048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26"/>
                  <p:cNvSpPr/>
                  <p:nvPr/>
                </p:nvSpPr>
                <p:spPr>
                  <a:xfrm>
                    <a:off x="5410200"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26"/>
                  <p:cNvSpPr/>
                  <p:nvPr/>
                </p:nvSpPr>
                <p:spPr>
                  <a:xfrm>
                    <a:off x="5439918"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26"/>
                  <p:cNvSpPr/>
                  <p:nvPr/>
                </p:nvSpPr>
                <p:spPr>
                  <a:xfrm>
                    <a:off x="51125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26"/>
                  <p:cNvSpPr/>
                  <p:nvPr/>
                </p:nvSpPr>
                <p:spPr>
                  <a:xfrm>
                    <a:off x="5082730"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6"/>
                  <p:cNvSpPr/>
                  <p:nvPr/>
                </p:nvSpPr>
                <p:spPr>
                  <a:xfrm>
                    <a:off x="4993481"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26"/>
                  <p:cNvSpPr/>
                  <p:nvPr/>
                </p:nvSpPr>
                <p:spPr>
                  <a:xfrm>
                    <a:off x="5053012"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26"/>
                  <p:cNvSpPr/>
                  <p:nvPr/>
                </p:nvSpPr>
                <p:spPr>
                  <a:xfrm>
                    <a:off x="511254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6"/>
                  <p:cNvSpPr/>
                  <p:nvPr/>
                </p:nvSpPr>
                <p:spPr>
                  <a:xfrm>
                    <a:off x="514235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26"/>
                  <p:cNvSpPr/>
                  <p:nvPr/>
                </p:nvSpPr>
                <p:spPr>
                  <a:xfrm>
                    <a:off x="5291137"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26"/>
                  <p:cNvSpPr/>
                  <p:nvPr/>
                </p:nvSpPr>
                <p:spPr>
                  <a:xfrm>
                    <a:off x="514235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6"/>
                  <p:cNvSpPr/>
                  <p:nvPr/>
                </p:nvSpPr>
                <p:spPr>
                  <a:xfrm>
                    <a:off x="5172075"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26"/>
                  <p:cNvSpPr/>
                  <p:nvPr/>
                </p:nvSpPr>
                <p:spPr>
                  <a:xfrm>
                    <a:off x="5201793"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26"/>
                  <p:cNvSpPr/>
                  <p:nvPr/>
                </p:nvSpPr>
                <p:spPr>
                  <a:xfrm>
                    <a:off x="5231606"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26"/>
                  <p:cNvSpPr/>
                  <p:nvPr/>
                </p:nvSpPr>
                <p:spPr>
                  <a:xfrm>
                    <a:off x="5261419"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26"/>
                  <p:cNvSpPr/>
                  <p:nvPr/>
                </p:nvSpPr>
                <p:spPr>
                  <a:xfrm>
                    <a:off x="5023294" y="2119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26"/>
                  <p:cNvSpPr/>
                  <p:nvPr/>
                </p:nvSpPr>
                <p:spPr>
                  <a:xfrm>
                    <a:off x="508273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26"/>
                  <p:cNvSpPr/>
                  <p:nvPr/>
                </p:nvSpPr>
                <p:spPr>
                  <a:xfrm>
                    <a:off x="5142357" y="22680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6"/>
                  <p:cNvSpPr/>
                  <p:nvPr/>
                </p:nvSpPr>
                <p:spPr>
                  <a:xfrm>
                    <a:off x="5529262"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6"/>
                  <p:cNvSpPr/>
                  <p:nvPr/>
                </p:nvSpPr>
                <p:spPr>
                  <a:xfrm>
                    <a:off x="5558980" y="1910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6"/>
                  <p:cNvSpPr/>
                  <p:nvPr/>
                </p:nvSpPr>
                <p:spPr>
                  <a:xfrm>
                    <a:off x="5588793"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26"/>
                  <p:cNvSpPr/>
                  <p:nvPr/>
                </p:nvSpPr>
                <p:spPr>
                  <a:xfrm>
                    <a:off x="555898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26"/>
                  <p:cNvSpPr/>
                  <p:nvPr/>
                </p:nvSpPr>
                <p:spPr>
                  <a:xfrm>
                    <a:off x="5648325"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6"/>
                  <p:cNvSpPr/>
                  <p:nvPr/>
                </p:nvSpPr>
                <p:spPr>
                  <a:xfrm>
                    <a:off x="561860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26"/>
                  <p:cNvSpPr/>
                  <p:nvPr/>
                </p:nvSpPr>
                <p:spPr>
                  <a:xfrm>
                    <a:off x="5588793" y="2089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26"/>
                  <p:cNvSpPr/>
                  <p:nvPr/>
                </p:nvSpPr>
                <p:spPr>
                  <a:xfrm>
                    <a:off x="5231606"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26"/>
                  <p:cNvSpPr/>
                  <p:nvPr/>
                </p:nvSpPr>
                <p:spPr>
                  <a:xfrm>
                    <a:off x="5231606"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6"/>
                  <p:cNvSpPr/>
                  <p:nvPr/>
                </p:nvSpPr>
                <p:spPr>
                  <a:xfrm>
                    <a:off x="5261419"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26"/>
                  <p:cNvSpPr/>
                  <p:nvPr/>
                </p:nvSpPr>
                <p:spPr>
                  <a:xfrm>
                    <a:off x="5201793"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26"/>
                  <p:cNvSpPr/>
                  <p:nvPr/>
                </p:nvSpPr>
                <p:spPr>
                  <a:xfrm>
                    <a:off x="5261419" y="1762124"/>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26"/>
                  <p:cNvSpPr/>
                  <p:nvPr/>
                </p:nvSpPr>
                <p:spPr>
                  <a:xfrm>
                    <a:off x="5350668" y="173240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26"/>
                  <p:cNvSpPr/>
                  <p:nvPr/>
                </p:nvSpPr>
                <p:spPr>
                  <a:xfrm>
                    <a:off x="5291137" y="170259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26"/>
                  <p:cNvSpPr/>
                  <p:nvPr/>
                </p:nvSpPr>
                <p:spPr>
                  <a:xfrm>
                    <a:off x="5320855"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26"/>
                  <p:cNvSpPr/>
                  <p:nvPr/>
                </p:nvSpPr>
                <p:spPr>
                  <a:xfrm>
                    <a:off x="5350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6"/>
                  <p:cNvSpPr/>
                  <p:nvPr/>
                </p:nvSpPr>
                <p:spPr>
                  <a:xfrm>
                    <a:off x="5410200" y="1762124"/>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6"/>
                  <p:cNvSpPr/>
                  <p:nvPr/>
                </p:nvSpPr>
                <p:spPr>
                  <a:xfrm>
                    <a:off x="5529262" y="1851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4" name="Google Shape;664;p26"/>
                  <p:cNvSpPr/>
                  <p:nvPr/>
                </p:nvSpPr>
                <p:spPr>
                  <a:xfrm>
                    <a:off x="5558980" y="1791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5" name="Google Shape;665;p26"/>
                  <p:cNvSpPr/>
                  <p:nvPr/>
                </p:nvSpPr>
                <p:spPr>
                  <a:xfrm>
                    <a:off x="5588793"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6"/>
                  <p:cNvSpPr/>
                  <p:nvPr/>
                </p:nvSpPr>
                <p:spPr>
                  <a:xfrm>
                    <a:off x="552926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26"/>
                  <p:cNvSpPr/>
                  <p:nvPr/>
                </p:nvSpPr>
                <p:spPr>
                  <a:xfrm>
                    <a:off x="5558980"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8" name="Google Shape;668;p26"/>
                  <p:cNvSpPr/>
                  <p:nvPr/>
                </p:nvSpPr>
                <p:spPr>
                  <a:xfrm>
                    <a:off x="5588793"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6"/>
                  <p:cNvSpPr/>
                  <p:nvPr/>
                </p:nvSpPr>
                <p:spPr>
                  <a:xfrm>
                    <a:off x="5618607"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6"/>
                  <p:cNvSpPr/>
                  <p:nvPr/>
                </p:nvSpPr>
                <p:spPr>
                  <a:xfrm>
                    <a:off x="5678043"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6"/>
                  <p:cNvSpPr/>
                  <p:nvPr/>
                </p:nvSpPr>
                <p:spPr>
                  <a:xfrm>
                    <a:off x="5767387"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6"/>
                  <p:cNvSpPr/>
                  <p:nvPr/>
                </p:nvSpPr>
                <p:spPr>
                  <a:xfrm>
                    <a:off x="5678043" y="14942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26"/>
                  <p:cNvSpPr/>
                  <p:nvPr/>
                </p:nvSpPr>
                <p:spPr>
                  <a:xfrm>
                    <a:off x="5707856" y="14644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26"/>
                  <p:cNvSpPr/>
                  <p:nvPr/>
                </p:nvSpPr>
                <p:spPr>
                  <a:xfrm>
                    <a:off x="5797105" y="143465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6"/>
                  <p:cNvSpPr/>
                  <p:nvPr/>
                </p:nvSpPr>
                <p:spPr>
                  <a:xfrm>
                    <a:off x="5707856"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6"/>
                  <p:cNvSpPr/>
                  <p:nvPr/>
                </p:nvSpPr>
                <p:spPr>
                  <a:xfrm>
                    <a:off x="5737669"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26"/>
                  <p:cNvSpPr/>
                  <p:nvPr/>
                </p:nvSpPr>
                <p:spPr>
                  <a:xfrm>
                    <a:off x="5797105" y="149428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6"/>
                  <p:cNvSpPr/>
                  <p:nvPr/>
                </p:nvSpPr>
                <p:spPr>
                  <a:xfrm>
                    <a:off x="5767387"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6"/>
                  <p:cNvSpPr/>
                  <p:nvPr/>
                </p:nvSpPr>
                <p:spPr>
                  <a:xfrm>
                    <a:off x="5707856" y="1494281"/>
                    <a:ext cx="89249" cy="59435"/>
                  </a:xfrm>
                  <a:custGeom>
                    <a:avLst/>
                    <a:gdLst/>
                    <a:ahLst/>
                    <a:cxnLst/>
                    <a:rect l="l" t="t" r="r" b="b"/>
                    <a:pathLst>
                      <a:path w="89249" h="59435" extrusionOk="0">
                        <a:moveTo>
                          <a:pt x="89249" y="0"/>
                        </a:moveTo>
                        <a:lnTo>
                          <a:pt x="89249" y="29718"/>
                        </a:lnTo>
                        <a:lnTo>
                          <a:pt x="59531" y="29718"/>
                        </a:lnTo>
                        <a:lnTo>
                          <a:pt x="59531" y="59436"/>
                        </a:lnTo>
                        <a:lnTo>
                          <a:pt x="0" y="59436"/>
                        </a:lnTo>
                        <a:lnTo>
                          <a:pt x="0" y="0"/>
                        </a:lnTo>
                        <a:lnTo>
                          <a:pt x="89249"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26"/>
                  <p:cNvSpPr/>
                  <p:nvPr/>
                </p:nvSpPr>
                <p:spPr>
                  <a:xfrm>
                    <a:off x="5737669"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1" name="Google Shape;681;p26"/>
                  <p:cNvSpPr/>
                  <p:nvPr/>
                </p:nvSpPr>
                <p:spPr>
                  <a:xfrm>
                    <a:off x="5767387" y="1523999"/>
                    <a:ext cx="59531" cy="89344"/>
                  </a:xfrm>
                  <a:custGeom>
                    <a:avLst/>
                    <a:gdLst/>
                    <a:ahLst/>
                    <a:cxnLst/>
                    <a:rect l="l" t="t" r="r" b="b"/>
                    <a:pathLst>
                      <a:path w="59531" h="89344" extrusionOk="0">
                        <a:moveTo>
                          <a:pt x="59531" y="0"/>
                        </a:moveTo>
                        <a:lnTo>
                          <a:pt x="59531" y="89344"/>
                        </a:lnTo>
                        <a:lnTo>
                          <a:pt x="0" y="89344"/>
                        </a:lnTo>
                        <a:lnTo>
                          <a:pt x="0" y="29718"/>
                        </a:lnTo>
                        <a:lnTo>
                          <a:pt x="29718" y="29718"/>
                        </a:lnTo>
                        <a:lnTo>
                          <a:pt x="29718" y="0"/>
                        </a:lnTo>
                        <a:lnTo>
                          <a:pt x="59531"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2" name="Google Shape;682;p26"/>
                  <p:cNvSpPr/>
                  <p:nvPr/>
                </p:nvSpPr>
                <p:spPr>
                  <a:xfrm>
                    <a:off x="5826918" y="15239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3" name="Google Shape;683;p26"/>
                  <p:cNvSpPr/>
                  <p:nvPr/>
                </p:nvSpPr>
                <p:spPr>
                  <a:xfrm>
                    <a:off x="5797105" y="1464468"/>
                    <a:ext cx="59626" cy="59531"/>
                  </a:xfrm>
                  <a:custGeom>
                    <a:avLst/>
                    <a:gdLst/>
                    <a:ahLst/>
                    <a:cxnLst/>
                    <a:rect l="l" t="t" r="r" b="b"/>
                    <a:pathLst>
                      <a:path w="59626" h="59531" extrusionOk="0">
                        <a:moveTo>
                          <a:pt x="59627" y="0"/>
                        </a:moveTo>
                        <a:lnTo>
                          <a:pt x="59627" y="59531"/>
                        </a:lnTo>
                        <a:lnTo>
                          <a:pt x="29813" y="59531"/>
                        </a:lnTo>
                        <a:lnTo>
                          <a:pt x="29813" y="29813"/>
                        </a:lnTo>
                        <a:lnTo>
                          <a:pt x="0" y="29813"/>
                        </a:lnTo>
                        <a:lnTo>
                          <a:pt x="0" y="0"/>
                        </a:lnTo>
                        <a:lnTo>
                          <a:pt x="59627"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4" name="Google Shape;684;p26"/>
                  <p:cNvSpPr/>
                  <p:nvPr/>
                </p:nvSpPr>
                <p:spPr>
                  <a:xfrm>
                    <a:off x="5856732" y="14346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6"/>
                  <p:cNvSpPr/>
                  <p:nvPr/>
                </p:nvSpPr>
                <p:spPr>
                  <a:xfrm>
                    <a:off x="5707856"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26"/>
                  <p:cNvSpPr/>
                  <p:nvPr/>
                </p:nvSpPr>
                <p:spPr>
                  <a:xfrm>
                    <a:off x="5678042" y="1553717"/>
                    <a:ext cx="89344" cy="89344"/>
                  </a:xfrm>
                  <a:custGeom>
                    <a:avLst/>
                    <a:gdLst/>
                    <a:ahLst/>
                    <a:cxnLst/>
                    <a:rect l="l" t="t" r="r" b="b"/>
                    <a:pathLst>
                      <a:path w="89344" h="89344" extrusionOk="0">
                        <a:moveTo>
                          <a:pt x="89345" y="59626"/>
                        </a:moveTo>
                        <a:lnTo>
                          <a:pt x="89345" y="89345"/>
                        </a:lnTo>
                        <a:lnTo>
                          <a:pt x="29813" y="89345"/>
                        </a:lnTo>
                        <a:lnTo>
                          <a:pt x="29813" y="59626"/>
                        </a:lnTo>
                        <a:lnTo>
                          <a:pt x="0" y="59626"/>
                        </a:lnTo>
                        <a:lnTo>
                          <a:pt x="0" y="0"/>
                        </a:lnTo>
                        <a:lnTo>
                          <a:pt x="29813" y="0"/>
                        </a:lnTo>
                        <a:lnTo>
                          <a:pt x="29813" y="29813"/>
                        </a:lnTo>
                        <a:lnTo>
                          <a:pt x="59627" y="29813"/>
                        </a:lnTo>
                        <a:lnTo>
                          <a:pt x="59627" y="59626"/>
                        </a:lnTo>
                        <a:lnTo>
                          <a:pt x="89345" y="5962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26"/>
                  <p:cNvSpPr/>
                  <p:nvPr/>
                </p:nvSpPr>
                <p:spPr>
                  <a:xfrm>
                    <a:off x="5648325"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6"/>
                  <p:cNvSpPr/>
                  <p:nvPr/>
                </p:nvSpPr>
                <p:spPr>
                  <a:xfrm>
                    <a:off x="561860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9" name="Google Shape;689;p26"/>
                  <p:cNvSpPr/>
                  <p:nvPr/>
                </p:nvSpPr>
                <p:spPr>
                  <a:xfrm>
                    <a:off x="564832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26"/>
                  <p:cNvSpPr/>
                  <p:nvPr/>
                </p:nvSpPr>
                <p:spPr>
                  <a:xfrm>
                    <a:off x="5678043"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6"/>
                  <p:cNvSpPr/>
                  <p:nvPr/>
                </p:nvSpPr>
                <p:spPr>
                  <a:xfrm>
                    <a:off x="5469731" y="173240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26"/>
                  <p:cNvSpPr/>
                  <p:nvPr/>
                </p:nvSpPr>
                <p:spPr>
                  <a:xfrm>
                    <a:off x="5499544"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3" name="Google Shape;693;p26"/>
                  <p:cNvSpPr/>
                  <p:nvPr/>
                </p:nvSpPr>
                <p:spPr>
                  <a:xfrm>
                    <a:off x="5469731" y="1613343"/>
                    <a:ext cx="238125" cy="238125"/>
                  </a:xfrm>
                  <a:custGeom>
                    <a:avLst/>
                    <a:gdLst/>
                    <a:ahLst/>
                    <a:cxnLst/>
                    <a:rect l="l" t="t" r="r" b="b"/>
                    <a:pathLst>
                      <a:path w="238125" h="238125" extrusionOk="0">
                        <a:moveTo>
                          <a:pt x="238125" y="29718"/>
                        </a:moveTo>
                        <a:lnTo>
                          <a:pt x="238125" y="59436"/>
                        </a:lnTo>
                        <a:lnTo>
                          <a:pt x="208312" y="59436"/>
                        </a:lnTo>
                        <a:lnTo>
                          <a:pt x="208312" y="89249"/>
                        </a:lnTo>
                        <a:lnTo>
                          <a:pt x="178594" y="89249"/>
                        </a:lnTo>
                        <a:lnTo>
                          <a:pt x="178594" y="119063"/>
                        </a:lnTo>
                        <a:lnTo>
                          <a:pt x="148876" y="119063"/>
                        </a:lnTo>
                        <a:lnTo>
                          <a:pt x="148876" y="148781"/>
                        </a:lnTo>
                        <a:lnTo>
                          <a:pt x="119063" y="148781"/>
                        </a:lnTo>
                        <a:lnTo>
                          <a:pt x="119063" y="178499"/>
                        </a:lnTo>
                        <a:lnTo>
                          <a:pt x="89249" y="178499"/>
                        </a:lnTo>
                        <a:lnTo>
                          <a:pt x="89249" y="238125"/>
                        </a:lnTo>
                        <a:lnTo>
                          <a:pt x="59531" y="238125"/>
                        </a:lnTo>
                        <a:lnTo>
                          <a:pt x="59531" y="208312"/>
                        </a:lnTo>
                        <a:lnTo>
                          <a:pt x="29813" y="208312"/>
                        </a:lnTo>
                        <a:lnTo>
                          <a:pt x="29813" y="178499"/>
                        </a:lnTo>
                        <a:lnTo>
                          <a:pt x="0" y="178499"/>
                        </a:lnTo>
                        <a:lnTo>
                          <a:pt x="0" y="148781"/>
                        </a:lnTo>
                        <a:lnTo>
                          <a:pt x="59531" y="148781"/>
                        </a:lnTo>
                        <a:lnTo>
                          <a:pt x="59531" y="119063"/>
                        </a:lnTo>
                        <a:lnTo>
                          <a:pt x="89249" y="119063"/>
                        </a:lnTo>
                        <a:lnTo>
                          <a:pt x="89249" y="89249"/>
                        </a:lnTo>
                        <a:lnTo>
                          <a:pt x="119063" y="89249"/>
                        </a:lnTo>
                        <a:lnTo>
                          <a:pt x="119063" y="59436"/>
                        </a:lnTo>
                        <a:lnTo>
                          <a:pt x="148876" y="59436"/>
                        </a:lnTo>
                        <a:lnTo>
                          <a:pt x="148876" y="29718"/>
                        </a:lnTo>
                        <a:lnTo>
                          <a:pt x="178594" y="29718"/>
                        </a:lnTo>
                        <a:lnTo>
                          <a:pt x="178594" y="0"/>
                        </a:lnTo>
                        <a:lnTo>
                          <a:pt x="208312" y="0"/>
                        </a:lnTo>
                        <a:lnTo>
                          <a:pt x="208312" y="29718"/>
                        </a:lnTo>
                        <a:lnTo>
                          <a:pt x="238125"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26"/>
                  <p:cNvSpPr/>
                  <p:nvPr/>
                </p:nvSpPr>
                <p:spPr>
                  <a:xfrm>
                    <a:off x="546973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6"/>
                  <p:cNvSpPr/>
                  <p:nvPr/>
                </p:nvSpPr>
                <p:spPr>
                  <a:xfrm>
                    <a:off x="5499544"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6" name="Google Shape;696;p26"/>
                  <p:cNvSpPr/>
                  <p:nvPr/>
                </p:nvSpPr>
                <p:spPr>
                  <a:xfrm>
                    <a:off x="5558980"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7" name="Google Shape;697;p26"/>
                  <p:cNvSpPr/>
                  <p:nvPr/>
                </p:nvSpPr>
                <p:spPr>
                  <a:xfrm>
                    <a:off x="5529262"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6"/>
                  <p:cNvSpPr/>
                  <p:nvPr/>
                </p:nvSpPr>
                <p:spPr>
                  <a:xfrm>
                    <a:off x="5588793"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6"/>
                  <p:cNvSpPr/>
                  <p:nvPr/>
                </p:nvSpPr>
                <p:spPr>
                  <a:xfrm>
                    <a:off x="5648325"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6"/>
                  <p:cNvSpPr/>
                  <p:nvPr/>
                </p:nvSpPr>
                <p:spPr>
                  <a:xfrm>
                    <a:off x="552926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26"/>
                  <p:cNvSpPr/>
                  <p:nvPr/>
                </p:nvSpPr>
                <p:spPr>
                  <a:xfrm>
                    <a:off x="5469731"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26"/>
                  <p:cNvSpPr/>
                  <p:nvPr/>
                </p:nvSpPr>
                <p:spPr>
                  <a:xfrm>
                    <a:off x="5023770" y="1851564"/>
                    <a:ext cx="445865" cy="475773"/>
                  </a:xfrm>
                  <a:custGeom>
                    <a:avLst/>
                    <a:gdLst/>
                    <a:ahLst/>
                    <a:cxnLst/>
                    <a:rect l="l" t="t" r="r" b="b"/>
                    <a:pathLst>
                      <a:path w="445865" h="475773" extrusionOk="0">
                        <a:moveTo>
                          <a:pt x="416147" y="89154"/>
                        </a:moveTo>
                        <a:lnTo>
                          <a:pt x="416147" y="59436"/>
                        </a:lnTo>
                        <a:lnTo>
                          <a:pt x="386429" y="59436"/>
                        </a:lnTo>
                        <a:lnTo>
                          <a:pt x="386429" y="89154"/>
                        </a:lnTo>
                        <a:lnTo>
                          <a:pt x="356711" y="89154"/>
                        </a:lnTo>
                        <a:lnTo>
                          <a:pt x="356711" y="118872"/>
                        </a:lnTo>
                        <a:lnTo>
                          <a:pt x="326993" y="118872"/>
                        </a:lnTo>
                        <a:lnTo>
                          <a:pt x="326993" y="148590"/>
                        </a:lnTo>
                        <a:lnTo>
                          <a:pt x="297275" y="148590"/>
                        </a:lnTo>
                        <a:lnTo>
                          <a:pt x="297275" y="178308"/>
                        </a:lnTo>
                        <a:lnTo>
                          <a:pt x="267557" y="178308"/>
                        </a:lnTo>
                        <a:lnTo>
                          <a:pt x="267557" y="208026"/>
                        </a:lnTo>
                        <a:lnTo>
                          <a:pt x="237839" y="208026"/>
                        </a:lnTo>
                        <a:lnTo>
                          <a:pt x="237839" y="178308"/>
                        </a:lnTo>
                        <a:lnTo>
                          <a:pt x="267557" y="178308"/>
                        </a:lnTo>
                        <a:lnTo>
                          <a:pt x="267557" y="148590"/>
                        </a:lnTo>
                        <a:lnTo>
                          <a:pt x="297275" y="148590"/>
                        </a:lnTo>
                        <a:lnTo>
                          <a:pt x="297275" y="118872"/>
                        </a:lnTo>
                        <a:lnTo>
                          <a:pt x="326993" y="118872"/>
                        </a:lnTo>
                        <a:lnTo>
                          <a:pt x="326993" y="89154"/>
                        </a:lnTo>
                        <a:lnTo>
                          <a:pt x="356711" y="89154"/>
                        </a:lnTo>
                        <a:lnTo>
                          <a:pt x="356711" y="59436"/>
                        </a:lnTo>
                        <a:lnTo>
                          <a:pt x="386429" y="59436"/>
                        </a:lnTo>
                        <a:lnTo>
                          <a:pt x="386429" y="29718"/>
                        </a:lnTo>
                        <a:lnTo>
                          <a:pt x="356711" y="29718"/>
                        </a:lnTo>
                        <a:lnTo>
                          <a:pt x="356711" y="0"/>
                        </a:lnTo>
                        <a:lnTo>
                          <a:pt x="326993" y="0"/>
                        </a:lnTo>
                        <a:lnTo>
                          <a:pt x="326993" y="29718"/>
                        </a:lnTo>
                        <a:lnTo>
                          <a:pt x="267462" y="29718"/>
                        </a:lnTo>
                        <a:lnTo>
                          <a:pt x="267462" y="59436"/>
                        </a:lnTo>
                        <a:lnTo>
                          <a:pt x="237744" y="59436"/>
                        </a:lnTo>
                        <a:lnTo>
                          <a:pt x="237744" y="89154"/>
                        </a:lnTo>
                        <a:lnTo>
                          <a:pt x="208026" y="89154"/>
                        </a:lnTo>
                        <a:lnTo>
                          <a:pt x="208026" y="118872"/>
                        </a:lnTo>
                        <a:lnTo>
                          <a:pt x="178308" y="118872"/>
                        </a:lnTo>
                        <a:lnTo>
                          <a:pt x="178308" y="148590"/>
                        </a:lnTo>
                        <a:lnTo>
                          <a:pt x="148590" y="148590"/>
                        </a:lnTo>
                        <a:lnTo>
                          <a:pt x="148590" y="178308"/>
                        </a:lnTo>
                        <a:lnTo>
                          <a:pt x="118872" y="178308"/>
                        </a:lnTo>
                        <a:lnTo>
                          <a:pt x="118872" y="208026"/>
                        </a:lnTo>
                        <a:lnTo>
                          <a:pt x="89154" y="208026"/>
                        </a:lnTo>
                        <a:lnTo>
                          <a:pt x="89154" y="237744"/>
                        </a:lnTo>
                        <a:lnTo>
                          <a:pt x="59436" y="237744"/>
                        </a:lnTo>
                        <a:lnTo>
                          <a:pt x="59436" y="267462"/>
                        </a:lnTo>
                        <a:lnTo>
                          <a:pt x="29718" y="267462"/>
                        </a:lnTo>
                        <a:lnTo>
                          <a:pt x="29718" y="326993"/>
                        </a:lnTo>
                        <a:lnTo>
                          <a:pt x="0" y="326993"/>
                        </a:lnTo>
                        <a:lnTo>
                          <a:pt x="0" y="386525"/>
                        </a:lnTo>
                        <a:lnTo>
                          <a:pt x="29718" y="386525"/>
                        </a:lnTo>
                        <a:lnTo>
                          <a:pt x="29718" y="446056"/>
                        </a:lnTo>
                        <a:lnTo>
                          <a:pt x="59436" y="446056"/>
                        </a:lnTo>
                        <a:lnTo>
                          <a:pt x="59436" y="475774"/>
                        </a:lnTo>
                        <a:lnTo>
                          <a:pt x="89154" y="475774"/>
                        </a:lnTo>
                        <a:lnTo>
                          <a:pt x="89154" y="446056"/>
                        </a:lnTo>
                        <a:lnTo>
                          <a:pt x="118872" y="446056"/>
                        </a:lnTo>
                        <a:lnTo>
                          <a:pt x="118872" y="416338"/>
                        </a:lnTo>
                        <a:lnTo>
                          <a:pt x="178403" y="416338"/>
                        </a:lnTo>
                        <a:lnTo>
                          <a:pt x="178403" y="386620"/>
                        </a:lnTo>
                        <a:lnTo>
                          <a:pt x="208121" y="386620"/>
                        </a:lnTo>
                        <a:lnTo>
                          <a:pt x="208121" y="356902"/>
                        </a:lnTo>
                        <a:lnTo>
                          <a:pt x="237839" y="356902"/>
                        </a:lnTo>
                        <a:lnTo>
                          <a:pt x="237839" y="327184"/>
                        </a:lnTo>
                        <a:lnTo>
                          <a:pt x="267557" y="327184"/>
                        </a:lnTo>
                        <a:lnTo>
                          <a:pt x="267557" y="297466"/>
                        </a:lnTo>
                        <a:lnTo>
                          <a:pt x="297275" y="297466"/>
                        </a:lnTo>
                        <a:lnTo>
                          <a:pt x="297275" y="267748"/>
                        </a:lnTo>
                        <a:lnTo>
                          <a:pt x="326993" y="267748"/>
                        </a:lnTo>
                        <a:lnTo>
                          <a:pt x="326993" y="238030"/>
                        </a:lnTo>
                        <a:lnTo>
                          <a:pt x="356711" y="238030"/>
                        </a:lnTo>
                        <a:lnTo>
                          <a:pt x="356711" y="208312"/>
                        </a:lnTo>
                        <a:lnTo>
                          <a:pt x="386429" y="208312"/>
                        </a:lnTo>
                        <a:lnTo>
                          <a:pt x="386429" y="178594"/>
                        </a:lnTo>
                        <a:lnTo>
                          <a:pt x="416147" y="178594"/>
                        </a:lnTo>
                        <a:lnTo>
                          <a:pt x="416147" y="119063"/>
                        </a:lnTo>
                        <a:lnTo>
                          <a:pt x="445865" y="119063"/>
                        </a:lnTo>
                        <a:lnTo>
                          <a:pt x="445865" y="89345"/>
                        </a:lnTo>
                        <a:lnTo>
                          <a:pt x="416147" y="89345"/>
                        </a:lnTo>
                        <a:close/>
                        <a:moveTo>
                          <a:pt x="207740" y="267748"/>
                        </a:moveTo>
                        <a:lnTo>
                          <a:pt x="178022" y="267748"/>
                        </a:lnTo>
                        <a:lnTo>
                          <a:pt x="178022" y="297466"/>
                        </a:lnTo>
                        <a:lnTo>
                          <a:pt x="148304" y="297466"/>
                        </a:lnTo>
                        <a:lnTo>
                          <a:pt x="148304" y="327184"/>
                        </a:lnTo>
                        <a:lnTo>
                          <a:pt x="118586" y="327184"/>
                        </a:lnTo>
                        <a:lnTo>
                          <a:pt x="118586" y="356902"/>
                        </a:lnTo>
                        <a:lnTo>
                          <a:pt x="88868" y="356902"/>
                        </a:lnTo>
                        <a:lnTo>
                          <a:pt x="88868" y="327184"/>
                        </a:lnTo>
                        <a:lnTo>
                          <a:pt x="118586" y="327184"/>
                        </a:lnTo>
                        <a:lnTo>
                          <a:pt x="118586" y="297466"/>
                        </a:lnTo>
                        <a:lnTo>
                          <a:pt x="148304" y="297466"/>
                        </a:lnTo>
                        <a:lnTo>
                          <a:pt x="148304" y="267748"/>
                        </a:lnTo>
                        <a:lnTo>
                          <a:pt x="178022" y="267748"/>
                        </a:lnTo>
                        <a:lnTo>
                          <a:pt x="178022" y="238030"/>
                        </a:lnTo>
                        <a:lnTo>
                          <a:pt x="207740" y="238030"/>
                        </a:lnTo>
                        <a:lnTo>
                          <a:pt x="207740" y="26774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26"/>
                  <p:cNvSpPr/>
                  <p:nvPr/>
                </p:nvSpPr>
                <p:spPr>
                  <a:xfrm>
                    <a:off x="5231606" y="1672780"/>
                    <a:ext cx="416718" cy="416813"/>
                  </a:xfrm>
                  <a:custGeom>
                    <a:avLst/>
                    <a:gdLst/>
                    <a:ahLst/>
                    <a:cxnLst/>
                    <a:rect l="l" t="t" r="r" b="b"/>
                    <a:pathLst>
                      <a:path w="416718" h="416813" extrusionOk="0">
                        <a:moveTo>
                          <a:pt x="416719" y="387001"/>
                        </a:moveTo>
                        <a:lnTo>
                          <a:pt x="416719" y="416814"/>
                        </a:lnTo>
                        <a:lnTo>
                          <a:pt x="357188" y="416814"/>
                        </a:lnTo>
                        <a:lnTo>
                          <a:pt x="357188" y="387001"/>
                        </a:lnTo>
                        <a:lnTo>
                          <a:pt x="327374" y="387001"/>
                        </a:lnTo>
                        <a:lnTo>
                          <a:pt x="327374" y="327470"/>
                        </a:lnTo>
                        <a:lnTo>
                          <a:pt x="297656" y="327470"/>
                        </a:lnTo>
                        <a:lnTo>
                          <a:pt x="297656" y="297752"/>
                        </a:lnTo>
                        <a:lnTo>
                          <a:pt x="267938" y="297752"/>
                        </a:lnTo>
                        <a:lnTo>
                          <a:pt x="267938" y="267938"/>
                        </a:lnTo>
                        <a:lnTo>
                          <a:pt x="238125" y="267938"/>
                        </a:lnTo>
                        <a:lnTo>
                          <a:pt x="238125" y="238125"/>
                        </a:lnTo>
                        <a:lnTo>
                          <a:pt x="208312" y="238125"/>
                        </a:lnTo>
                        <a:lnTo>
                          <a:pt x="208312" y="208407"/>
                        </a:lnTo>
                        <a:lnTo>
                          <a:pt x="178594" y="208407"/>
                        </a:lnTo>
                        <a:lnTo>
                          <a:pt x="178594" y="178689"/>
                        </a:lnTo>
                        <a:lnTo>
                          <a:pt x="148876" y="178689"/>
                        </a:lnTo>
                        <a:lnTo>
                          <a:pt x="148876" y="148876"/>
                        </a:lnTo>
                        <a:lnTo>
                          <a:pt x="119063" y="148876"/>
                        </a:lnTo>
                        <a:lnTo>
                          <a:pt x="119063" y="119062"/>
                        </a:lnTo>
                        <a:lnTo>
                          <a:pt x="89249" y="119062"/>
                        </a:lnTo>
                        <a:lnTo>
                          <a:pt x="89249" y="89344"/>
                        </a:lnTo>
                        <a:lnTo>
                          <a:pt x="29813" y="89344"/>
                        </a:lnTo>
                        <a:lnTo>
                          <a:pt x="29813" y="59627"/>
                        </a:lnTo>
                        <a:lnTo>
                          <a:pt x="0" y="59627"/>
                        </a:lnTo>
                        <a:lnTo>
                          <a:pt x="0" y="0"/>
                        </a:lnTo>
                        <a:lnTo>
                          <a:pt x="29813" y="0"/>
                        </a:lnTo>
                        <a:lnTo>
                          <a:pt x="29813" y="29813"/>
                        </a:lnTo>
                        <a:lnTo>
                          <a:pt x="59531" y="29813"/>
                        </a:lnTo>
                        <a:lnTo>
                          <a:pt x="59531" y="59627"/>
                        </a:lnTo>
                        <a:lnTo>
                          <a:pt x="119063" y="59627"/>
                        </a:lnTo>
                        <a:lnTo>
                          <a:pt x="119063" y="89344"/>
                        </a:lnTo>
                        <a:lnTo>
                          <a:pt x="178594" y="89344"/>
                        </a:lnTo>
                        <a:lnTo>
                          <a:pt x="178594" y="119062"/>
                        </a:lnTo>
                        <a:lnTo>
                          <a:pt x="238125" y="119062"/>
                        </a:lnTo>
                        <a:lnTo>
                          <a:pt x="238125" y="148876"/>
                        </a:lnTo>
                        <a:lnTo>
                          <a:pt x="267938" y="148876"/>
                        </a:lnTo>
                        <a:lnTo>
                          <a:pt x="267938" y="178689"/>
                        </a:lnTo>
                        <a:lnTo>
                          <a:pt x="297656" y="178689"/>
                        </a:lnTo>
                        <a:lnTo>
                          <a:pt x="297656" y="238125"/>
                        </a:lnTo>
                        <a:lnTo>
                          <a:pt x="327374" y="238125"/>
                        </a:lnTo>
                        <a:lnTo>
                          <a:pt x="327374" y="297752"/>
                        </a:lnTo>
                        <a:lnTo>
                          <a:pt x="357188" y="297752"/>
                        </a:lnTo>
                        <a:lnTo>
                          <a:pt x="357188" y="357188"/>
                        </a:lnTo>
                        <a:lnTo>
                          <a:pt x="387001" y="357188"/>
                        </a:lnTo>
                        <a:lnTo>
                          <a:pt x="387001" y="387001"/>
                        </a:lnTo>
                        <a:lnTo>
                          <a:pt x="416719" y="38700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6"/>
                  <p:cNvSpPr/>
                  <p:nvPr/>
                </p:nvSpPr>
                <p:spPr>
                  <a:xfrm>
                    <a:off x="538048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26"/>
                  <p:cNvSpPr/>
                  <p:nvPr/>
                </p:nvSpPr>
                <p:spPr>
                  <a:xfrm>
                    <a:off x="502329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26"/>
                  <p:cNvSpPr/>
                  <p:nvPr/>
                </p:nvSpPr>
                <p:spPr>
                  <a:xfrm>
                    <a:off x="505301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6"/>
                  <p:cNvSpPr/>
                  <p:nvPr/>
                </p:nvSpPr>
                <p:spPr>
                  <a:xfrm>
                    <a:off x="5082730"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6"/>
                  <p:cNvSpPr/>
                  <p:nvPr/>
                </p:nvSpPr>
                <p:spPr>
                  <a:xfrm>
                    <a:off x="514235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6"/>
                  <p:cNvSpPr/>
                  <p:nvPr/>
                </p:nvSpPr>
                <p:spPr>
                  <a:xfrm>
                    <a:off x="505301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0" name="Google Shape;710;p26"/>
                  <p:cNvSpPr/>
                  <p:nvPr/>
                </p:nvSpPr>
                <p:spPr>
                  <a:xfrm>
                    <a:off x="5082730"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26"/>
                  <p:cNvSpPr/>
                  <p:nvPr/>
                </p:nvSpPr>
                <p:spPr>
                  <a:xfrm>
                    <a:off x="511254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2" name="Google Shape;712;p26"/>
                  <p:cNvSpPr/>
                  <p:nvPr/>
                </p:nvSpPr>
                <p:spPr>
                  <a:xfrm>
                    <a:off x="5082730"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3" name="Google Shape;713;p26"/>
                  <p:cNvSpPr/>
                  <p:nvPr/>
                </p:nvSpPr>
                <p:spPr>
                  <a:xfrm>
                    <a:off x="5201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6"/>
                  <p:cNvSpPr/>
                  <p:nvPr/>
                </p:nvSpPr>
                <p:spPr>
                  <a:xfrm>
                    <a:off x="529113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26"/>
                  <p:cNvSpPr/>
                  <p:nvPr/>
                </p:nvSpPr>
                <p:spPr>
                  <a:xfrm>
                    <a:off x="5261419"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6"/>
                  <p:cNvSpPr/>
                  <p:nvPr/>
                </p:nvSpPr>
                <p:spPr>
                  <a:xfrm>
                    <a:off x="5231606"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6"/>
                  <p:cNvSpPr/>
                  <p:nvPr/>
                </p:nvSpPr>
                <p:spPr>
                  <a:xfrm>
                    <a:off x="5201793"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26"/>
                  <p:cNvSpPr/>
                  <p:nvPr/>
                </p:nvSpPr>
                <p:spPr>
                  <a:xfrm>
                    <a:off x="514235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26"/>
                  <p:cNvSpPr/>
                  <p:nvPr/>
                </p:nvSpPr>
                <p:spPr>
                  <a:xfrm>
                    <a:off x="5558980"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6"/>
                  <p:cNvSpPr/>
                  <p:nvPr/>
                </p:nvSpPr>
                <p:spPr>
                  <a:xfrm>
                    <a:off x="5529262"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26"/>
                  <p:cNvSpPr/>
                  <p:nvPr/>
                </p:nvSpPr>
                <p:spPr>
                  <a:xfrm>
                    <a:off x="5499544"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6"/>
                  <p:cNvSpPr/>
                  <p:nvPr/>
                </p:nvSpPr>
                <p:spPr>
                  <a:xfrm>
                    <a:off x="5469731"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6"/>
                  <p:cNvSpPr/>
                  <p:nvPr/>
                </p:nvSpPr>
                <p:spPr>
                  <a:xfrm>
                    <a:off x="5439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26"/>
                  <p:cNvSpPr/>
                  <p:nvPr/>
                </p:nvSpPr>
                <p:spPr>
                  <a:xfrm>
                    <a:off x="5529262"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26"/>
                  <p:cNvSpPr/>
                  <p:nvPr/>
                </p:nvSpPr>
                <p:spPr>
                  <a:xfrm>
                    <a:off x="558879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26"/>
                  <p:cNvSpPr/>
                  <p:nvPr/>
                </p:nvSpPr>
                <p:spPr>
                  <a:xfrm>
                    <a:off x="5558980"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26"/>
                  <p:cNvSpPr/>
                  <p:nvPr/>
                </p:nvSpPr>
                <p:spPr>
                  <a:xfrm>
                    <a:off x="5588793" y="2059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26"/>
                  <p:cNvSpPr/>
                  <p:nvPr/>
                </p:nvSpPr>
                <p:spPr>
                  <a:xfrm>
                    <a:off x="514235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26"/>
                  <p:cNvSpPr/>
                  <p:nvPr/>
                </p:nvSpPr>
                <p:spPr>
                  <a:xfrm>
                    <a:off x="5201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6"/>
                  <p:cNvSpPr/>
                  <p:nvPr/>
                </p:nvSpPr>
                <p:spPr>
                  <a:xfrm>
                    <a:off x="5172075"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6"/>
                  <p:cNvSpPr/>
                  <p:nvPr/>
                </p:nvSpPr>
                <p:spPr>
                  <a:xfrm>
                    <a:off x="5261419"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6"/>
                  <p:cNvSpPr/>
                  <p:nvPr/>
                </p:nvSpPr>
                <p:spPr>
                  <a:xfrm>
                    <a:off x="5231606"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6"/>
                  <p:cNvSpPr/>
                  <p:nvPr/>
                </p:nvSpPr>
                <p:spPr>
                  <a:xfrm>
                    <a:off x="5320855"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6"/>
                  <p:cNvSpPr/>
                  <p:nvPr/>
                </p:nvSpPr>
                <p:spPr>
                  <a:xfrm>
                    <a:off x="5231606"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6"/>
                  <p:cNvSpPr/>
                  <p:nvPr/>
                </p:nvSpPr>
                <p:spPr>
                  <a:xfrm>
                    <a:off x="5261419"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6"/>
                  <p:cNvSpPr/>
                  <p:nvPr/>
                </p:nvSpPr>
                <p:spPr>
                  <a:xfrm>
                    <a:off x="5320855"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6"/>
                  <p:cNvSpPr/>
                  <p:nvPr/>
                </p:nvSpPr>
                <p:spPr>
                  <a:xfrm>
                    <a:off x="535066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6"/>
                  <p:cNvSpPr/>
                  <p:nvPr/>
                </p:nvSpPr>
                <p:spPr>
                  <a:xfrm>
                    <a:off x="5588793"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6"/>
                  <p:cNvSpPr/>
                  <p:nvPr/>
                </p:nvSpPr>
                <p:spPr>
                  <a:xfrm>
                    <a:off x="552926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6"/>
                  <p:cNvSpPr/>
                  <p:nvPr/>
                </p:nvSpPr>
                <p:spPr>
                  <a:xfrm>
                    <a:off x="5707856" y="149428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6"/>
                  <p:cNvSpPr/>
                  <p:nvPr/>
                </p:nvSpPr>
                <p:spPr>
                  <a:xfrm>
                    <a:off x="5678043"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6"/>
                  <p:cNvSpPr/>
                  <p:nvPr/>
                </p:nvSpPr>
                <p:spPr>
                  <a:xfrm>
                    <a:off x="5678043" y="1583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6"/>
                  <p:cNvSpPr/>
                  <p:nvPr/>
                </p:nvSpPr>
                <p:spPr>
                  <a:xfrm>
                    <a:off x="5797105" y="146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26"/>
                  <p:cNvSpPr/>
                  <p:nvPr/>
                </p:nvSpPr>
                <p:spPr>
                  <a:xfrm>
                    <a:off x="5767387" y="1583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6"/>
                  <p:cNvSpPr/>
                  <p:nvPr/>
                </p:nvSpPr>
                <p:spPr>
                  <a:xfrm>
                    <a:off x="5797105"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26"/>
                  <p:cNvSpPr/>
                  <p:nvPr/>
                </p:nvSpPr>
                <p:spPr>
                  <a:xfrm>
                    <a:off x="5826918" y="146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7" name="Google Shape;747;p26"/>
                <p:cNvGrpSpPr/>
                <p:nvPr/>
              </p:nvGrpSpPr>
              <p:grpSpPr>
                <a:xfrm>
                  <a:off x="4993481" y="2178843"/>
                  <a:ext cx="148780" cy="267843"/>
                  <a:chOff x="4993481" y="2178843"/>
                  <a:chExt cx="148780" cy="267843"/>
                </a:xfrm>
              </p:grpSpPr>
              <p:sp>
                <p:nvSpPr>
                  <p:cNvPr id="748" name="Google Shape;748;p26"/>
                  <p:cNvSpPr/>
                  <p:nvPr/>
                </p:nvSpPr>
                <p:spPr>
                  <a:xfrm>
                    <a:off x="4993481"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26"/>
                  <p:cNvSpPr/>
                  <p:nvPr/>
                </p:nvSpPr>
                <p:spPr>
                  <a:xfrm>
                    <a:off x="5023294"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26"/>
                  <p:cNvSpPr/>
                  <p:nvPr/>
                </p:nvSpPr>
                <p:spPr>
                  <a:xfrm>
                    <a:off x="5053012"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26"/>
                  <p:cNvSpPr/>
                  <p:nvPr/>
                </p:nvSpPr>
                <p:spPr>
                  <a:xfrm>
                    <a:off x="5082730" y="23574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26"/>
                  <p:cNvSpPr/>
                  <p:nvPr/>
                </p:nvSpPr>
                <p:spPr>
                  <a:xfrm>
                    <a:off x="5112543" y="2387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26"/>
                  <p:cNvSpPr/>
                  <p:nvPr/>
                </p:nvSpPr>
                <p:spPr>
                  <a:xfrm>
                    <a:off x="5082730"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54" name="Google Shape;754;p26"/>
              <p:cNvGrpSpPr/>
              <p:nvPr/>
            </p:nvGrpSpPr>
            <p:grpSpPr>
              <a:xfrm>
                <a:off x="5439918" y="2149030"/>
                <a:ext cx="148780" cy="148780"/>
                <a:chOff x="5439918" y="2149030"/>
                <a:chExt cx="148780" cy="148780"/>
              </a:xfrm>
            </p:grpSpPr>
            <p:sp>
              <p:nvSpPr>
                <p:cNvPr id="755" name="Google Shape;755;p26"/>
                <p:cNvSpPr/>
                <p:nvPr/>
              </p:nvSpPr>
              <p:spPr>
                <a:xfrm>
                  <a:off x="549954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26"/>
                <p:cNvSpPr/>
                <p:nvPr/>
              </p:nvSpPr>
              <p:spPr>
                <a:xfrm>
                  <a:off x="549954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26"/>
                <p:cNvSpPr/>
                <p:nvPr/>
              </p:nvSpPr>
              <p:spPr>
                <a:xfrm>
                  <a:off x="552926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26"/>
                <p:cNvSpPr/>
                <p:nvPr/>
              </p:nvSpPr>
              <p:spPr>
                <a:xfrm>
                  <a:off x="552926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26"/>
                <p:cNvSpPr/>
                <p:nvPr/>
              </p:nvSpPr>
              <p:spPr>
                <a:xfrm>
                  <a:off x="546973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26"/>
                <p:cNvSpPr/>
                <p:nvPr/>
              </p:nvSpPr>
              <p:spPr>
                <a:xfrm>
                  <a:off x="546973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6"/>
                <p:cNvSpPr/>
                <p:nvPr/>
              </p:nvSpPr>
              <p:spPr>
                <a:xfrm>
                  <a:off x="5558980"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6"/>
                <p:cNvSpPr/>
                <p:nvPr/>
              </p:nvSpPr>
              <p:spPr>
                <a:xfrm>
                  <a:off x="5469731" y="2178843"/>
                  <a:ext cx="89249" cy="89249"/>
                </a:xfrm>
                <a:custGeom>
                  <a:avLst/>
                  <a:gdLst/>
                  <a:ahLst/>
                  <a:cxnLst/>
                  <a:rect l="l" t="t" r="r" b="b"/>
                  <a:pathLst>
                    <a:path w="89249" h="89249" extrusionOk="0">
                      <a:moveTo>
                        <a:pt x="89249" y="0"/>
                      </a:moveTo>
                      <a:lnTo>
                        <a:pt x="89249" y="59531"/>
                      </a:lnTo>
                      <a:lnTo>
                        <a:pt x="59531" y="59531"/>
                      </a:lnTo>
                      <a:lnTo>
                        <a:pt x="59531" y="89249"/>
                      </a:lnTo>
                      <a:lnTo>
                        <a:pt x="29813" y="89249"/>
                      </a:lnTo>
                      <a:lnTo>
                        <a:pt x="29813" y="59531"/>
                      </a:lnTo>
                      <a:lnTo>
                        <a:pt x="0" y="59531"/>
                      </a:lnTo>
                      <a:lnTo>
                        <a:pt x="0" y="0"/>
                      </a:lnTo>
                      <a:lnTo>
                        <a:pt x="29813" y="0"/>
                      </a:lnTo>
                      <a:lnTo>
                        <a:pt x="29813" y="29813"/>
                      </a:lnTo>
                      <a:lnTo>
                        <a:pt x="59531" y="29813"/>
                      </a:lnTo>
                      <a:lnTo>
                        <a:pt x="59531" y="0"/>
                      </a:lnTo>
                      <a:lnTo>
                        <a:pt x="89249"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6"/>
                <p:cNvSpPr/>
                <p:nvPr/>
              </p:nvSpPr>
              <p:spPr>
                <a:xfrm>
                  <a:off x="5439918"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26"/>
                <p:cNvSpPr/>
                <p:nvPr/>
              </p:nvSpPr>
              <p:spPr>
                <a:xfrm>
                  <a:off x="546973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6"/>
                <p:cNvSpPr/>
                <p:nvPr/>
              </p:nvSpPr>
              <p:spPr>
                <a:xfrm>
                  <a:off x="5499544"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6" name="Google Shape;766;p26"/>
              <p:cNvGrpSpPr/>
              <p:nvPr/>
            </p:nvGrpSpPr>
            <p:grpSpPr>
              <a:xfrm>
                <a:off x="4189857" y="2000249"/>
                <a:ext cx="148779" cy="148781"/>
                <a:chOff x="4189857" y="2000249"/>
                <a:chExt cx="148779" cy="148781"/>
              </a:xfrm>
            </p:grpSpPr>
            <p:sp>
              <p:nvSpPr>
                <p:cNvPr id="767" name="Google Shape;767;p26"/>
                <p:cNvSpPr/>
                <p:nvPr/>
              </p:nvSpPr>
              <p:spPr>
                <a:xfrm>
                  <a:off x="424929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26"/>
                <p:cNvSpPr/>
                <p:nvPr/>
              </p:nvSpPr>
              <p:spPr>
                <a:xfrm>
                  <a:off x="4249293"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6"/>
                <p:cNvSpPr/>
                <p:nvPr/>
              </p:nvSpPr>
              <p:spPr>
                <a:xfrm>
                  <a:off x="4219575"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26"/>
                <p:cNvSpPr/>
                <p:nvPr/>
              </p:nvSpPr>
              <p:spPr>
                <a:xfrm>
                  <a:off x="4249293"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26"/>
                <p:cNvSpPr/>
                <p:nvPr/>
              </p:nvSpPr>
              <p:spPr>
                <a:xfrm>
                  <a:off x="4279106" y="2059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6"/>
                <p:cNvSpPr/>
                <p:nvPr/>
              </p:nvSpPr>
              <p:spPr>
                <a:xfrm>
                  <a:off x="4308919" y="2059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26"/>
                <p:cNvSpPr/>
                <p:nvPr/>
              </p:nvSpPr>
              <p:spPr>
                <a:xfrm>
                  <a:off x="4189857"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26"/>
                <p:cNvSpPr/>
                <p:nvPr/>
              </p:nvSpPr>
              <p:spPr>
                <a:xfrm>
                  <a:off x="4249293"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26"/>
                <p:cNvSpPr/>
                <p:nvPr/>
              </p:nvSpPr>
              <p:spPr>
                <a:xfrm>
                  <a:off x="4249293"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6" name="Google Shape;776;p26"/>
              <p:cNvGrpSpPr/>
              <p:nvPr/>
            </p:nvGrpSpPr>
            <p:grpSpPr>
              <a:xfrm>
                <a:off x="4338637" y="2089594"/>
                <a:ext cx="148780" cy="148780"/>
                <a:chOff x="4338637" y="2089594"/>
                <a:chExt cx="148780" cy="148780"/>
              </a:xfrm>
            </p:grpSpPr>
            <p:sp>
              <p:nvSpPr>
                <p:cNvPr id="777" name="Google Shape;777;p26"/>
                <p:cNvSpPr/>
                <p:nvPr/>
              </p:nvSpPr>
              <p:spPr>
                <a:xfrm>
                  <a:off x="4398168" y="21193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26"/>
                <p:cNvSpPr/>
                <p:nvPr/>
              </p:nvSpPr>
              <p:spPr>
                <a:xfrm>
                  <a:off x="4398168" y="2178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26"/>
                <p:cNvSpPr/>
                <p:nvPr/>
              </p:nvSpPr>
              <p:spPr>
                <a:xfrm>
                  <a:off x="4368355"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6"/>
                <p:cNvSpPr/>
                <p:nvPr/>
              </p:nvSpPr>
              <p:spPr>
                <a:xfrm>
                  <a:off x="4398168"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6"/>
                <p:cNvSpPr/>
                <p:nvPr/>
              </p:nvSpPr>
              <p:spPr>
                <a:xfrm>
                  <a:off x="4427982"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26"/>
                <p:cNvSpPr/>
                <p:nvPr/>
              </p:nvSpPr>
              <p:spPr>
                <a:xfrm>
                  <a:off x="4398168" y="20895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26"/>
                <p:cNvSpPr/>
                <p:nvPr/>
              </p:nvSpPr>
              <p:spPr>
                <a:xfrm>
                  <a:off x="4457700"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6"/>
                <p:cNvSpPr/>
                <p:nvPr/>
              </p:nvSpPr>
              <p:spPr>
                <a:xfrm>
                  <a:off x="4338637"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26"/>
                <p:cNvSpPr/>
                <p:nvPr/>
              </p:nvSpPr>
              <p:spPr>
                <a:xfrm>
                  <a:off x="4398168" y="2208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6" name="Google Shape;786;p26"/>
              <p:cNvGrpSpPr/>
              <p:nvPr/>
            </p:nvGrpSpPr>
            <p:grpSpPr>
              <a:xfrm>
                <a:off x="4606480" y="2774155"/>
                <a:ext cx="476250" cy="446437"/>
                <a:chOff x="4606480" y="2774155"/>
                <a:chExt cx="476250" cy="446437"/>
              </a:xfrm>
            </p:grpSpPr>
            <p:sp>
              <p:nvSpPr>
                <p:cNvPr id="787" name="Google Shape;787;p26"/>
                <p:cNvSpPr/>
                <p:nvPr/>
              </p:nvSpPr>
              <p:spPr>
                <a:xfrm>
                  <a:off x="4785169" y="301228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26"/>
                <p:cNvSpPr/>
                <p:nvPr/>
              </p:nvSpPr>
              <p:spPr>
                <a:xfrm>
                  <a:off x="4785169" y="2774155"/>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26"/>
                <p:cNvSpPr/>
                <p:nvPr/>
              </p:nvSpPr>
              <p:spPr>
                <a:xfrm>
                  <a:off x="4904232" y="2982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6"/>
                <p:cNvSpPr/>
                <p:nvPr/>
              </p:nvSpPr>
              <p:spPr>
                <a:xfrm>
                  <a:off x="4904232"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6"/>
                <p:cNvSpPr/>
                <p:nvPr/>
              </p:nvSpPr>
              <p:spPr>
                <a:xfrm>
                  <a:off x="496366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6"/>
                <p:cNvSpPr/>
                <p:nvPr/>
              </p:nvSpPr>
              <p:spPr>
                <a:xfrm>
                  <a:off x="4963668"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6"/>
                <p:cNvSpPr/>
                <p:nvPr/>
              </p:nvSpPr>
              <p:spPr>
                <a:xfrm>
                  <a:off x="4993481" y="286340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26"/>
                <p:cNvSpPr/>
                <p:nvPr/>
              </p:nvSpPr>
              <p:spPr>
                <a:xfrm>
                  <a:off x="4725543"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26"/>
                <p:cNvSpPr/>
                <p:nvPr/>
              </p:nvSpPr>
              <p:spPr>
                <a:xfrm>
                  <a:off x="4725543" y="2982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6"/>
                <p:cNvSpPr/>
                <p:nvPr/>
              </p:nvSpPr>
              <p:spPr>
                <a:xfrm>
                  <a:off x="4695825"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6"/>
                <p:cNvSpPr/>
                <p:nvPr/>
              </p:nvSpPr>
              <p:spPr>
                <a:xfrm>
                  <a:off x="472554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6"/>
                <p:cNvSpPr/>
                <p:nvPr/>
              </p:nvSpPr>
              <p:spPr>
                <a:xfrm>
                  <a:off x="4695825"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26"/>
                <p:cNvSpPr/>
                <p:nvPr/>
              </p:nvSpPr>
              <p:spPr>
                <a:xfrm>
                  <a:off x="4666107" y="286340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26"/>
                <p:cNvSpPr/>
                <p:nvPr/>
              </p:nvSpPr>
              <p:spPr>
                <a:xfrm>
                  <a:off x="4755356"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6"/>
                <p:cNvSpPr/>
                <p:nvPr/>
              </p:nvSpPr>
              <p:spPr>
                <a:xfrm>
                  <a:off x="4755356" y="2923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6"/>
                <p:cNvSpPr/>
                <p:nvPr/>
              </p:nvSpPr>
              <p:spPr>
                <a:xfrm>
                  <a:off x="4874418"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6"/>
                <p:cNvSpPr/>
                <p:nvPr/>
              </p:nvSpPr>
              <p:spPr>
                <a:xfrm>
                  <a:off x="4874418" y="2923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6"/>
                <p:cNvSpPr/>
                <p:nvPr/>
              </p:nvSpPr>
              <p:spPr>
                <a:xfrm>
                  <a:off x="4725543"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6"/>
                <p:cNvSpPr/>
                <p:nvPr/>
              </p:nvSpPr>
              <p:spPr>
                <a:xfrm>
                  <a:off x="4933950"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6"/>
                <p:cNvSpPr/>
                <p:nvPr/>
              </p:nvSpPr>
              <p:spPr>
                <a:xfrm>
                  <a:off x="4814887"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6"/>
                <p:cNvSpPr/>
                <p:nvPr/>
              </p:nvSpPr>
              <p:spPr>
                <a:xfrm>
                  <a:off x="4695825" y="2803969"/>
                  <a:ext cx="297560" cy="208216"/>
                </a:xfrm>
                <a:custGeom>
                  <a:avLst/>
                  <a:gdLst/>
                  <a:ahLst/>
                  <a:cxnLst/>
                  <a:rect l="l" t="t" r="r" b="b"/>
                  <a:pathLst>
                    <a:path w="297560" h="208216" extrusionOk="0">
                      <a:moveTo>
                        <a:pt x="267843" y="59436"/>
                      </a:moveTo>
                      <a:lnTo>
                        <a:pt x="267843" y="29718"/>
                      </a:lnTo>
                      <a:lnTo>
                        <a:pt x="208312" y="29718"/>
                      </a:lnTo>
                      <a:lnTo>
                        <a:pt x="208312" y="0"/>
                      </a:lnTo>
                      <a:lnTo>
                        <a:pt x="89249" y="0"/>
                      </a:lnTo>
                      <a:lnTo>
                        <a:pt x="89249" y="29718"/>
                      </a:lnTo>
                      <a:lnTo>
                        <a:pt x="29718" y="29718"/>
                      </a:lnTo>
                      <a:lnTo>
                        <a:pt x="29718" y="59436"/>
                      </a:lnTo>
                      <a:lnTo>
                        <a:pt x="0" y="59436"/>
                      </a:lnTo>
                      <a:lnTo>
                        <a:pt x="0" y="148780"/>
                      </a:lnTo>
                      <a:lnTo>
                        <a:pt x="29718" y="148780"/>
                      </a:lnTo>
                      <a:lnTo>
                        <a:pt x="29718" y="178498"/>
                      </a:lnTo>
                      <a:lnTo>
                        <a:pt x="89249" y="178498"/>
                      </a:lnTo>
                      <a:lnTo>
                        <a:pt x="89249" y="208217"/>
                      </a:lnTo>
                      <a:lnTo>
                        <a:pt x="208312" y="208217"/>
                      </a:lnTo>
                      <a:lnTo>
                        <a:pt x="208312" y="178498"/>
                      </a:lnTo>
                      <a:lnTo>
                        <a:pt x="267843" y="178498"/>
                      </a:lnTo>
                      <a:lnTo>
                        <a:pt x="267843" y="148780"/>
                      </a:lnTo>
                      <a:lnTo>
                        <a:pt x="297561" y="148780"/>
                      </a:lnTo>
                      <a:lnTo>
                        <a:pt x="297561" y="59436"/>
                      </a:lnTo>
                      <a:lnTo>
                        <a:pt x="267843" y="59436"/>
                      </a:lnTo>
                      <a:close/>
                      <a:moveTo>
                        <a:pt x="267843" y="118967"/>
                      </a:moveTo>
                      <a:lnTo>
                        <a:pt x="238125" y="118967"/>
                      </a:lnTo>
                      <a:lnTo>
                        <a:pt x="238125" y="148685"/>
                      </a:lnTo>
                      <a:lnTo>
                        <a:pt x="178594" y="148685"/>
                      </a:lnTo>
                      <a:lnTo>
                        <a:pt x="178594" y="178403"/>
                      </a:lnTo>
                      <a:lnTo>
                        <a:pt x="119063" y="178403"/>
                      </a:lnTo>
                      <a:lnTo>
                        <a:pt x="119063" y="148685"/>
                      </a:lnTo>
                      <a:lnTo>
                        <a:pt x="59531" y="148685"/>
                      </a:lnTo>
                      <a:lnTo>
                        <a:pt x="59531" y="118967"/>
                      </a:lnTo>
                      <a:lnTo>
                        <a:pt x="29813" y="118967"/>
                      </a:lnTo>
                      <a:lnTo>
                        <a:pt x="29813" y="89249"/>
                      </a:lnTo>
                      <a:lnTo>
                        <a:pt x="59531" y="89249"/>
                      </a:lnTo>
                      <a:lnTo>
                        <a:pt x="59531" y="59531"/>
                      </a:lnTo>
                      <a:lnTo>
                        <a:pt x="119063" y="59531"/>
                      </a:lnTo>
                      <a:lnTo>
                        <a:pt x="119063" y="29813"/>
                      </a:lnTo>
                      <a:lnTo>
                        <a:pt x="178594" y="29813"/>
                      </a:lnTo>
                      <a:lnTo>
                        <a:pt x="178594" y="59531"/>
                      </a:lnTo>
                      <a:lnTo>
                        <a:pt x="238125" y="59531"/>
                      </a:lnTo>
                      <a:lnTo>
                        <a:pt x="238125" y="89249"/>
                      </a:lnTo>
                      <a:lnTo>
                        <a:pt x="267843" y="89249"/>
                      </a:lnTo>
                      <a:lnTo>
                        <a:pt x="267843" y="11896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6"/>
                <p:cNvSpPr/>
                <p:nvPr/>
              </p:nvSpPr>
              <p:spPr>
                <a:xfrm>
                  <a:off x="4755356" y="2863404"/>
                  <a:ext cx="178593" cy="89344"/>
                </a:xfrm>
                <a:custGeom>
                  <a:avLst/>
                  <a:gdLst/>
                  <a:ahLst/>
                  <a:cxnLst/>
                  <a:rect l="l" t="t" r="r" b="b"/>
                  <a:pathLst>
                    <a:path w="178593" h="89344" extrusionOk="0">
                      <a:moveTo>
                        <a:pt x="178594" y="29813"/>
                      </a:moveTo>
                      <a:lnTo>
                        <a:pt x="178594" y="59627"/>
                      </a:lnTo>
                      <a:lnTo>
                        <a:pt x="119063" y="59627"/>
                      </a:lnTo>
                      <a:lnTo>
                        <a:pt x="119063" y="89345"/>
                      </a:lnTo>
                      <a:lnTo>
                        <a:pt x="59531" y="89345"/>
                      </a:lnTo>
                      <a:lnTo>
                        <a:pt x="59531" y="59627"/>
                      </a:lnTo>
                      <a:lnTo>
                        <a:pt x="0" y="59627"/>
                      </a:lnTo>
                      <a:lnTo>
                        <a:pt x="0" y="29813"/>
                      </a:lnTo>
                      <a:lnTo>
                        <a:pt x="59531" y="29813"/>
                      </a:lnTo>
                      <a:lnTo>
                        <a:pt x="59531" y="0"/>
                      </a:lnTo>
                      <a:lnTo>
                        <a:pt x="119063" y="0"/>
                      </a:lnTo>
                      <a:lnTo>
                        <a:pt x="119063" y="29813"/>
                      </a:lnTo>
                      <a:lnTo>
                        <a:pt x="178594" y="298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6"/>
                <p:cNvSpPr/>
                <p:nvPr/>
              </p:nvSpPr>
              <p:spPr>
                <a:xfrm>
                  <a:off x="4814887" y="2952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6"/>
                <p:cNvSpPr/>
                <p:nvPr/>
              </p:nvSpPr>
              <p:spPr>
                <a:xfrm>
                  <a:off x="4666107"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6"/>
                <p:cNvSpPr/>
                <p:nvPr/>
              </p:nvSpPr>
              <p:spPr>
                <a:xfrm>
                  <a:off x="4695825" y="3161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6"/>
                <p:cNvSpPr/>
                <p:nvPr/>
              </p:nvSpPr>
              <p:spPr>
                <a:xfrm>
                  <a:off x="4933950" y="3161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26"/>
                <p:cNvSpPr/>
                <p:nvPr/>
              </p:nvSpPr>
              <p:spPr>
                <a:xfrm>
                  <a:off x="4755356" y="319087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26"/>
                <p:cNvSpPr/>
                <p:nvPr/>
              </p:nvSpPr>
              <p:spPr>
                <a:xfrm>
                  <a:off x="4993481"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6"/>
                <p:cNvSpPr/>
                <p:nvPr/>
              </p:nvSpPr>
              <p:spPr>
                <a:xfrm>
                  <a:off x="4636293"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6"/>
                <p:cNvSpPr/>
                <p:nvPr/>
              </p:nvSpPr>
              <p:spPr>
                <a:xfrm>
                  <a:off x="4636293" y="3071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6"/>
                <p:cNvSpPr/>
                <p:nvPr/>
              </p:nvSpPr>
              <p:spPr>
                <a:xfrm>
                  <a:off x="4606480"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6"/>
                <p:cNvSpPr/>
                <p:nvPr/>
              </p:nvSpPr>
              <p:spPr>
                <a:xfrm>
                  <a:off x="5023294"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6"/>
                <p:cNvSpPr/>
                <p:nvPr/>
              </p:nvSpPr>
              <p:spPr>
                <a:xfrm>
                  <a:off x="5023294" y="3071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6"/>
                <p:cNvSpPr/>
                <p:nvPr/>
              </p:nvSpPr>
              <p:spPr>
                <a:xfrm>
                  <a:off x="4636293" y="2952749"/>
                  <a:ext cx="416718" cy="238125"/>
                </a:xfrm>
                <a:custGeom>
                  <a:avLst/>
                  <a:gdLst/>
                  <a:ahLst/>
                  <a:cxnLst/>
                  <a:rect l="l" t="t" r="r" b="b"/>
                  <a:pathLst>
                    <a:path w="416718" h="238125" extrusionOk="0">
                      <a:moveTo>
                        <a:pt x="416719" y="29718"/>
                      </a:moveTo>
                      <a:lnTo>
                        <a:pt x="416719" y="119063"/>
                      </a:lnTo>
                      <a:lnTo>
                        <a:pt x="387001" y="119063"/>
                      </a:lnTo>
                      <a:lnTo>
                        <a:pt x="387001" y="178594"/>
                      </a:lnTo>
                      <a:lnTo>
                        <a:pt x="357188" y="178594"/>
                      </a:lnTo>
                      <a:lnTo>
                        <a:pt x="357188" y="208407"/>
                      </a:lnTo>
                      <a:lnTo>
                        <a:pt x="297656" y="208407"/>
                      </a:lnTo>
                      <a:lnTo>
                        <a:pt x="297656" y="238125"/>
                      </a:lnTo>
                      <a:lnTo>
                        <a:pt x="119063" y="238125"/>
                      </a:lnTo>
                      <a:lnTo>
                        <a:pt x="119063" y="208407"/>
                      </a:lnTo>
                      <a:lnTo>
                        <a:pt x="59531" y="208407"/>
                      </a:lnTo>
                      <a:lnTo>
                        <a:pt x="59531" y="178594"/>
                      </a:lnTo>
                      <a:lnTo>
                        <a:pt x="29813" y="178594"/>
                      </a:lnTo>
                      <a:lnTo>
                        <a:pt x="29813" y="119063"/>
                      </a:lnTo>
                      <a:lnTo>
                        <a:pt x="0" y="119063"/>
                      </a:lnTo>
                      <a:lnTo>
                        <a:pt x="0" y="29718"/>
                      </a:lnTo>
                      <a:lnTo>
                        <a:pt x="29813" y="29718"/>
                      </a:lnTo>
                      <a:lnTo>
                        <a:pt x="29813" y="0"/>
                      </a:lnTo>
                      <a:lnTo>
                        <a:pt x="59531" y="0"/>
                      </a:lnTo>
                      <a:lnTo>
                        <a:pt x="59531" y="29718"/>
                      </a:lnTo>
                      <a:lnTo>
                        <a:pt x="89249" y="29718"/>
                      </a:lnTo>
                      <a:lnTo>
                        <a:pt x="89249" y="59531"/>
                      </a:lnTo>
                      <a:lnTo>
                        <a:pt x="148876" y="59531"/>
                      </a:lnTo>
                      <a:lnTo>
                        <a:pt x="148876" y="89345"/>
                      </a:lnTo>
                      <a:lnTo>
                        <a:pt x="267938" y="89345"/>
                      </a:lnTo>
                      <a:lnTo>
                        <a:pt x="267938" y="59531"/>
                      </a:lnTo>
                      <a:lnTo>
                        <a:pt x="327374" y="59531"/>
                      </a:lnTo>
                      <a:lnTo>
                        <a:pt x="327374" y="29718"/>
                      </a:lnTo>
                      <a:lnTo>
                        <a:pt x="357188" y="29718"/>
                      </a:lnTo>
                      <a:lnTo>
                        <a:pt x="357188" y="0"/>
                      </a:lnTo>
                      <a:lnTo>
                        <a:pt x="387001" y="0"/>
                      </a:lnTo>
                      <a:lnTo>
                        <a:pt x="387001" y="29718"/>
                      </a:lnTo>
                      <a:lnTo>
                        <a:pt x="416719"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6"/>
                <p:cNvSpPr/>
                <p:nvPr/>
              </p:nvSpPr>
              <p:spPr>
                <a:xfrm>
                  <a:off x="5053012"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6"/>
                <p:cNvSpPr/>
                <p:nvPr/>
              </p:nvSpPr>
              <p:spPr>
                <a:xfrm>
                  <a:off x="4755356"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26"/>
                <p:cNvSpPr/>
                <p:nvPr/>
              </p:nvSpPr>
              <p:spPr>
                <a:xfrm>
                  <a:off x="4785169" y="2803969"/>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26"/>
                <p:cNvSpPr/>
                <p:nvPr/>
              </p:nvSpPr>
              <p:spPr>
                <a:xfrm>
                  <a:off x="4695825"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6"/>
                <p:cNvSpPr/>
                <p:nvPr/>
              </p:nvSpPr>
              <p:spPr>
                <a:xfrm>
                  <a:off x="4695825"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6"/>
                <p:cNvSpPr/>
                <p:nvPr/>
              </p:nvSpPr>
              <p:spPr>
                <a:xfrm>
                  <a:off x="4904232"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6"/>
                <p:cNvSpPr/>
                <p:nvPr/>
              </p:nvSpPr>
              <p:spPr>
                <a:xfrm>
                  <a:off x="4933950"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6"/>
                <p:cNvSpPr/>
                <p:nvPr/>
              </p:nvSpPr>
              <p:spPr>
                <a:xfrm>
                  <a:off x="4725543" y="2952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6"/>
                <p:cNvSpPr/>
                <p:nvPr/>
              </p:nvSpPr>
              <p:spPr>
                <a:xfrm>
                  <a:off x="5023294"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6"/>
                <p:cNvSpPr/>
                <p:nvPr/>
              </p:nvSpPr>
              <p:spPr>
                <a:xfrm>
                  <a:off x="4993481" y="3101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6"/>
                <p:cNvSpPr/>
                <p:nvPr/>
              </p:nvSpPr>
              <p:spPr>
                <a:xfrm>
                  <a:off x="4963668"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6"/>
                <p:cNvSpPr/>
                <p:nvPr/>
              </p:nvSpPr>
              <p:spPr>
                <a:xfrm>
                  <a:off x="4904232"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6"/>
                <p:cNvSpPr/>
                <p:nvPr/>
              </p:nvSpPr>
              <p:spPr>
                <a:xfrm>
                  <a:off x="4844605"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6"/>
                <p:cNvSpPr/>
                <p:nvPr/>
              </p:nvSpPr>
              <p:spPr>
                <a:xfrm>
                  <a:off x="4933950" y="3101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26"/>
                <p:cNvSpPr/>
                <p:nvPr/>
              </p:nvSpPr>
              <p:spPr>
                <a:xfrm>
                  <a:off x="4963668" y="3071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26"/>
                <p:cNvSpPr/>
                <p:nvPr/>
              </p:nvSpPr>
              <p:spPr>
                <a:xfrm>
                  <a:off x="4933950" y="3042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26"/>
                <p:cNvSpPr/>
                <p:nvPr/>
              </p:nvSpPr>
              <p:spPr>
                <a:xfrm>
                  <a:off x="4874418" y="3071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6"/>
                <p:cNvSpPr/>
                <p:nvPr/>
              </p:nvSpPr>
              <p:spPr>
                <a:xfrm>
                  <a:off x="4993481" y="3042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26"/>
                <p:cNvSpPr/>
                <p:nvPr/>
              </p:nvSpPr>
              <p:spPr>
                <a:xfrm>
                  <a:off x="49934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26"/>
                <p:cNvSpPr/>
                <p:nvPr/>
              </p:nvSpPr>
              <p:spPr>
                <a:xfrm>
                  <a:off x="4814887" y="3161156"/>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43" name="Google Shape;843;p26"/>
              <p:cNvGrpSpPr/>
              <p:nvPr/>
            </p:nvGrpSpPr>
            <p:grpSpPr>
              <a:xfrm>
                <a:off x="4011168" y="2119312"/>
                <a:ext cx="833437" cy="833437"/>
                <a:chOff x="4011168" y="2119312"/>
                <a:chExt cx="833437" cy="833437"/>
              </a:xfrm>
            </p:grpSpPr>
            <p:sp>
              <p:nvSpPr>
                <p:cNvPr id="844" name="Google Shape;844;p26"/>
                <p:cNvSpPr/>
                <p:nvPr/>
              </p:nvSpPr>
              <p:spPr>
                <a:xfrm>
                  <a:off x="4695825"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6"/>
                <p:cNvSpPr/>
                <p:nvPr/>
              </p:nvSpPr>
              <p:spPr>
                <a:xfrm>
                  <a:off x="4755356"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6"/>
                <p:cNvSpPr/>
                <p:nvPr/>
              </p:nvSpPr>
              <p:spPr>
                <a:xfrm>
                  <a:off x="4785169"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6"/>
                <p:cNvSpPr/>
                <p:nvPr/>
              </p:nvSpPr>
              <p:spPr>
                <a:xfrm>
                  <a:off x="4814887"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6"/>
                <p:cNvSpPr/>
                <p:nvPr/>
              </p:nvSpPr>
              <p:spPr>
                <a:xfrm>
                  <a:off x="4666107"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6"/>
                <p:cNvSpPr/>
                <p:nvPr/>
              </p:nvSpPr>
              <p:spPr>
                <a:xfrm>
                  <a:off x="4011168"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26"/>
                <p:cNvSpPr/>
                <p:nvPr/>
              </p:nvSpPr>
              <p:spPr>
                <a:xfrm>
                  <a:off x="4636293"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26"/>
                <p:cNvSpPr/>
                <p:nvPr/>
              </p:nvSpPr>
              <p:spPr>
                <a:xfrm>
                  <a:off x="4606480"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6"/>
                <p:cNvSpPr/>
                <p:nvPr/>
              </p:nvSpPr>
              <p:spPr>
                <a:xfrm>
                  <a:off x="460648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4" name="Google Shape;854;p26"/>
                <p:cNvSpPr/>
                <p:nvPr/>
              </p:nvSpPr>
              <p:spPr>
                <a:xfrm>
                  <a:off x="4666107"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5" name="Google Shape;855;p26"/>
                <p:cNvSpPr/>
                <p:nvPr/>
              </p:nvSpPr>
              <p:spPr>
                <a:xfrm>
                  <a:off x="4517231"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6"/>
                <p:cNvSpPr/>
                <p:nvPr/>
              </p:nvSpPr>
              <p:spPr>
                <a:xfrm>
                  <a:off x="4457700"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7" name="Google Shape;857;p26"/>
                <p:cNvSpPr/>
                <p:nvPr/>
              </p:nvSpPr>
              <p:spPr>
                <a:xfrm>
                  <a:off x="4398168"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8" name="Google Shape;858;p26"/>
                <p:cNvSpPr/>
                <p:nvPr/>
              </p:nvSpPr>
              <p:spPr>
                <a:xfrm>
                  <a:off x="4368355" y="274434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6"/>
                <p:cNvSpPr/>
                <p:nvPr/>
              </p:nvSpPr>
              <p:spPr>
                <a:xfrm>
                  <a:off x="4398168" y="271462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6"/>
                <p:cNvSpPr/>
                <p:nvPr/>
              </p:nvSpPr>
              <p:spPr>
                <a:xfrm>
                  <a:off x="4338637"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6"/>
                <p:cNvSpPr/>
                <p:nvPr/>
              </p:nvSpPr>
              <p:spPr>
                <a:xfrm>
                  <a:off x="4279106"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6"/>
                <p:cNvSpPr/>
                <p:nvPr/>
              </p:nvSpPr>
              <p:spPr>
                <a:xfrm>
                  <a:off x="4427982" y="26849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26"/>
                <p:cNvSpPr/>
                <p:nvPr/>
              </p:nvSpPr>
              <p:spPr>
                <a:xfrm>
                  <a:off x="4457700"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26"/>
                <p:cNvSpPr/>
                <p:nvPr/>
              </p:nvSpPr>
              <p:spPr>
                <a:xfrm>
                  <a:off x="4249293"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26"/>
                <p:cNvSpPr/>
                <p:nvPr/>
              </p:nvSpPr>
              <p:spPr>
                <a:xfrm>
                  <a:off x="4219575"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6" name="Google Shape;866;p26"/>
                <p:cNvSpPr/>
                <p:nvPr/>
              </p:nvSpPr>
              <p:spPr>
                <a:xfrm>
                  <a:off x="4189857" y="2506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6"/>
                <p:cNvSpPr/>
                <p:nvPr/>
              </p:nvSpPr>
              <p:spPr>
                <a:xfrm>
                  <a:off x="4160043"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6"/>
                <p:cNvSpPr/>
                <p:nvPr/>
              </p:nvSpPr>
              <p:spPr>
                <a:xfrm>
                  <a:off x="4130230"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6"/>
                <p:cNvSpPr/>
                <p:nvPr/>
              </p:nvSpPr>
              <p:spPr>
                <a:xfrm>
                  <a:off x="4100512" y="23277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0" name="Google Shape;870;p26"/>
                <p:cNvSpPr/>
                <p:nvPr/>
              </p:nvSpPr>
              <p:spPr>
                <a:xfrm>
                  <a:off x="4070794" y="22680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1" name="Google Shape;871;p26"/>
                <p:cNvSpPr/>
                <p:nvPr/>
              </p:nvSpPr>
              <p:spPr>
                <a:xfrm>
                  <a:off x="4040981"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2" name="Google Shape;872;p26"/>
                <p:cNvSpPr/>
                <p:nvPr/>
              </p:nvSpPr>
              <p:spPr>
                <a:xfrm>
                  <a:off x="4011168"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6"/>
                <p:cNvSpPr/>
                <p:nvPr/>
              </p:nvSpPr>
              <p:spPr>
                <a:xfrm>
                  <a:off x="4695825"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6"/>
                <p:cNvSpPr/>
                <p:nvPr/>
              </p:nvSpPr>
              <p:spPr>
                <a:xfrm>
                  <a:off x="4666107" y="2536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5" name="Google Shape;875;p26"/>
                <p:cNvSpPr/>
                <p:nvPr/>
              </p:nvSpPr>
              <p:spPr>
                <a:xfrm>
                  <a:off x="4636293" y="2506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6" name="Google Shape;876;p26"/>
                <p:cNvSpPr/>
                <p:nvPr/>
              </p:nvSpPr>
              <p:spPr>
                <a:xfrm>
                  <a:off x="457676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6"/>
                <p:cNvSpPr/>
                <p:nvPr/>
              </p:nvSpPr>
              <p:spPr>
                <a:xfrm>
                  <a:off x="4517231" y="2357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8" name="Google Shape;878;p26"/>
                <p:cNvSpPr/>
                <p:nvPr/>
              </p:nvSpPr>
              <p:spPr>
                <a:xfrm>
                  <a:off x="4457700" y="23277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9" name="Google Shape;879;p26"/>
                <p:cNvSpPr/>
                <p:nvPr/>
              </p:nvSpPr>
              <p:spPr>
                <a:xfrm>
                  <a:off x="4398168" y="22979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6"/>
                <p:cNvSpPr/>
                <p:nvPr/>
              </p:nvSpPr>
              <p:spPr>
                <a:xfrm>
                  <a:off x="4338637" y="22680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6"/>
                <p:cNvSpPr/>
                <p:nvPr/>
              </p:nvSpPr>
              <p:spPr>
                <a:xfrm>
                  <a:off x="4279106" y="22383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2" name="Google Shape;882;p26"/>
                <p:cNvSpPr/>
                <p:nvPr/>
              </p:nvSpPr>
              <p:spPr>
                <a:xfrm>
                  <a:off x="4219575" y="22086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3" name="Google Shape;883;p26"/>
                <p:cNvSpPr/>
                <p:nvPr/>
              </p:nvSpPr>
              <p:spPr>
                <a:xfrm>
                  <a:off x="4160043"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4" name="Google Shape;884;p26"/>
                <p:cNvSpPr/>
                <p:nvPr/>
              </p:nvSpPr>
              <p:spPr>
                <a:xfrm>
                  <a:off x="4100512"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5" name="Google Shape;885;p26"/>
                <p:cNvSpPr/>
                <p:nvPr/>
              </p:nvSpPr>
              <p:spPr>
                <a:xfrm>
                  <a:off x="4040981" y="2119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6" name="Google Shape;886;p26"/>
                <p:cNvSpPr/>
                <p:nvPr/>
              </p:nvSpPr>
              <p:spPr>
                <a:xfrm>
                  <a:off x="4606480" y="2536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6"/>
                <p:cNvSpPr/>
                <p:nvPr/>
              </p:nvSpPr>
              <p:spPr>
                <a:xfrm>
                  <a:off x="4576762" y="247649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6"/>
                <p:cNvSpPr/>
                <p:nvPr/>
              </p:nvSpPr>
              <p:spPr>
                <a:xfrm>
                  <a:off x="4606480"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9" name="Google Shape;889;p26"/>
                <p:cNvSpPr/>
                <p:nvPr/>
              </p:nvSpPr>
              <p:spPr>
                <a:xfrm>
                  <a:off x="4576762" y="2565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0" name="Google Shape;890;p26"/>
                <p:cNvSpPr/>
                <p:nvPr/>
              </p:nvSpPr>
              <p:spPr>
                <a:xfrm>
                  <a:off x="4547044"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6"/>
                <p:cNvSpPr/>
                <p:nvPr/>
              </p:nvSpPr>
              <p:spPr>
                <a:xfrm>
                  <a:off x="4666107"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2" name="Google Shape;892;p26"/>
                <p:cNvSpPr/>
                <p:nvPr/>
              </p:nvSpPr>
              <p:spPr>
                <a:xfrm>
                  <a:off x="4636293"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3" name="Google Shape;893;p26"/>
                <p:cNvSpPr/>
                <p:nvPr/>
              </p:nvSpPr>
              <p:spPr>
                <a:xfrm>
                  <a:off x="4576762"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6"/>
                <p:cNvSpPr/>
                <p:nvPr/>
              </p:nvSpPr>
              <p:spPr>
                <a:xfrm>
                  <a:off x="4636293"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6"/>
                <p:cNvSpPr/>
                <p:nvPr/>
              </p:nvSpPr>
              <p:spPr>
                <a:xfrm>
                  <a:off x="404098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6" name="Google Shape;896;p26"/>
                <p:cNvSpPr/>
                <p:nvPr/>
              </p:nvSpPr>
              <p:spPr>
                <a:xfrm>
                  <a:off x="401116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7" name="Google Shape;897;p26"/>
                <p:cNvSpPr/>
                <p:nvPr/>
              </p:nvSpPr>
              <p:spPr>
                <a:xfrm>
                  <a:off x="40409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898;p26"/>
                <p:cNvSpPr/>
                <p:nvPr/>
              </p:nvSpPr>
              <p:spPr>
                <a:xfrm>
                  <a:off x="4070794"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899;p26"/>
                <p:cNvSpPr/>
                <p:nvPr/>
              </p:nvSpPr>
              <p:spPr>
                <a:xfrm>
                  <a:off x="4070794" y="2178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0" name="Google Shape;900;p26"/>
                <p:cNvSpPr/>
                <p:nvPr/>
              </p:nvSpPr>
              <p:spPr>
                <a:xfrm>
                  <a:off x="410051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6"/>
                <p:cNvSpPr/>
                <p:nvPr/>
              </p:nvSpPr>
              <p:spPr>
                <a:xfrm>
                  <a:off x="4130230" y="223837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6"/>
                <p:cNvSpPr/>
                <p:nvPr/>
              </p:nvSpPr>
              <p:spPr>
                <a:xfrm>
                  <a:off x="416004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903;p26"/>
                <p:cNvSpPr/>
                <p:nvPr/>
              </p:nvSpPr>
              <p:spPr>
                <a:xfrm>
                  <a:off x="418985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904;p26"/>
                <p:cNvSpPr/>
                <p:nvPr/>
              </p:nvSpPr>
              <p:spPr>
                <a:xfrm>
                  <a:off x="4219575"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6"/>
                <p:cNvSpPr/>
                <p:nvPr/>
              </p:nvSpPr>
              <p:spPr>
                <a:xfrm>
                  <a:off x="4249293"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906;p26"/>
                <p:cNvSpPr/>
                <p:nvPr/>
              </p:nvSpPr>
              <p:spPr>
                <a:xfrm>
                  <a:off x="4279106" y="23871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907;p26"/>
                <p:cNvSpPr/>
                <p:nvPr/>
              </p:nvSpPr>
              <p:spPr>
                <a:xfrm>
                  <a:off x="4308919" y="24169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908;p26"/>
                <p:cNvSpPr/>
                <p:nvPr/>
              </p:nvSpPr>
              <p:spPr>
                <a:xfrm>
                  <a:off x="4338637"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909;p26"/>
                <p:cNvSpPr/>
                <p:nvPr/>
              </p:nvSpPr>
              <p:spPr>
                <a:xfrm>
                  <a:off x="4100512" y="2178843"/>
                  <a:ext cx="178593" cy="148875"/>
                </a:xfrm>
                <a:custGeom>
                  <a:avLst/>
                  <a:gdLst/>
                  <a:ahLst/>
                  <a:cxnLst/>
                  <a:rect l="l" t="t" r="r" b="b"/>
                  <a:pathLst>
                    <a:path w="178593" h="148875" extrusionOk="0">
                      <a:moveTo>
                        <a:pt x="178594" y="59531"/>
                      </a:moveTo>
                      <a:lnTo>
                        <a:pt x="178594" y="89249"/>
                      </a:lnTo>
                      <a:lnTo>
                        <a:pt x="148781" y="89249"/>
                      </a:lnTo>
                      <a:lnTo>
                        <a:pt x="148781" y="148876"/>
                      </a:lnTo>
                      <a:lnTo>
                        <a:pt x="119063" y="148876"/>
                      </a:lnTo>
                      <a:lnTo>
                        <a:pt x="119063" y="119063"/>
                      </a:lnTo>
                      <a:lnTo>
                        <a:pt x="89344" y="119063"/>
                      </a:lnTo>
                      <a:lnTo>
                        <a:pt x="89344" y="89249"/>
                      </a:lnTo>
                      <a:lnTo>
                        <a:pt x="59531" y="89249"/>
                      </a:lnTo>
                      <a:lnTo>
                        <a:pt x="59531" y="59531"/>
                      </a:lnTo>
                      <a:lnTo>
                        <a:pt x="29718" y="59531"/>
                      </a:lnTo>
                      <a:lnTo>
                        <a:pt x="29718" y="29813"/>
                      </a:lnTo>
                      <a:lnTo>
                        <a:pt x="0" y="29813"/>
                      </a:lnTo>
                      <a:lnTo>
                        <a:pt x="0" y="0"/>
                      </a:lnTo>
                      <a:lnTo>
                        <a:pt x="59531" y="0"/>
                      </a:lnTo>
                      <a:lnTo>
                        <a:pt x="59531" y="29813"/>
                      </a:lnTo>
                      <a:lnTo>
                        <a:pt x="119063" y="29813"/>
                      </a:lnTo>
                      <a:lnTo>
                        <a:pt x="119063" y="59531"/>
                      </a:lnTo>
                      <a:lnTo>
                        <a:pt x="178594"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6"/>
                <p:cNvSpPr/>
                <p:nvPr/>
              </p:nvSpPr>
              <p:spPr>
                <a:xfrm>
                  <a:off x="4249293" y="22680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1" name="Google Shape;911;p26"/>
                <p:cNvSpPr/>
                <p:nvPr/>
              </p:nvSpPr>
              <p:spPr>
                <a:xfrm>
                  <a:off x="4368355"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26"/>
                <p:cNvSpPr/>
                <p:nvPr/>
              </p:nvSpPr>
              <p:spPr>
                <a:xfrm>
                  <a:off x="4279106" y="2476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913;p26"/>
                <p:cNvSpPr/>
                <p:nvPr/>
              </p:nvSpPr>
              <p:spPr>
                <a:xfrm>
                  <a:off x="4338637"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4" name="Google Shape;914;p26"/>
                <p:cNvSpPr/>
                <p:nvPr/>
              </p:nvSpPr>
              <p:spPr>
                <a:xfrm>
                  <a:off x="4368355"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5" name="Google Shape;915;p26"/>
                <p:cNvSpPr/>
                <p:nvPr/>
              </p:nvSpPr>
              <p:spPr>
                <a:xfrm>
                  <a:off x="4308919"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6"/>
                <p:cNvSpPr/>
                <p:nvPr/>
              </p:nvSpPr>
              <p:spPr>
                <a:xfrm>
                  <a:off x="4279106"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917;p26"/>
                <p:cNvSpPr/>
                <p:nvPr/>
              </p:nvSpPr>
              <p:spPr>
                <a:xfrm>
                  <a:off x="4070794" y="2208656"/>
                  <a:ext cx="267842" cy="297561"/>
                </a:xfrm>
                <a:custGeom>
                  <a:avLst/>
                  <a:gdLst/>
                  <a:ahLst/>
                  <a:cxnLst/>
                  <a:rect l="l" t="t" r="r" b="b"/>
                  <a:pathLst>
                    <a:path w="267842" h="297561" extrusionOk="0">
                      <a:moveTo>
                        <a:pt x="267843" y="238125"/>
                      </a:moveTo>
                      <a:lnTo>
                        <a:pt x="267843" y="267843"/>
                      </a:lnTo>
                      <a:lnTo>
                        <a:pt x="208312" y="267843"/>
                      </a:lnTo>
                      <a:lnTo>
                        <a:pt x="208312" y="297561"/>
                      </a:lnTo>
                      <a:lnTo>
                        <a:pt x="119062" y="297561"/>
                      </a:lnTo>
                      <a:lnTo>
                        <a:pt x="119062" y="238125"/>
                      </a:lnTo>
                      <a:lnTo>
                        <a:pt x="89249" y="238125"/>
                      </a:lnTo>
                      <a:lnTo>
                        <a:pt x="89249" y="178499"/>
                      </a:lnTo>
                      <a:lnTo>
                        <a:pt x="59436" y="178499"/>
                      </a:lnTo>
                      <a:lnTo>
                        <a:pt x="59436" y="119063"/>
                      </a:lnTo>
                      <a:lnTo>
                        <a:pt x="29718" y="119063"/>
                      </a:lnTo>
                      <a:lnTo>
                        <a:pt x="29718" y="59436"/>
                      </a:lnTo>
                      <a:lnTo>
                        <a:pt x="0" y="59436"/>
                      </a:lnTo>
                      <a:lnTo>
                        <a:pt x="0" y="0"/>
                      </a:lnTo>
                      <a:lnTo>
                        <a:pt x="29718" y="0"/>
                      </a:lnTo>
                      <a:lnTo>
                        <a:pt x="29718" y="29718"/>
                      </a:lnTo>
                      <a:lnTo>
                        <a:pt x="59436" y="29718"/>
                      </a:lnTo>
                      <a:lnTo>
                        <a:pt x="59436" y="59436"/>
                      </a:lnTo>
                      <a:lnTo>
                        <a:pt x="89249" y="59436"/>
                      </a:lnTo>
                      <a:lnTo>
                        <a:pt x="89249" y="89249"/>
                      </a:lnTo>
                      <a:lnTo>
                        <a:pt x="119062" y="89249"/>
                      </a:lnTo>
                      <a:lnTo>
                        <a:pt x="119062" y="119063"/>
                      </a:lnTo>
                      <a:lnTo>
                        <a:pt x="148781" y="119063"/>
                      </a:lnTo>
                      <a:lnTo>
                        <a:pt x="148781" y="148781"/>
                      </a:lnTo>
                      <a:lnTo>
                        <a:pt x="178499" y="148781"/>
                      </a:lnTo>
                      <a:lnTo>
                        <a:pt x="178499" y="178499"/>
                      </a:lnTo>
                      <a:lnTo>
                        <a:pt x="208312" y="178499"/>
                      </a:lnTo>
                      <a:lnTo>
                        <a:pt x="208312" y="208312"/>
                      </a:lnTo>
                      <a:lnTo>
                        <a:pt x="238125" y="208312"/>
                      </a:lnTo>
                      <a:lnTo>
                        <a:pt x="238125" y="238125"/>
                      </a:lnTo>
                      <a:lnTo>
                        <a:pt x="267843" y="23812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918;p26"/>
                <p:cNvSpPr/>
                <p:nvPr/>
              </p:nvSpPr>
              <p:spPr>
                <a:xfrm>
                  <a:off x="4219575" y="2506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6"/>
                <p:cNvSpPr/>
                <p:nvPr/>
              </p:nvSpPr>
              <p:spPr>
                <a:xfrm>
                  <a:off x="4249293" y="2268092"/>
                  <a:ext cx="148875" cy="178688"/>
                </a:xfrm>
                <a:custGeom>
                  <a:avLst/>
                  <a:gdLst/>
                  <a:ahLst/>
                  <a:cxnLst/>
                  <a:rect l="l" t="t" r="r" b="b"/>
                  <a:pathLst>
                    <a:path w="148875" h="178688" extrusionOk="0">
                      <a:moveTo>
                        <a:pt x="148876" y="29813"/>
                      </a:moveTo>
                      <a:lnTo>
                        <a:pt x="148876" y="119063"/>
                      </a:lnTo>
                      <a:lnTo>
                        <a:pt x="119062" y="119063"/>
                      </a:lnTo>
                      <a:lnTo>
                        <a:pt x="119062" y="178689"/>
                      </a:lnTo>
                      <a:lnTo>
                        <a:pt x="89344" y="178689"/>
                      </a:lnTo>
                      <a:lnTo>
                        <a:pt x="89344" y="148876"/>
                      </a:lnTo>
                      <a:lnTo>
                        <a:pt x="59627" y="148876"/>
                      </a:lnTo>
                      <a:lnTo>
                        <a:pt x="59627" y="119063"/>
                      </a:lnTo>
                      <a:lnTo>
                        <a:pt x="29813" y="119063"/>
                      </a:lnTo>
                      <a:lnTo>
                        <a:pt x="29813" y="89344"/>
                      </a:lnTo>
                      <a:lnTo>
                        <a:pt x="0" y="89344"/>
                      </a:lnTo>
                      <a:lnTo>
                        <a:pt x="0" y="59626"/>
                      </a:lnTo>
                      <a:lnTo>
                        <a:pt x="29813" y="59626"/>
                      </a:lnTo>
                      <a:lnTo>
                        <a:pt x="29813" y="0"/>
                      </a:lnTo>
                      <a:lnTo>
                        <a:pt x="89344" y="0"/>
                      </a:lnTo>
                      <a:lnTo>
                        <a:pt x="89344" y="29813"/>
                      </a:lnTo>
                      <a:lnTo>
                        <a:pt x="148876" y="2981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26"/>
                <p:cNvSpPr/>
                <p:nvPr/>
              </p:nvSpPr>
              <p:spPr>
                <a:xfrm>
                  <a:off x="4398168" y="23277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26"/>
                <p:cNvSpPr/>
                <p:nvPr/>
              </p:nvSpPr>
              <p:spPr>
                <a:xfrm>
                  <a:off x="4219575" y="2476499"/>
                  <a:ext cx="148780" cy="148780"/>
                </a:xfrm>
                <a:custGeom>
                  <a:avLst/>
                  <a:gdLst/>
                  <a:ahLst/>
                  <a:cxnLst/>
                  <a:rect l="l" t="t" r="r" b="b"/>
                  <a:pathLst>
                    <a:path w="148780" h="148780" extrusionOk="0">
                      <a:moveTo>
                        <a:pt x="148780" y="0"/>
                      </a:moveTo>
                      <a:lnTo>
                        <a:pt x="148780" y="59531"/>
                      </a:lnTo>
                      <a:lnTo>
                        <a:pt x="119063" y="59531"/>
                      </a:lnTo>
                      <a:lnTo>
                        <a:pt x="119063" y="89344"/>
                      </a:lnTo>
                      <a:lnTo>
                        <a:pt x="89345" y="89344"/>
                      </a:lnTo>
                      <a:lnTo>
                        <a:pt x="89345" y="119063"/>
                      </a:lnTo>
                      <a:lnTo>
                        <a:pt x="59531" y="119063"/>
                      </a:lnTo>
                      <a:lnTo>
                        <a:pt x="59531" y="148780"/>
                      </a:lnTo>
                      <a:lnTo>
                        <a:pt x="29718" y="148780"/>
                      </a:lnTo>
                      <a:lnTo>
                        <a:pt x="29718" y="89344"/>
                      </a:lnTo>
                      <a:lnTo>
                        <a:pt x="0" y="89344"/>
                      </a:lnTo>
                      <a:lnTo>
                        <a:pt x="0" y="59531"/>
                      </a:lnTo>
                      <a:lnTo>
                        <a:pt x="59531" y="59531"/>
                      </a:lnTo>
                      <a:lnTo>
                        <a:pt x="59531" y="29718"/>
                      </a:lnTo>
                      <a:lnTo>
                        <a:pt x="119063" y="29718"/>
                      </a:lnTo>
                      <a:lnTo>
                        <a:pt x="119063" y="0"/>
                      </a:lnTo>
                      <a:lnTo>
                        <a:pt x="14878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6"/>
                <p:cNvSpPr/>
                <p:nvPr/>
              </p:nvSpPr>
              <p:spPr>
                <a:xfrm>
                  <a:off x="4368355" y="247649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6"/>
                <p:cNvSpPr/>
                <p:nvPr/>
              </p:nvSpPr>
              <p:spPr>
                <a:xfrm>
                  <a:off x="4398168"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6"/>
                <p:cNvSpPr/>
                <p:nvPr/>
              </p:nvSpPr>
              <p:spPr>
                <a:xfrm>
                  <a:off x="4427982"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6"/>
                <p:cNvSpPr/>
                <p:nvPr/>
              </p:nvSpPr>
              <p:spPr>
                <a:xfrm>
                  <a:off x="4457700"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926;p26"/>
                <p:cNvSpPr/>
                <p:nvPr/>
              </p:nvSpPr>
              <p:spPr>
                <a:xfrm>
                  <a:off x="4487418"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927;p26"/>
                <p:cNvSpPr/>
                <p:nvPr/>
              </p:nvSpPr>
              <p:spPr>
                <a:xfrm>
                  <a:off x="4279106" y="2536030"/>
                  <a:ext cx="238125" cy="178593"/>
                </a:xfrm>
                <a:custGeom>
                  <a:avLst/>
                  <a:gdLst/>
                  <a:ahLst/>
                  <a:cxnLst/>
                  <a:rect l="l" t="t" r="r" b="b"/>
                  <a:pathLst>
                    <a:path w="238125" h="178593" extrusionOk="0">
                      <a:moveTo>
                        <a:pt x="238125" y="89249"/>
                      </a:moveTo>
                      <a:lnTo>
                        <a:pt x="238125" y="119063"/>
                      </a:lnTo>
                      <a:lnTo>
                        <a:pt x="178594" y="119063"/>
                      </a:lnTo>
                      <a:lnTo>
                        <a:pt x="178594" y="148876"/>
                      </a:lnTo>
                      <a:lnTo>
                        <a:pt x="148876" y="148876"/>
                      </a:lnTo>
                      <a:lnTo>
                        <a:pt x="148876" y="178594"/>
                      </a:lnTo>
                      <a:lnTo>
                        <a:pt x="119063" y="178594"/>
                      </a:lnTo>
                      <a:lnTo>
                        <a:pt x="119063" y="148876"/>
                      </a:lnTo>
                      <a:lnTo>
                        <a:pt x="59531" y="148876"/>
                      </a:lnTo>
                      <a:lnTo>
                        <a:pt x="59531" y="119063"/>
                      </a:lnTo>
                      <a:lnTo>
                        <a:pt x="0" y="119063"/>
                      </a:lnTo>
                      <a:lnTo>
                        <a:pt x="0" y="89249"/>
                      </a:lnTo>
                      <a:lnTo>
                        <a:pt x="29813" y="89249"/>
                      </a:lnTo>
                      <a:lnTo>
                        <a:pt x="29813" y="59531"/>
                      </a:lnTo>
                      <a:lnTo>
                        <a:pt x="59531" y="59531"/>
                      </a:lnTo>
                      <a:lnTo>
                        <a:pt x="59531" y="29813"/>
                      </a:lnTo>
                      <a:lnTo>
                        <a:pt x="89249" y="29813"/>
                      </a:lnTo>
                      <a:lnTo>
                        <a:pt x="89249" y="0"/>
                      </a:lnTo>
                      <a:lnTo>
                        <a:pt x="148876" y="0"/>
                      </a:lnTo>
                      <a:lnTo>
                        <a:pt x="148876" y="29813"/>
                      </a:lnTo>
                      <a:lnTo>
                        <a:pt x="178594" y="29813"/>
                      </a:lnTo>
                      <a:lnTo>
                        <a:pt x="178594" y="59531"/>
                      </a:lnTo>
                      <a:lnTo>
                        <a:pt x="208312" y="59531"/>
                      </a:lnTo>
                      <a:lnTo>
                        <a:pt x="208312" y="89249"/>
                      </a:lnTo>
                      <a:lnTo>
                        <a:pt x="238125" y="892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6"/>
                <p:cNvSpPr/>
                <p:nvPr/>
              </p:nvSpPr>
              <p:spPr>
                <a:xfrm>
                  <a:off x="4368355" y="2327718"/>
                  <a:ext cx="238125" cy="297560"/>
                </a:xfrm>
                <a:custGeom>
                  <a:avLst/>
                  <a:gdLst/>
                  <a:ahLst/>
                  <a:cxnLst/>
                  <a:rect l="l" t="t" r="r" b="b"/>
                  <a:pathLst>
                    <a:path w="238125" h="297560" extrusionOk="0">
                      <a:moveTo>
                        <a:pt x="208407" y="148781"/>
                      </a:moveTo>
                      <a:lnTo>
                        <a:pt x="208407" y="208312"/>
                      </a:lnTo>
                      <a:lnTo>
                        <a:pt x="238125" y="208312"/>
                      </a:lnTo>
                      <a:lnTo>
                        <a:pt x="238125" y="238125"/>
                      </a:lnTo>
                      <a:lnTo>
                        <a:pt x="208407" y="238125"/>
                      </a:lnTo>
                      <a:lnTo>
                        <a:pt x="208407" y="267843"/>
                      </a:lnTo>
                      <a:lnTo>
                        <a:pt x="178689" y="267843"/>
                      </a:lnTo>
                      <a:lnTo>
                        <a:pt x="178689" y="297561"/>
                      </a:lnTo>
                      <a:lnTo>
                        <a:pt x="148876" y="297561"/>
                      </a:lnTo>
                      <a:lnTo>
                        <a:pt x="148876" y="267843"/>
                      </a:lnTo>
                      <a:lnTo>
                        <a:pt x="119063" y="267843"/>
                      </a:lnTo>
                      <a:lnTo>
                        <a:pt x="119063" y="238125"/>
                      </a:lnTo>
                      <a:lnTo>
                        <a:pt x="89345" y="238125"/>
                      </a:lnTo>
                      <a:lnTo>
                        <a:pt x="89345" y="208312"/>
                      </a:lnTo>
                      <a:lnTo>
                        <a:pt x="59627" y="208312"/>
                      </a:lnTo>
                      <a:lnTo>
                        <a:pt x="59627" y="178499"/>
                      </a:lnTo>
                      <a:lnTo>
                        <a:pt x="29813" y="178499"/>
                      </a:lnTo>
                      <a:lnTo>
                        <a:pt x="29813" y="148781"/>
                      </a:lnTo>
                      <a:lnTo>
                        <a:pt x="0" y="148781"/>
                      </a:lnTo>
                      <a:lnTo>
                        <a:pt x="0" y="119063"/>
                      </a:lnTo>
                      <a:lnTo>
                        <a:pt x="29813" y="119063"/>
                      </a:lnTo>
                      <a:lnTo>
                        <a:pt x="29813" y="59436"/>
                      </a:lnTo>
                      <a:lnTo>
                        <a:pt x="59627" y="59436"/>
                      </a:lnTo>
                      <a:lnTo>
                        <a:pt x="59627" y="0"/>
                      </a:lnTo>
                      <a:lnTo>
                        <a:pt x="89345" y="0"/>
                      </a:lnTo>
                      <a:lnTo>
                        <a:pt x="89345" y="29718"/>
                      </a:lnTo>
                      <a:lnTo>
                        <a:pt x="148876" y="29718"/>
                      </a:lnTo>
                      <a:lnTo>
                        <a:pt x="148876" y="59436"/>
                      </a:lnTo>
                      <a:lnTo>
                        <a:pt x="208407" y="59436"/>
                      </a:lnTo>
                      <a:lnTo>
                        <a:pt x="208407" y="89249"/>
                      </a:lnTo>
                      <a:lnTo>
                        <a:pt x="238125" y="89249"/>
                      </a:lnTo>
                      <a:lnTo>
                        <a:pt x="238125" y="148781"/>
                      </a:lnTo>
                      <a:lnTo>
                        <a:pt x="208407"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6"/>
                <p:cNvSpPr/>
                <p:nvPr/>
              </p:nvSpPr>
              <p:spPr>
                <a:xfrm>
                  <a:off x="4517231" y="26252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6"/>
                <p:cNvSpPr/>
                <p:nvPr/>
              </p:nvSpPr>
              <p:spPr>
                <a:xfrm>
                  <a:off x="4547044" y="26550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6"/>
                <p:cNvSpPr/>
                <p:nvPr/>
              </p:nvSpPr>
              <p:spPr>
                <a:xfrm>
                  <a:off x="4398168" y="2655093"/>
                  <a:ext cx="208311" cy="148875"/>
                </a:xfrm>
                <a:custGeom>
                  <a:avLst/>
                  <a:gdLst/>
                  <a:ahLst/>
                  <a:cxnLst/>
                  <a:rect l="l" t="t" r="r" b="b"/>
                  <a:pathLst>
                    <a:path w="208311" h="148875" extrusionOk="0">
                      <a:moveTo>
                        <a:pt x="208312" y="59531"/>
                      </a:moveTo>
                      <a:lnTo>
                        <a:pt x="208312" y="89249"/>
                      </a:lnTo>
                      <a:lnTo>
                        <a:pt x="178594" y="89249"/>
                      </a:lnTo>
                      <a:lnTo>
                        <a:pt x="178594" y="119063"/>
                      </a:lnTo>
                      <a:lnTo>
                        <a:pt x="119063" y="119063"/>
                      </a:lnTo>
                      <a:lnTo>
                        <a:pt x="119063" y="148876"/>
                      </a:lnTo>
                      <a:lnTo>
                        <a:pt x="59531" y="148876"/>
                      </a:lnTo>
                      <a:lnTo>
                        <a:pt x="59531" y="119063"/>
                      </a:lnTo>
                      <a:lnTo>
                        <a:pt x="0" y="119063"/>
                      </a:lnTo>
                      <a:lnTo>
                        <a:pt x="0" y="89249"/>
                      </a:lnTo>
                      <a:lnTo>
                        <a:pt x="29813" y="89249"/>
                      </a:lnTo>
                      <a:lnTo>
                        <a:pt x="29813" y="59531"/>
                      </a:lnTo>
                      <a:lnTo>
                        <a:pt x="59531" y="59531"/>
                      </a:lnTo>
                      <a:lnTo>
                        <a:pt x="59531" y="29813"/>
                      </a:lnTo>
                      <a:lnTo>
                        <a:pt x="119063" y="29813"/>
                      </a:lnTo>
                      <a:lnTo>
                        <a:pt x="119063" y="0"/>
                      </a:lnTo>
                      <a:lnTo>
                        <a:pt x="148876" y="0"/>
                      </a:lnTo>
                      <a:lnTo>
                        <a:pt x="148876" y="29813"/>
                      </a:lnTo>
                      <a:lnTo>
                        <a:pt x="178594" y="29813"/>
                      </a:lnTo>
                      <a:lnTo>
                        <a:pt x="178594" y="59531"/>
                      </a:lnTo>
                      <a:lnTo>
                        <a:pt x="208312"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26"/>
                <p:cNvSpPr/>
                <p:nvPr/>
              </p:nvSpPr>
              <p:spPr>
                <a:xfrm>
                  <a:off x="4547044" y="2536030"/>
                  <a:ext cx="148780" cy="178593"/>
                </a:xfrm>
                <a:custGeom>
                  <a:avLst/>
                  <a:gdLst/>
                  <a:ahLst/>
                  <a:cxnLst/>
                  <a:rect l="l" t="t" r="r" b="b"/>
                  <a:pathLst>
                    <a:path w="148780" h="178593" extrusionOk="0">
                      <a:moveTo>
                        <a:pt x="148780" y="59531"/>
                      </a:moveTo>
                      <a:lnTo>
                        <a:pt x="148780" y="119063"/>
                      </a:lnTo>
                      <a:lnTo>
                        <a:pt x="119062" y="119063"/>
                      </a:lnTo>
                      <a:lnTo>
                        <a:pt x="119062" y="148876"/>
                      </a:lnTo>
                      <a:lnTo>
                        <a:pt x="89249" y="148876"/>
                      </a:lnTo>
                      <a:lnTo>
                        <a:pt x="89249" y="178594"/>
                      </a:lnTo>
                      <a:lnTo>
                        <a:pt x="59436" y="178594"/>
                      </a:lnTo>
                      <a:lnTo>
                        <a:pt x="59436" y="148876"/>
                      </a:lnTo>
                      <a:lnTo>
                        <a:pt x="29718" y="148876"/>
                      </a:lnTo>
                      <a:lnTo>
                        <a:pt x="29718" y="119063"/>
                      </a:lnTo>
                      <a:lnTo>
                        <a:pt x="0" y="119063"/>
                      </a:lnTo>
                      <a:lnTo>
                        <a:pt x="0" y="89249"/>
                      </a:lnTo>
                      <a:lnTo>
                        <a:pt x="29718" y="89249"/>
                      </a:lnTo>
                      <a:lnTo>
                        <a:pt x="29718" y="59531"/>
                      </a:lnTo>
                      <a:lnTo>
                        <a:pt x="59436" y="59531"/>
                      </a:lnTo>
                      <a:lnTo>
                        <a:pt x="59436" y="29813"/>
                      </a:lnTo>
                      <a:lnTo>
                        <a:pt x="89249" y="29813"/>
                      </a:lnTo>
                      <a:lnTo>
                        <a:pt x="89249" y="0"/>
                      </a:lnTo>
                      <a:lnTo>
                        <a:pt x="119062" y="0"/>
                      </a:lnTo>
                      <a:lnTo>
                        <a:pt x="119062" y="59531"/>
                      </a:lnTo>
                      <a:lnTo>
                        <a:pt x="14878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933;p26"/>
                <p:cNvSpPr/>
                <p:nvPr/>
              </p:nvSpPr>
              <p:spPr>
                <a:xfrm>
                  <a:off x="4576762"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6"/>
                <p:cNvSpPr/>
                <p:nvPr/>
              </p:nvSpPr>
              <p:spPr>
                <a:xfrm>
                  <a:off x="4636293"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26"/>
                <p:cNvSpPr/>
                <p:nvPr/>
              </p:nvSpPr>
              <p:spPr>
                <a:xfrm>
                  <a:off x="460648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6;p26"/>
                <p:cNvSpPr/>
                <p:nvPr/>
              </p:nvSpPr>
              <p:spPr>
                <a:xfrm>
                  <a:off x="4576762"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26"/>
                <p:cNvSpPr/>
                <p:nvPr/>
              </p:nvSpPr>
              <p:spPr>
                <a:xfrm>
                  <a:off x="4636293"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38;p26"/>
                <p:cNvSpPr/>
                <p:nvPr/>
              </p:nvSpPr>
              <p:spPr>
                <a:xfrm>
                  <a:off x="4606480" y="2565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39;p26"/>
                <p:cNvSpPr/>
                <p:nvPr/>
              </p:nvSpPr>
              <p:spPr>
                <a:xfrm>
                  <a:off x="4576762" y="2595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40;p26"/>
                <p:cNvSpPr/>
                <p:nvPr/>
              </p:nvSpPr>
              <p:spPr>
                <a:xfrm>
                  <a:off x="4636293" y="2536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41;p26"/>
                <p:cNvSpPr/>
                <p:nvPr/>
              </p:nvSpPr>
              <p:spPr>
                <a:xfrm>
                  <a:off x="4517231"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942;p26"/>
                <p:cNvSpPr/>
                <p:nvPr/>
              </p:nvSpPr>
              <p:spPr>
                <a:xfrm>
                  <a:off x="4666107"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26"/>
                <p:cNvSpPr/>
                <p:nvPr/>
              </p:nvSpPr>
              <p:spPr>
                <a:xfrm>
                  <a:off x="4517231" y="26550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944;p26"/>
                <p:cNvSpPr/>
                <p:nvPr/>
              </p:nvSpPr>
              <p:spPr>
                <a:xfrm>
                  <a:off x="4457700" y="26849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45;p26"/>
                <p:cNvSpPr/>
                <p:nvPr/>
              </p:nvSpPr>
              <p:spPr>
                <a:xfrm>
                  <a:off x="4368355"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6" name="Google Shape;946;p26"/>
                <p:cNvSpPr/>
                <p:nvPr/>
              </p:nvSpPr>
              <p:spPr>
                <a:xfrm>
                  <a:off x="4487418" y="23574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47;p26"/>
                <p:cNvSpPr/>
                <p:nvPr/>
              </p:nvSpPr>
              <p:spPr>
                <a:xfrm>
                  <a:off x="4457700"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948;p26"/>
                <p:cNvSpPr/>
                <p:nvPr/>
              </p:nvSpPr>
              <p:spPr>
                <a:xfrm>
                  <a:off x="4487418" y="247649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26"/>
                <p:cNvSpPr/>
                <p:nvPr/>
              </p:nvSpPr>
              <p:spPr>
                <a:xfrm>
                  <a:off x="4517231"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26"/>
                <p:cNvSpPr/>
                <p:nvPr/>
              </p:nvSpPr>
              <p:spPr>
                <a:xfrm>
                  <a:off x="4547044" y="24169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951;p26"/>
                <p:cNvSpPr/>
                <p:nvPr/>
              </p:nvSpPr>
              <p:spPr>
                <a:xfrm>
                  <a:off x="4368355" y="2297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952;p26"/>
                <p:cNvSpPr/>
                <p:nvPr/>
              </p:nvSpPr>
              <p:spPr>
                <a:xfrm>
                  <a:off x="4249293"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26"/>
                <p:cNvSpPr/>
                <p:nvPr/>
              </p:nvSpPr>
              <p:spPr>
                <a:xfrm>
                  <a:off x="4547044" y="23871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26"/>
                <p:cNvSpPr/>
                <p:nvPr/>
              </p:nvSpPr>
              <p:spPr>
                <a:xfrm>
                  <a:off x="4576762"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955;p26"/>
                <p:cNvSpPr/>
                <p:nvPr/>
              </p:nvSpPr>
              <p:spPr>
                <a:xfrm>
                  <a:off x="4368355"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956;p26"/>
                <p:cNvSpPr/>
                <p:nvPr/>
              </p:nvSpPr>
              <p:spPr>
                <a:xfrm>
                  <a:off x="4189857"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26"/>
                <p:cNvSpPr/>
                <p:nvPr/>
              </p:nvSpPr>
              <p:spPr>
                <a:xfrm>
                  <a:off x="4249293"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26"/>
                <p:cNvSpPr/>
                <p:nvPr/>
              </p:nvSpPr>
              <p:spPr>
                <a:xfrm>
                  <a:off x="4427982"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9" name="Google Shape;959;p26"/>
                <p:cNvSpPr/>
                <p:nvPr/>
              </p:nvSpPr>
              <p:spPr>
                <a:xfrm>
                  <a:off x="4487418" y="26252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960;p26"/>
                <p:cNvSpPr/>
                <p:nvPr/>
              </p:nvSpPr>
              <p:spPr>
                <a:xfrm>
                  <a:off x="4308919"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26"/>
                <p:cNvSpPr/>
                <p:nvPr/>
              </p:nvSpPr>
              <p:spPr>
                <a:xfrm>
                  <a:off x="4130230" y="226809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26"/>
                <p:cNvSpPr/>
                <p:nvPr/>
              </p:nvSpPr>
              <p:spPr>
                <a:xfrm>
                  <a:off x="4070794" y="2208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26"/>
                <p:cNvSpPr/>
                <p:nvPr/>
              </p:nvSpPr>
              <p:spPr>
                <a:xfrm>
                  <a:off x="4398168"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26"/>
                <p:cNvSpPr/>
                <p:nvPr/>
              </p:nvSpPr>
              <p:spPr>
                <a:xfrm>
                  <a:off x="4427982" y="23277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26"/>
                <p:cNvSpPr/>
                <p:nvPr/>
              </p:nvSpPr>
              <p:spPr>
                <a:xfrm>
                  <a:off x="4279106" y="22680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26"/>
                <p:cNvSpPr/>
                <p:nvPr/>
              </p:nvSpPr>
              <p:spPr>
                <a:xfrm>
                  <a:off x="4338637"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26"/>
                <p:cNvSpPr/>
                <p:nvPr/>
              </p:nvSpPr>
              <p:spPr>
                <a:xfrm>
                  <a:off x="4308919"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968" name="Google Shape;968;p26"/>
          <p:cNvGrpSpPr/>
          <p:nvPr/>
        </p:nvGrpSpPr>
        <p:grpSpPr>
          <a:xfrm>
            <a:off x="7508379" y="3347439"/>
            <a:ext cx="1174471" cy="1374022"/>
            <a:chOff x="6600825" y="3577779"/>
            <a:chExt cx="1577530" cy="1845564"/>
          </a:xfrm>
        </p:grpSpPr>
        <p:grpSp>
          <p:nvGrpSpPr>
            <p:cNvPr id="969" name="Google Shape;969;p26"/>
            <p:cNvGrpSpPr/>
            <p:nvPr/>
          </p:nvGrpSpPr>
          <p:grpSpPr>
            <a:xfrm>
              <a:off x="6600825" y="3577779"/>
              <a:ext cx="1577530" cy="1845564"/>
              <a:chOff x="6600825" y="3577779"/>
              <a:chExt cx="1577530" cy="1845564"/>
            </a:xfrm>
          </p:grpSpPr>
          <p:sp>
            <p:nvSpPr>
              <p:cNvPr id="970" name="Google Shape;970;p26"/>
              <p:cNvSpPr/>
              <p:nvPr/>
            </p:nvSpPr>
            <p:spPr>
              <a:xfrm>
                <a:off x="7136606" y="3845718"/>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26"/>
              <p:cNvSpPr/>
              <p:nvPr/>
            </p:nvSpPr>
            <p:spPr>
              <a:xfrm>
                <a:off x="7136606" y="390524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2" name="Google Shape;972;p26"/>
              <p:cNvSpPr/>
              <p:nvPr/>
            </p:nvSpPr>
            <p:spPr>
              <a:xfrm>
                <a:off x="7106793" y="38755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973;p26"/>
              <p:cNvSpPr/>
              <p:nvPr/>
            </p:nvSpPr>
            <p:spPr>
              <a:xfrm>
                <a:off x="7166419" y="38755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26"/>
              <p:cNvSpPr/>
              <p:nvPr/>
            </p:nvSpPr>
            <p:spPr>
              <a:xfrm>
                <a:off x="7404544" y="357778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26"/>
              <p:cNvSpPr/>
              <p:nvPr/>
            </p:nvSpPr>
            <p:spPr>
              <a:xfrm>
                <a:off x="7404544" y="3637406"/>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976;p26"/>
              <p:cNvSpPr/>
              <p:nvPr/>
            </p:nvSpPr>
            <p:spPr>
              <a:xfrm>
                <a:off x="7374731" y="3607593"/>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7" name="Google Shape;977;p26"/>
              <p:cNvSpPr/>
              <p:nvPr/>
            </p:nvSpPr>
            <p:spPr>
              <a:xfrm>
                <a:off x="7434262" y="3607593"/>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26"/>
              <p:cNvSpPr/>
              <p:nvPr/>
            </p:nvSpPr>
            <p:spPr>
              <a:xfrm>
                <a:off x="6600825" y="3577779"/>
                <a:ext cx="1577530" cy="1845564"/>
              </a:xfrm>
              <a:custGeom>
                <a:avLst/>
                <a:gdLst/>
                <a:ahLst/>
                <a:cxnLst/>
                <a:rect l="l" t="t" r="r" b="b"/>
                <a:pathLst>
                  <a:path w="1577530" h="1845564" extrusionOk="0">
                    <a:moveTo>
                      <a:pt x="1547813" y="922782"/>
                    </a:moveTo>
                    <a:lnTo>
                      <a:pt x="1518095" y="922782"/>
                    </a:lnTo>
                    <a:lnTo>
                      <a:pt x="1518095" y="952500"/>
                    </a:lnTo>
                    <a:lnTo>
                      <a:pt x="1488281" y="952500"/>
                    </a:lnTo>
                    <a:lnTo>
                      <a:pt x="1488281" y="982313"/>
                    </a:lnTo>
                    <a:lnTo>
                      <a:pt x="1458468" y="982313"/>
                    </a:lnTo>
                    <a:lnTo>
                      <a:pt x="1458468" y="1012127"/>
                    </a:lnTo>
                    <a:lnTo>
                      <a:pt x="1428750" y="1012127"/>
                    </a:lnTo>
                    <a:lnTo>
                      <a:pt x="1428750" y="1041845"/>
                    </a:lnTo>
                    <a:lnTo>
                      <a:pt x="1399032" y="1041845"/>
                    </a:lnTo>
                    <a:lnTo>
                      <a:pt x="1399032" y="1071563"/>
                    </a:lnTo>
                    <a:lnTo>
                      <a:pt x="1369219" y="1071563"/>
                    </a:lnTo>
                    <a:lnTo>
                      <a:pt x="1369219" y="1101376"/>
                    </a:lnTo>
                    <a:lnTo>
                      <a:pt x="1339406" y="1101376"/>
                    </a:lnTo>
                    <a:lnTo>
                      <a:pt x="1339406" y="1131189"/>
                    </a:lnTo>
                    <a:lnTo>
                      <a:pt x="1309688" y="1131189"/>
                    </a:lnTo>
                    <a:lnTo>
                      <a:pt x="1309688" y="1160907"/>
                    </a:lnTo>
                    <a:lnTo>
                      <a:pt x="1279970" y="1160907"/>
                    </a:lnTo>
                    <a:lnTo>
                      <a:pt x="1279970" y="1190625"/>
                    </a:lnTo>
                    <a:lnTo>
                      <a:pt x="1250156" y="1190625"/>
                    </a:lnTo>
                    <a:lnTo>
                      <a:pt x="1250156" y="1101376"/>
                    </a:lnTo>
                    <a:lnTo>
                      <a:pt x="1220343" y="1101376"/>
                    </a:lnTo>
                    <a:lnTo>
                      <a:pt x="1220343" y="982313"/>
                    </a:lnTo>
                    <a:lnTo>
                      <a:pt x="1190625" y="982313"/>
                    </a:lnTo>
                    <a:lnTo>
                      <a:pt x="1190625" y="922782"/>
                    </a:lnTo>
                    <a:lnTo>
                      <a:pt x="1160907" y="922782"/>
                    </a:lnTo>
                    <a:lnTo>
                      <a:pt x="1160907" y="893064"/>
                    </a:lnTo>
                    <a:lnTo>
                      <a:pt x="1131094" y="893064"/>
                    </a:lnTo>
                    <a:lnTo>
                      <a:pt x="1131094" y="863251"/>
                    </a:lnTo>
                    <a:lnTo>
                      <a:pt x="1101281" y="863251"/>
                    </a:lnTo>
                    <a:lnTo>
                      <a:pt x="1101281" y="833438"/>
                    </a:lnTo>
                    <a:lnTo>
                      <a:pt x="1041845" y="833438"/>
                    </a:lnTo>
                    <a:lnTo>
                      <a:pt x="1041845" y="803720"/>
                    </a:lnTo>
                    <a:lnTo>
                      <a:pt x="982218" y="803720"/>
                    </a:lnTo>
                    <a:lnTo>
                      <a:pt x="982218" y="774002"/>
                    </a:lnTo>
                    <a:lnTo>
                      <a:pt x="922782" y="774002"/>
                    </a:lnTo>
                    <a:lnTo>
                      <a:pt x="922782" y="744188"/>
                    </a:lnTo>
                    <a:lnTo>
                      <a:pt x="892969" y="744188"/>
                    </a:lnTo>
                    <a:lnTo>
                      <a:pt x="892969" y="714375"/>
                    </a:lnTo>
                    <a:lnTo>
                      <a:pt x="833438" y="714375"/>
                    </a:lnTo>
                    <a:lnTo>
                      <a:pt x="833438" y="684657"/>
                    </a:lnTo>
                    <a:lnTo>
                      <a:pt x="803720" y="684657"/>
                    </a:lnTo>
                    <a:lnTo>
                      <a:pt x="803720" y="595313"/>
                    </a:lnTo>
                    <a:lnTo>
                      <a:pt x="833438" y="595313"/>
                    </a:lnTo>
                    <a:lnTo>
                      <a:pt x="833438" y="476250"/>
                    </a:lnTo>
                    <a:lnTo>
                      <a:pt x="863155" y="476250"/>
                    </a:lnTo>
                    <a:lnTo>
                      <a:pt x="863155" y="416814"/>
                    </a:lnTo>
                    <a:lnTo>
                      <a:pt x="833438" y="416814"/>
                    </a:lnTo>
                    <a:lnTo>
                      <a:pt x="833438" y="387001"/>
                    </a:lnTo>
                    <a:lnTo>
                      <a:pt x="803720" y="387001"/>
                    </a:lnTo>
                    <a:lnTo>
                      <a:pt x="803720" y="357188"/>
                    </a:lnTo>
                    <a:lnTo>
                      <a:pt x="744093" y="357188"/>
                    </a:lnTo>
                    <a:lnTo>
                      <a:pt x="744093" y="387001"/>
                    </a:lnTo>
                    <a:lnTo>
                      <a:pt x="714375" y="387001"/>
                    </a:lnTo>
                    <a:lnTo>
                      <a:pt x="714375" y="297752"/>
                    </a:lnTo>
                    <a:lnTo>
                      <a:pt x="744093" y="297752"/>
                    </a:lnTo>
                    <a:lnTo>
                      <a:pt x="744093" y="267938"/>
                    </a:lnTo>
                    <a:lnTo>
                      <a:pt x="773906" y="267938"/>
                    </a:lnTo>
                    <a:lnTo>
                      <a:pt x="773906" y="238125"/>
                    </a:lnTo>
                    <a:lnTo>
                      <a:pt x="803720" y="238125"/>
                    </a:lnTo>
                    <a:lnTo>
                      <a:pt x="803720" y="178689"/>
                    </a:lnTo>
                    <a:lnTo>
                      <a:pt x="773906" y="178689"/>
                    </a:lnTo>
                    <a:lnTo>
                      <a:pt x="773906" y="119063"/>
                    </a:lnTo>
                    <a:lnTo>
                      <a:pt x="744093" y="119063"/>
                    </a:lnTo>
                    <a:lnTo>
                      <a:pt x="744093" y="59627"/>
                    </a:lnTo>
                    <a:lnTo>
                      <a:pt x="714375" y="59627"/>
                    </a:lnTo>
                    <a:lnTo>
                      <a:pt x="714375" y="0"/>
                    </a:lnTo>
                    <a:lnTo>
                      <a:pt x="684657" y="0"/>
                    </a:lnTo>
                    <a:lnTo>
                      <a:pt x="684657" y="59627"/>
                    </a:lnTo>
                    <a:lnTo>
                      <a:pt x="654844" y="59627"/>
                    </a:lnTo>
                    <a:lnTo>
                      <a:pt x="654844" y="119063"/>
                    </a:lnTo>
                    <a:lnTo>
                      <a:pt x="625030" y="119063"/>
                    </a:lnTo>
                    <a:lnTo>
                      <a:pt x="625030" y="178689"/>
                    </a:lnTo>
                    <a:lnTo>
                      <a:pt x="595313" y="178689"/>
                    </a:lnTo>
                    <a:lnTo>
                      <a:pt x="595313" y="238125"/>
                    </a:lnTo>
                    <a:lnTo>
                      <a:pt x="625030" y="238125"/>
                    </a:lnTo>
                    <a:lnTo>
                      <a:pt x="625030" y="267938"/>
                    </a:lnTo>
                    <a:lnTo>
                      <a:pt x="654844" y="267938"/>
                    </a:lnTo>
                    <a:lnTo>
                      <a:pt x="654844" y="297752"/>
                    </a:lnTo>
                    <a:lnTo>
                      <a:pt x="684657" y="297752"/>
                    </a:lnTo>
                    <a:lnTo>
                      <a:pt x="684657" y="387001"/>
                    </a:lnTo>
                    <a:lnTo>
                      <a:pt x="654844" y="387001"/>
                    </a:lnTo>
                    <a:lnTo>
                      <a:pt x="654844" y="416814"/>
                    </a:lnTo>
                    <a:lnTo>
                      <a:pt x="625030" y="416814"/>
                    </a:lnTo>
                    <a:lnTo>
                      <a:pt x="625030" y="446532"/>
                    </a:lnTo>
                    <a:lnTo>
                      <a:pt x="595313" y="446532"/>
                    </a:lnTo>
                    <a:lnTo>
                      <a:pt x="595313" y="476250"/>
                    </a:lnTo>
                    <a:lnTo>
                      <a:pt x="625030" y="476250"/>
                    </a:lnTo>
                    <a:lnTo>
                      <a:pt x="625030" y="595313"/>
                    </a:lnTo>
                    <a:lnTo>
                      <a:pt x="595313" y="595313"/>
                    </a:lnTo>
                    <a:lnTo>
                      <a:pt x="595313" y="684657"/>
                    </a:lnTo>
                    <a:lnTo>
                      <a:pt x="535781" y="684657"/>
                    </a:lnTo>
                    <a:lnTo>
                      <a:pt x="535781" y="714375"/>
                    </a:lnTo>
                    <a:lnTo>
                      <a:pt x="476250" y="714375"/>
                    </a:lnTo>
                    <a:lnTo>
                      <a:pt x="476250" y="744188"/>
                    </a:lnTo>
                    <a:lnTo>
                      <a:pt x="446532" y="744188"/>
                    </a:lnTo>
                    <a:lnTo>
                      <a:pt x="446532" y="774002"/>
                    </a:lnTo>
                    <a:lnTo>
                      <a:pt x="416719" y="774002"/>
                    </a:lnTo>
                    <a:lnTo>
                      <a:pt x="416719" y="803720"/>
                    </a:lnTo>
                    <a:lnTo>
                      <a:pt x="386905" y="803720"/>
                    </a:lnTo>
                    <a:lnTo>
                      <a:pt x="386905" y="506063"/>
                    </a:lnTo>
                    <a:lnTo>
                      <a:pt x="357188" y="506063"/>
                    </a:lnTo>
                    <a:lnTo>
                      <a:pt x="357188" y="476250"/>
                    </a:lnTo>
                    <a:lnTo>
                      <a:pt x="327470" y="476250"/>
                    </a:lnTo>
                    <a:lnTo>
                      <a:pt x="327470" y="446532"/>
                    </a:lnTo>
                    <a:lnTo>
                      <a:pt x="59531" y="446532"/>
                    </a:lnTo>
                    <a:lnTo>
                      <a:pt x="59531" y="476250"/>
                    </a:lnTo>
                    <a:lnTo>
                      <a:pt x="29718" y="476250"/>
                    </a:lnTo>
                    <a:lnTo>
                      <a:pt x="29718" y="506063"/>
                    </a:lnTo>
                    <a:lnTo>
                      <a:pt x="0" y="506063"/>
                    </a:lnTo>
                    <a:lnTo>
                      <a:pt x="0" y="982313"/>
                    </a:lnTo>
                    <a:lnTo>
                      <a:pt x="29718" y="982313"/>
                    </a:lnTo>
                    <a:lnTo>
                      <a:pt x="29718" y="1012127"/>
                    </a:lnTo>
                    <a:lnTo>
                      <a:pt x="59531" y="1012127"/>
                    </a:lnTo>
                    <a:lnTo>
                      <a:pt x="59531" y="1041845"/>
                    </a:lnTo>
                    <a:lnTo>
                      <a:pt x="178594" y="1041845"/>
                    </a:lnTo>
                    <a:lnTo>
                      <a:pt x="178594" y="1071563"/>
                    </a:lnTo>
                    <a:lnTo>
                      <a:pt x="148780" y="1071563"/>
                    </a:lnTo>
                    <a:lnTo>
                      <a:pt x="148780" y="1279970"/>
                    </a:lnTo>
                    <a:lnTo>
                      <a:pt x="119063" y="1279970"/>
                    </a:lnTo>
                    <a:lnTo>
                      <a:pt x="119063" y="1339501"/>
                    </a:lnTo>
                    <a:lnTo>
                      <a:pt x="89345" y="1339501"/>
                    </a:lnTo>
                    <a:lnTo>
                      <a:pt x="89345" y="1399032"/>
                    </a:lnTo>
                    <a:lnTo>
                      <a:pt x="119063" y="1399032"/>
                    </a:lnTo>
                    <a:lnTo>
                      <a:pt x="119063" y="1428750"/>
                    </a:lnTo>
                    <a:lnTo>
                      <a:pt x="178594" y="1428750"/>
                    </a:lnTo>
                    <a:lnTo>
                      <a:pt x="178594" y="1458563"/>
                    </a:lnTo>
                    <a:lnTo>
                      <a:pt x="208407" y="1458563"/>
                    </a:lnTo>
                    <a:lnTo>
                      <a:pt x="208407" y="1488377"/>
                    </a:lnTo>
                    <a:lnTo>
                      <a:pt x="238125" y="1488377"/>
                    </a:lnTo>
                    <a:lnTo>
                      <a:pt x="238125" y="1518095"/>
                    </a:lnTo>
                    <a:lnTo>
                      <a:pt x="267843" y="1518095"/>
                    </a:lnTo>
                    <a:lnTo>
                      <a:pt x="267843" y="1547813"/>
                    </a:lnTo>
                    <a:lnTo>
                      <a:pt x="267843" y="1607439"/>
                    </a:lnTo>
                    <a:lnTo>
                      <a:pt x="238125" y="1607439"/>
                    </a:lnTo>
                    <a:lnTo>
                      <a:pt x="238125" y="1637157"/>
                    </a:lnTo>
                    <a:lnTo>
                      <a:pt x="208407" y="1637157"/>
                    </a:lnTo>
                    <a:lnTo>
                      <a:pt x="208407" y="1696688"/>
                    </a:lnTo>
                    <a:lnTo>
                      <a:pt x="178594" y="1696688"/>
                    </a:lnTo>
                    <a:lnTo>
                      <a:pt x="178594" y="1756220"/>
                    </a:lnTo>
                    <a:lnTo>
                      <a:pt x="208407" y="1756220"/>
                    </a:lnTo>
                    <a:lnTo>
                      <a:pt x="208407" y="1785938"/>
                    </a:lnTo>
                    <a:lnTo>
                      <a:pt x="238125" y="1785938"/>
                    </a:lnTo>
                    <a:lnTo>
                      <a:pt x="238125" y="1815751"/>
                    </a:lnTo>
                    <a:lnTo>
                      <a:pt x="654844" y="1815751"/>
                    </a:lnTo>
                    <a:lnTo>
                      <a:pt x="684657" y="1815751"/>
                    </a:lnTo>
                    <a:lnTo>
                      <a:pt x="684657" y="1845564"/>
                    </a:lnTo>
                    <a:lnTo>
                      <a:pt x="714375" y="1845564"/>
                    </a:lnTo>
                    <a:lnTo>
                      <a:pt x="714375" y="1815751"/>
                    </a:lnTo>
                    <a:lnTo>
                      <a:pt x="773906" y="1815751"/>
                    </a:lnTo>
                    <a:lnTo>
                      <a:pt x="773906" y="1785938"/>
                    </a:lnTo>
                    <a:lnTo>
                      <a:pt x="803720" y="1785938"/>
                    </a:lnTo>
                    <a:lnTo>
                      <a:pt x="803720" y="1756220"/>
                    </a:lnTo>
                    <a:lnTo>
                      <a:pt x="833438" y="1756220"/>
                    </a:lnTo>
                    <a:lnTo>
                      <a:pt x="833438" y="1726502"/>
                    </a:lnTo>
                    <a:lnTo>
                      <a:pt x="863155" y="1726502"/>
                    </a:lnTo>
                    <a:lnTo>
                      <a:pt x="863155" y="1756220"/>
                    </a:lnTo>
                    <a:lnTo>
                      <a:pt x="952500" y="1756220"/>
                    </a:lnTo>
                    <a:lnTo>
                      <a:pt x="952500" y="1726502"/>
                    </a:lnTo>
                    <a:lnTo>
                      <a:pt x="1041845" y="1726502"/>
                    </a:lnTo>
                    <a:lnTo>
                      <a:pt x="1041845" y="1696688"/>
                    </a:lnTo>
                    <a:lnTo>
                      <a:pt x="1101281" y="1696688"/>
                    </a:lnTo>
                    <a:lnTo>
                      <a:pt x="1101281" y="1666875"/>
                    </a:lnTo>
                    <a:lnTo>
                      <a:pt x="1131094" y="1666875"/>
                    </a:lnTo>
                    <a:lnTo>
                      <a:pt x="1131094" y="1637157"/>
                    </a:lnTo>
                    <a:lnTo>
                      <a:pt x="1160907" y="1637157"/>
                    </a:lnTo>
                    <a:lnTo>
                      <a:pt x="1160907" y="1577626"/>
                    </a:lnTo>
                    <a:lnTo>
                      <a:pt x="1190625" y="1577626"/>
                    </a:lnTo>
                    <a:lnTo>
                      <a:pt x="1190625" y="1488377"/>
                    </a:lnTo>
                    <a:lnTo>
                      <a:pt x="1220343" y="1488377"/>
                    </a:lnTo>
                    <a:lnTo>
                      <a:pt x="1220343" y="1339501"/>
                    </a:lnTo>
                    <a:lnTo>
                      <a:pt x="1220343" y="1309688"/>
                    </a:lnTo>
                    <a:lnTo>
                      <a:pt x="1250156" y="1309688"/>
                    </a:lnTo>
                    <a:lnTo>
                      <a:pt x="1250156" y="1279970"/>
                    </a:lnTo>
                    <a:lnTo>
                      <a:pt x="1279970" y="1279970"/>
                    </a:lnTo>
                    <a:lnTo>
                      <a:pt x="1279970" y="1250252"/>
                    </a:lnTo>
                    <a:lnTo>
                      <a:pt x="1309688" y="1250252"/>
                    </a:lnTo>
                    <a:lnTo>
                      <a:pt x="1309688" y="1220438"/>
                    </a:lnTo>
                    <a:lnTo>
                      <a:pt x="1339406" y="1220438"/>
                    </a:lnTo>
                    <a:lnTo>
                      <a:pt x="1339406" y="1190625"/>
                    </a:lnTo>
                    <a:lnTo>
                      <a:pt x="1369219" y="1190625"/>
                    </a:lnTo>
                    <a:lnTo>
                      <a:pt x="1369219" y="1160907"/>
                    </a:lnTo>
                    <a:lnTo>
                      <a:pt x="1399032" y="1160907"/>
                    </a:lnTo>
                    <a:lnTo>
                      <a:pt x="1399032" y="1131189"/>
                    </a:lnTo>
                    <a:lnTo>
                      <a:pt x="1428750" y="1131189"/>
                    </a:lnTo>
                    <a:lnTo>
                      <a:pt x="1428750" y="1101376"/>
                    </a:lnTo>
                    <a:lnTo>
                      <a:pt x="1458468" y="1101376"/>
                    </a:lnTo>
                    <a:lnTo>
                      <a:pt x="1458468" y="1071563"/>
                    </a:lnTo>
                    <a:lnTo>
                      <a:pt x="1488281" y="1071563"/>
                    </a:lnTo>
                    <a:lnTo>
                      <a:pt x="1488281" y="1041845"/>
                    </a:lnTo>
                    <a:lnTo>
                      <a:pt x="1518095" y="1041845"/>
                    </a:lnTo>
                    <a:lnTo>
                      <a:pt x="1518095" y="1012127"/>
                    </a:lnTo>
                    <a:lnTo>
                      <a:pt x="1547813" y="1012127"/>
                    </a:lnTo>
                    <a:lnTo>
                      <a:pt x="1547813" y="982313"/>
                    </a:lnTo>
                    <a:lnTo>
                      <a:pt x="1577531" y="982313"/>
                    </a:lnTo>
                    <a:lnTo>
                      <a:pt x="1577531" y="952500"/>
                    </a:lnTo>
                    <a:lnTo>
                      <a:pt x="1577531" y="922782"/>
                    </a:lnTo>
                    <a:lnTo>
                      <a:pt x="1547813" y="922782"/>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9" name="Google Shape;979;p26"/>
            <p:cNvGrpSpPr/>
            <p:nvPr/>
          </p:nvGrpSpPr>
          <p:grpSpPr>
            <a:xfrm>
              <a:off x="6600825" y="3577780"/>
              <a:ext cx="1577530" cy="1845468"/>
              <a:chOff x="6600825" y="3577780"/>
              <a:chExt cx="1577530" cy="1845468"/>
            </a:xfrm>
          </p:grpSpPr>
          <p:grpSp>
            <p:nvGrpSpPr>
              <p:cNvPr id="980" name="Google Shape;980;p26"/>
              <p:cNvGrpSpPr/>
              <p:nvPr/>
            </p:nvGrpSpPr>
            <p:grpSpPr>
              <a:xfrm>
                <a:off x="6600825" y="4024312"/>
                <a:ext cx="386905" cy="595312"/>
                <a:chOff x="6600825" y="4024312"/>
                <a:chExt cx="386905" cy="595312"/>
              </a:xfrm>
            </p:grpSpPr>
            <p:sp>
              <p:nvSpPr>
                <p:cNvPr id="981" name="Google Shape;981;p26"/>
                <p:cNvSpPr/>
                <p:nvPr/>
              </p:nvSpPr>
              <p:spPr>
                <a:xfrm>
                  <a:off x="6600825" y="4083843"/>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982;p26"/>
                <p:cNvSpPr/>
                <p:nvPr/>
              </p:nvSpPr>
              <p:spPr>
                <a:xfrm>
                  <a:off x="6958012" y="4083843"/>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26"/>
                <p:cNvSpPr/>
                <p:nvPr/>
              </p:nvSpPr>
              <p:spPr>
                <a:xfrm>
                  <a:off x="6630543"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26"/>
                <p:cNvSpPr/>
                <p:nvPr/>
              </p:nvSpPr>
              <p:spPr>
                <a:xfrm>
                  <a:off x="6928294"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985;p26"/>
                <p:cNvSpPr/>
                <p:nvPr/>
              </p:nvSpPr>
              <p:spPr>
                <a:xfrm>
                  <a:off x="6660356" y="4024312"/>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986;p26"/>
                <p:cNvSpPr/>
                <p:nvPr/>
              </p:nvSpPr>
              <p:spPr>
                <a:xfrm>
                  <a:off x="6630543"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26"/>
                <p:cNvSpPr/>
                <p:nvPr/>
              </p:nvSpPr>
              <p:spPr>
                <a:xfrm>
                  <a:off x="6928294"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988;p26"/>
                <p:cNvSpPr/>
                <p:nvPr/>
              </p:nvSpPr>
              <p:spPr>
                <a:xfrm>
                  <a:off x="6660356" y="4589906"/>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9" name="Google Shape;989;p26"/>
                <p:cNvSpPr/>
                <p:nvPr/>
              </p:nvSpPr>
              <p:spPr>
                <a:xfrm>
                  <a:off x="6660356" y="4470844"/>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26"/>
                <p:cNvSpPr/>
                <p:nvPr/>
              </p:nvSpPr>
              <p:spPr>
                <a:xfrm>
                  <a:off x="6690169"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26"/>
                <p:cNvSpPr/>
                <p:nvPr/>
              </p:nvSpPr>
              <p:spPr>
                <a:xfrm>
                  <a:off x="6719887"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26"/>
                <p:cNvSpPr/>
                <p:nvPr/>
              </p:nvSpPr>
              <p:spPr>
                <a:xfrm>
                  <a:off x="6868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26"/>
                <p:cNvSpPr/>
                <p:nvPr/>
              </p:nvSpPr>
              <p:spPr>
                <a:xfrm>
                  <a:off x="6809232"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26"/>
                <p:cNvSpPr/>
                <p:nvPr/>
              </p:nvSpPr>
              <p:spPr>
                <a:xfrm>
                  <a:off x="6838950"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26"/>
                <p:cNvSpPr/>
                <p:nvPr/>
              </p:nvSpPr>
              <p:spPr>
                <a:xfrm>
                  <a:off x="6719887"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26"/>
                <p:cNvSpPr/>
                <p:nvPr/>
              </p:nvSpPr>
              <p:spPr>
                <a:xfrm>
                  <a:off x="6809232"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26"/>
                <p:cNvSpPr/>
                <p:nvPr/>
              </p:nvSpPr>
              <p:spPr>
                <a:xfrm>
                  <a:off x="6868668"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26"/>
                <p:cNvSpPr/>
                <p:nvPr/>
              </p:nvSpPr>
              <p:spPr>
                <a:xfrm>
                  <a:off x="6838950"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26"/>
                <p:cNvSpPr/>
                <p:nvPr/>
              </p:nvSpPr>
              <p:spPr>
                <a:xfrm>
                  <a:off x="6809232" y="4321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0" name="Google Shape;1000;p26"/>
                <p:cNvSpPr/>
                <p:nvPr/>
              </p:nvSpPr>
              <p:spPr>
                <a:xfrm>
                  <a:off x="6690169"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1" name="Google Shape;1001;p26"/>
                <p:cNvSpPr/>
                <p:nvPr/>
              </p:nvSpPr>
              <p:spPr>
                <a:xfrm>
                  <a:off x="6719887" y="4321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26"/>
                <p:cNvSpPr/>
                <p:nvPr/>
              </p:nvSpPr>
              <p:spPr>
                <a:xfrm>
                  <a:off x="6719887"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26"/>
                <p:cNvSpPr/>
                <p:nvPr/>
              </p:nvSpPr>
              <p:spPr>
                <a:xfrm>
                  <a:off x="6779418"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26"/>
                <p:cNvSpPr/>
                <p:nvPr/>
              </p:nvSpPr>
              <p:spPr>
                <a:xfrm>
                  <a:off x="6660356" y="4083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26"/>
                <p:cNvSpPr/>
                <p:nvPr/>
              </p:nvSpPr>
              <p:spPr>
                <a:xfrm>
                  <a:off x="6898481" y="4083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1006;p26"/>
                <p:cNvSpPr/>
                <p:nvPr/>
              </p:nvSpPr>
              <p:spPr>
                <a:xfrm>
                  <a:off x="6660356"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1007;p26"/>
                <p:cNvSpPr/>
                <p:nvPr/>
              </p:nvSpPr>
              <p:spPr>
                <a:xfrm>
                  <a:off x="6898481"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1008;p26"/>
                <p:cNvSpPr/>
                <p:nvPr/>
              </p:nvSpPr>
              <p:spPr>
                <a:xfrm>
                  <a:off x="6749605"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26"/>
                <p:cNvSpPr/>
                <p:nvPr/>
              </p:nvSpPr>
              <p:spPr>
                <a:xfrm>
                  <a:off x="6749605" y="426243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0" name="Google Shape;1010;p26"/>
                <p:cNvSpPr/>
                <p:nvPr/>
              </p:nvSpPr>
              <p:spPr>
                <a:xfrm>
                  <a:off x="6630733" y="4054125"/>
                  <a:ext cx="327278" cy="535685"/>
                </a:xfrm>
                <a:custGeom>
                  <a:avLst/>
                  <a:gdLst/>
                  <a:ahLst/>
                  <a:cxnLst/>
                  <a:rect l="l" t="t" r="r" b="b"/>
                  <a:pathLst>
                    <a:path w="327278" h="535685" extrusionOk="0">
                      <a:moveTo>
                        <a:pt x="297561" y="29718"/>
                      </a:moveTo>
                      <a:lnTo>
                        <a:pt x="297561" y="59436"/>
                      </a:lnTo>
                      <a:lnTo>
                        <a:pt x="267843" y="59436"/>
                      </a:lnTo>
                      <a:lnTo>
                        <a:pt x="267843" y="29718"/>
                      </a:lnTo>
                      <a:lnTo>
                        <a:pt x="297561" y="29718"/>
                      </a:lnTo>
                      <a:lnTo>
                        <a:pt x="297561" y="0"/>
                      </a:lnTo>
                      <a:lnTo>
                        <a:pt x="29718" y="0"/>
                      </a:lnTo>
                      <a:lnTo>
                        <a:pt x="29718" y="29718"/>
                      </a:lnTo>
                      <a:lnTo>
                        <a:pt x="59436" y="29718"/>
                      </a:lnTo>
                      <a:lnTo>
                        <a:pt x="59436" y="59436"/>
                      </a:lnTo>
                      <a:lnTo>
                        <a:pt x="29718" y="59436"/>
                      </a:lnTo>
                      <a:lnTo>
                        <a:pt x="29718" y="29718"/>
                      </a:lnTo>
                      <a:lnTo>
                        <a:pt x="0" y="29718"/>
                      </a:lnTo>
                      <a:lnTo>
                        <a:pt x="0" y="505968"/>
                      </a:lnTo>
                      <a:lnTo>
                        <a:pt x="29718" y="505968"/>
                      </a:lnTo>
                      <a:lnTo>
                        <a:pt x="29718" y="476250"/>
                      </a:lnTo>
                      <a:lnTo>
                        <a:pt x="59436" y="476250"/>
                      </a:lnTo>
                      <a:lnTo>
                        <a:pt x="59436" y="505968"/>
                      </a:lnTo>
                      <a:lnTo>
                        <a:pt x="29718" y="505968"/>
                      </a:lnTo>
                      <a:lnTo>
                        <a:pt x="29718" y="535686"/>
                      </a:lnTo>
                      <a:lnTo>
                        <a:pt x="297561" y="535686"/>
                      </a:lnTo>
                      <a:lnTo>
                        <a:pt x="297561" y="505968"/>
                      </a:lnTo>
                      <a:lnTo>
                        <a:pt x="267843" y="505968"/>
                      </a:lnTo>
                      <a:lnTo>
                        <a:pt x="267843" y="476250"/>
                      </a:lnTo>
                      <a:lnTo>
                        <a:pt x="297561" y="476250"/>
                      </a:lnTo>
                      <a:lnTo>
                        <a:pt x="297561" y="505968"/>
                      </a:lnTo>
                      <a:lnTo>
                        <a:pt x="327279" y="505968"/>
                      </a:lnTo>
                      <a:lnTo>
                        <a:pt x="327279" y="29718"/>
                      </a:lnTo>
                      <a:lnTo>
                        <a:pt x="297561" y="29718"/>
                      </a:lnTo>
                      <a:close/>
                      <a:moveTo>
                        <a:pt x="297561" y="446437"/>
                      </a:moveTo>
                      <a:lnTo>
                        <a:pt x="29718" y="446437"/>
                      </a:lnTo>
                      <a:lnTo>
                        <a:pt x="29718" y="416719"/>
                      </a:lnTo>
                      <a:lnTo>
                        <a:pt x="59436" y="416719"/>
                      </a:lnTo>
                      <a:lnTo>
                        <a:pt x="59436" y="387001"/>
                      </a:lnTo>
                      <a:lnTo>
                        <a:pt x="89154" y="387001"/>
                      </a:lnTo>
                      <a:lnTo>
                        <a:pt x="89154" y="357283"/>
                      </a:lnTo>
                      <a:lnTo>
                        <a:pt x="148685" y="357283"/>
                      </a:lnTo>
                      <a:lnTo>
                        <a:pt x="148685" y="297752"/>
                      </a:lnTo>
                      <a:lnTo>
                        <a:pt x="89154" y="297752"/>
                      </a:lnTo>
                      <a:lnTo>
                        <a:pt x="89154" y="268033"/>
                      </a:lnTo>
                      <a:lnTo>
                        <a:pt x="59436" y="268033"/>
                      </a:lnTo>
                      <a:lnTo>
                        <a:pt x="59436" y="238315"/>
                      </a:lnTo>
                      <a:lnTo>
                        <a:pt x="89154" y="238315"/>
                      </a:lnTo>
                      <a:lnTo>
                        <a:pt x="89154" y="268033"/>
                      </a:lnTo>
                      <a:lnTo>
                        <a:pt x="148685" y="268033"/>
                      </a:lnTo>
                      <a:lnTo>
                        <a:pt x="148685" y="238315"/>
                      </a:lnTo>
                      <a:lnTo>
                        <a:pt x="118967" y="238315"/>
                      </a:lnTo>
                      <a:lnTo>
                        <a:pt x="118967" y="208597"/>
                      </a:lnTo>
                      <a:lnTo>
                        <a:pt x="89249" y="208597"/>
                      </a:lnTo>
                      <a:lnTo>
                        <a:pt x="89249" y="149066"/>
                      </a:lnTo>
                      <a:lnTo>
                        <a:pt x="118967" y="149066"/>
                      </a:lnTo>
                      <a:lnTo>
                        <a:pt x="118967" y="119348"/>
                      </a:lnTo>
                      <a:lnTo>
                        <a:pt x="89249" y="119348"/>
                      </a:lnTo>
                      <a:lnTo>
                        <a:pt x="89249" y="89630"/>
                      </a:lnTo>
                      <a:lnTo>
                        <a:pt x="118967" y="89630"/>
                      </a:lnTo>
                      <a:lnTo>
                        <a:pt x="118967" y="119348"/>
                      </a:lnTo>
                      <a:lnTo>
                        <a:pt x="148685" y="119348"/>
                      </a:lnTo>
                      <a:lnTo>
                        <a:pt x="148685" y="89630"/>
                      </a:lnTo>
                      <a:lnTo>
                        <a:pt x="178403" y="89630"/>
                      </a:lnTo>
                      <a:lnTo>
                        <a:pt x="178403" y="119348"/>
                      </a:lnTo>
                      <a:lnTo>
                        <a:pt x="208121" y="119348"/>
                      </a:lnTo>
                      <a:lnTo>
                        <a:pt x="208121" y="89630"/>
                      </a:lnTo>
                      <a:lnTo>
                        <a:pt x="237839" y="89630"/>
                      </a:lnTo>
                      <a:lnTo>
                        <a:pt x="237839" y="119348"/>
                      </a:lnTo>
                      <a:lnTo>
                        <a:pt x="208121" y="119348"/>
                      </a:lnTo>
                      <a:lnTo>
                        <a:pt x="208121" y="149066"/>
                      </a:lnTo>
                      <a:lnTo>
                        <a:pt x="237839" y="149066"/>
                      </a:lnTo>
                      <a:lnTo>
                        <a:pt x="237839" y="208597"/>
                      </a:lnTo>
                      <a:lnTo>
                        <a:pt x="208121" y="208597"/>
                      </a:lnTo>
                      <a:lnTo>
                        <a:pt x="208121" y="238315"/>
                      </a:lnTo>
                      <a:lnTo>
                        <a:pt x="178403" y="238315"/>
                      </a:lnTo>
                      <a:lnTo>
                        <a:pt x="178403" y="268033"/>
                      </a:lnTo>
                      <a:lnTo>
                        <a:pt x="237934" y="268033"/>
                      </a:lnTo>
                      <a:lnTo>
                        <a:pt x="237934" y="238315"/>
                      </a:lnTo>
                      <a:lnTo>
                        <a:pt x="267652" y="238315"/>
                      </a:lnTo>
                      <a:lnTo>
                        <a:pt x="267652" y="268033"/>
                      </a:lnTo>
                      <a:lnTo>
                        <a:pt x="237934" y="268033"/>
                      </a:lnTo>
                      <a:lnTo>
                        <a:pt x="237934" y="297752"/>
                      </a:lnTo>
                      <a:lnTo>
                        <a:pt x="178403" y="297752"/>
                      </a:lnTo>
                      <a:lnTo>
                        <a:pt x="178403" y="357283"/>
                      </a:lnTo>
                      <a:lnTo>
                        <a:pt x="237934" y="357283"/>
                      </a:lnTo>
                      <a:lnTo>
                        <a:pt x="237934" y="387001"/>
                      </a:lnTo>
                      <a:lnTo>
                        <a:pt x="267652" y="387001"/>
                      </a:lnTo>
                      <a:lnTo>
                        <a:pt x="267652" y="416719"/>
                      </a:lnTo>
                      <a:lnTo>
                        <a:pt x="297370" y="416719"/>
                      </a:lnTo>
                      <a:lnTo>
                        <a:pt x="297370" y="44643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1011;p26"/>
                <p:cNvSpPr/>
                <p:nvPr/>
              </p:nvSpPr>
              <p:spPr>
                <a:xfrm>
                  <a:off x="6719887" y="444103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26"/>
                <p:cNvSpPr/>
                <p:nvPr/>
              </p:nvSpPr>
              <p:spPr>
                <a:xfrm>
                  <a:off x="6749605" y="4173092"/>
                  <a:ext cx="89344" cy="89344"/>
                </a:xfrm>
                <a:custGeom>
                  <a:avLst/>
                  <a:gdLst/>
                  <a:ahLst/>
                  <a:cxnLst/>
                  <a:rect l="l" t="t" r="r" b="b"/>
                  <a:pathLst>
                    <a:path w="89344" h="89344" extrusionOk="0">
                      <a:moveTo>
                        <a:pt x="89345" y="29813"/>
                      </a:moveTo>
                      <a:lnTo>
                        <a:pt x="89345" y="89345"/>
                      </a:lnTo>
                      <a:lnTo>
                        <a:pt x="0" y="89345"/>
                      </a:lnTo>
                      <a:lnTo>
                        <a:pt x="0" y="29813"/>
                      </a:lnTo>
                      <a:lnTo>
                        <a:pt x="29813" y="29813"/>
                      </a:lnTo>
                      <a:lnTo>
                        <a:pt x="29813" y="0"/>
                      </a:lnTo>
                      <a:lnTo>
                        <a:pt x="59627" y="0"/>
                      </a:lnTo>
                      <a:lnTo>
                        <a:pt x="59627" y="29813"/>
                      </a:lnTo>
                      <a:lnTo>
                        <a:pt x="89345" y="2981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26"/>
                <p:cNvSpPr/>
                <p:nvPr/>
              </p:nvSpPr>
              <p:spPr>
                <a:xfrm>
                  <a:off x="6779418" y="4292155"/>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4" name="Google Shape;1014;p26"/>
              <p:cNvGrpSpPr/>
              <p:nvPr/>
            </p:nvGrpSpPr>
            <p:grpSpPr>
              <a:xfrm>
                <a:off x="6690169" y="4292155"/>
                <a:ext cx="1160717" cy="1101280"/>
                <a:chOff x="6690169" y="4292155"/>
                <a:chExt cx="1160717" cy="1101280"/>
              </a:xfrm>
            </p:grpSpPr>
            <p:sp>
              <p:nvSpPr>
                <p:cNvPr id="1015" name="Google Shape;1015;p26"/>
                <p:cNvSpPr/>
                <p:nvPr/>
              </p:nvSpPr>
              <p:spPr>
                <a:xfrm>
                  <a:off x="6838950" y="5363717"/>
                  <a:ext cx="535781" cy="29718"/>
                </a:xfrm>
                <a:custGeom>
                  <a:avLst/>
                  <a:gdLst/>
                  <a:ahLst/>
                  <a:cxnLst/>
                  <a:rect l="l" t="t" r="r" b="b"/>
                  <a:pathLst>
                    <a:path w="535781" h="29718" extrusionOk="0">
                      <a:moveTo>
                        <a:pt x="0" y="0"/>
                      </a:moveTo>
                      <a:lnTo>
                        <a:pt x="535781" y="0"/>
                      </a:lnTo>
                      <a:lnTo>
                        <a:pt x="53578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26"/>
                <p:cNvSpPr/>
                <p:nvPr/>
              </p:nvSpPr>
              <p:spPr>
                <a:xfrm>
                  <a:off x="6809232"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26"/>
                <p:cNvSpPr/>
                <p:nvPr/>
              </p:nvSpPr>
              <p:spPr>
                <a:xfrm>
                  <a:off x="7404544"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8" name="Google Shape;1018;p26"/>
                <p:cNvSpPr/>
                <p:nvPr/>
              </p:nvSpPr>
              <p:spPr>
                <a:xfrm>
                  <a:off x="7374731"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9" name="Google Shape;1019;p26"/>
                <p:cNvSpPr/>
                <p:nvPr/>
              </p:nvSpPr>
              <p:spPr>
                <a:xfrm>
                  <a:off x="7404544"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26"/>
                <p:cNvSpPr/>
                <p:nvPr/>
              </p:nvSpPr>
              <p:spPr>
                <a:xfrm>
                  <a:off x="7434262"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26"/>
                <p:cNvSpPr/>
                <p:nvPr/>
              </p:nvSpPr>
              <p:spPr>
                <a:xfrm>
                  <a:off x="7463980" y="53042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1022;p26"/>
                <p:cNvSpPr/>
                <p:nvPr/>
              </p:nvSpPr>
              <p:spPr>
                <a:xfrm>
                  <a:off x="7553325" y="52744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1023;p26"/>
                <p:cNvSpPr/>
                <p:nvPr/>
              </p:nvSpPr>
              <p:spPr>
                <a:xfrm>
                  <a:off x="7642669" y="5244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26"/>
                <p:cNvSpPr/>
                <p:nvPr/>
              </p:nvSpPr>
              <p:spPr>
                <a:xfrm>
                  <a:off x="7731918" y="5155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26"/>
                <p:cNvSpPr/>
                <p:nvPr/>
              </p:nvSpPr>
              <p:spPr>
                <a:xfrm>
                  <a:off x="7761732"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1026;p26"/>
                <p:cNvSpPr/>
                <p:nvPr/>
              </p:nvSpPr>
              <p:spPr>
                <a:xfrm>
                  <a:off x="7791450" y="4887467"/>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1027;p26"/>
                <p:cNvSpPr/>
                <p:nvPr/>
              </p:nvSpPr>
              <p:spPr>
                <a:xfrm>
                  <a:off x="7791450" y="4560093"/>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1028;p26"/>
                <p:cNvSpPr/>
                <p:nvPr/>
              </p:nvSpPr>
              <p:spPr>
                <a:xfrm>
                  <a:off x="7761732" y="4500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26"/>
                <p:cNvSpPr/>
                <p:nvPr/>
              </p:nvSpPr>
              <p:spPr>
                <a:xfrm>
                  <a:off x="7731918"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26"/>
                <p:cNvSpPr/>
                <p:nvPr/>
              </p:nvSpPr>
              <p:spPr>
                <a:xfrm>
                  <a:off x="7702105"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26"/>
                <p:cNvSpPr/>
                <p:nvPr/>
              </p:nvSpPr>
              <p:spPr>
                <a:xfrm>
                  <a:off x="7642669"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2" name="Google Shape;1032;p26"/>
                <p:cNvSpPr/>
                <p:nvPr/>
              </p:nvSpPr>
              <p:spPr>
                <a:xfrm>
                  <a:off x="7583043"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26"/>
                <p:cNvSpPr/>
                <p:nvPr/>
              </p:nvSpPr>
              <p:spPr>
                <a:xfrm>
                  <a:off x="7523607"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26"/>
                <p:cNvSpPr/>
                <p:nvPr/>
              </p:nvSpPr>
              <p:spPr>
                <a:xfrm>
                  <a:off x="6958012"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1035;p26"/>
                <p:cNvSpPr/>
                <p:nvPr/>
              </p:nvSpPr>
              <p:spPr>
                <a:xfrm>
                  <a:off x="6898481"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6" name="Google Shape;1036;p26"/>
                <p:cNvSpPr/>
                <p:nvPr/>
              </p:nvSpPr>
              <p:spPr>
                <a:xfrm>
                  <a:off x="6868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7" name="Google Shape;1037;p26"/>
                <p:cNvSpPr/>
                <p:nvPr/>
              </p:nvSpPr>
              <p:spPr>
                <a:xfrm>
                  <a:off x="6838950"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26"/>
                <p:cNvSpPr/>
                <p:nvPr/>
              </p:nvSpPr>
              <p:spPr>
                <a:xfrm>
                  <a:off x="6809232" y="4500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1039;p26"/>
                <p:cNvSpPr/>
                <p:nvPr/>
              </p:nvSpPr>
              <p:spPr>
                <a:xfrm>
                  <a:off x="6779418" y="4560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0" name="Google Shape;1040;p26"/>
                <p:cNvSpPr/>
                <p:nvPr/>
              </p:nvSpPr>
              <p:spPr>
                <a:xfrm>
                  <a:off x="7017543"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1041;p26"/>
                <p:cNvSpPr/>
                <p:nvPr/>
              </p:nvSpPr>
              <p:spPr>
                <a:xfrm>
                  <a:off x="7434262" y="43219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1042;p26"/>
                <p:cNvSpPr/>
                <p:nvPr/>
              </p:nvSpPr>
              <p:spPr>
                <a:xfrm>
                  <a:off x="7077075" y="43219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3" name="Google Shape;1043;p26"/>
                <p:cNvSpPr/>
                <p:nvPr/>
              </p:nvSpPr>
              <p:spPr>
                <a:xfrm>
                  <a:off x="7166419" y="4292155"/>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4" name="Google Shape;1044;p26"/>
                <p:cNvSpPr/>
                <p:nvPr/>
              </p:nvSpPr>
              <p:spPr>
                <a:xfrm>
                  <a:off x="7821168" y="4679155"/>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5" name="Google Shape;1045;p26"/>
                <p:cNvSpPr/>
                <p:nvPr/>
              </p:nvSpPr>
              <p:spPr>
                <a:xfrm>
                  <a:off x="6749605" y="4649342"/>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26"/>
                <p:cNvSpPr/>
                <p:nvPr/>
              </p:nvSpPr>
              <p:spPr>
                <a:xfrm>
                  <a:off x="7702105"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1047;p26"/>
                <p:cNvSpPr/>
                <p:nvPr/>
              </p:nvSpPr>
              <p:spPr>
                <a:xfrm>
                  <a:off x="680923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 name="Google Shape;1048;p26"/>
                <p:cNvSpPr/>
                <p:nvPr/>
              </p:nvSpPr>
              <p:spPr>
                <a:xfrm>
                  <a:off x="6779418"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1049;p26"/>
                <p:cNvSpPr/>
                <p:nvPr/>
              </p:nvSpPr>
              <p:spPr>
                <a:xfrm>
                  <a:off x="6719887"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0" name="Google Shape;1050;p26"/>
                <p:cNvSpPr/>
                <p:nvPr/>
              </p:nvSpPr>
              <p:spPr>
                <a:xfrm>
                  <a:off x="6719887"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1051;p26"/>
                <p:cNvSpPr/>
                <p:nvPr/>
              </p:nvSpPr>
              <p:spPr>
                <a:xfrm>
                  <a:off x="6690169"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2" name="Google Shape;1052;p26"/>
                <p:cNvSpPr/>
                <p:nvPr/>
              </p:nvSpPr>
              <p:spPr>
                <a:xfrm>
                  <a:off x="683895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3" name="Google Shape;1053;p26"/>
                <p:cNvSpPr/>
                <p:nvPr/>
              </p:nvSpPr>
              <p:spPr>
                <a:xfrm>
                  <a:off x="6898481" y="515540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1054;p26"/>
                <p:cNvSpPr/>
                <p:nvPr/>
              </p:nvSpPr>
              <p:spPr>
                <a:xfrm>
                  <a:off x="6987730" y="518521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5" name="Google Shape;1055;p26"/>
                <p:cNvSpPr/>
                <p:nvPr/>
              </p:nvSpPr>
              <p:spPr>
                <a:xfrm>
                  <a:off x="7077075" y="521493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6" name="Google Shape;1056;p26"/>
                <p:cNvSpPr/>
                <p:nvPr/>
              </p:nvSpPr>
              <p:spPr>
                <a:xfrm>
                  <a:off x="7225855"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7" name="Google Shape;1057;p26"/>
                <p:cNvSpPr/>
                <p:nvPr/>
              </p:nvSpPr>
              <p:spPr>
                <a:xfrm>
                  <a:off x="7285482" y="50958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8" name="Google Shape;1058;p26"/>
                <p:cNvSpPr/>
                <p:nvPr/>
              </p:nvSpPr>
              <p:spPr>
                <a:xfrm>
                  <a:off x="7315200" y="49768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1059;p26"/>
                <p:cNvSpPr/>
                <p:nvPr/>
              </p:nvSpPr>
              <p:spPr>
                <a:xfrm>
                  <a:off x="6838950"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0" name="Google Shape;1060;p26"/>
                <p:cNvSpPr/>
                <p:nvPr/>
              </p:nvSpPr>
              <p:spPr>
                <a:xfrm>
                  <a:off x="6868668"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1" name="Google Shape;1061;p26"/>
                <p:cNvSpPr/>
                <p:nvPr/>
              </p:nvSpPr>
              <p:spPr>
                <a:xfrm>
                  <a:off x="6868668"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1062;p26"/>
                <p:cNvSpPr/>
                <p:nvPr/>
              </p:nvSpPr>
              <p:spPr>
                <a:xfrm>
                  <a:off x="6898481"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26"/>
                <p:cNvSpPr/>
                <p:nvPr/>
              </p:nvSpPr>
              <p:spPr>
                <a:xfrm>
                  <a:off x="6898481"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4" name="Google Shape;1064;p26"/>
                <p:cNvSpPr/>
                <p:nvPr/>
              </p:nvSpPr>
              <p:spPr>
                <a:xfrm>
                  <a:off x="6958012"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5" name="Google Shape;1065;p26"/>
                <p:cNvSpPr/>
                <p:nvPr/>
              </p:nvSpPr>
              <p:spPr>
                <a:xfrm>
                  <a:off x="70175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6" name="Google Shape;1066;p26"/>
                <p:cNvSpPr/>
                <p:nvPr/>
              </p:nvSpPr>
              <p:spPr>
                <a:xfrm>
                  <a:off x="7077075"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7" name="Google Shape;1067;p26"/>
                <p:cNvSpPr/>
                <p:nvPr/>
              </p:nvSpPr>
              <p:spPr>
                <a:xfrm>
                  <a:off x="7136606"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8" name="Google Shape;1068;p26"/>
                <p:cNvSpPr/>
                <p:nvPr/>
              </p:nvSpPr>
              <p:spPr>
                <a:xfrm>
                  <a:off x="7196137"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9" name="Google Shape;1069;p26"/>
                <p:cNvSpPr/>
                <p:nvPr/>
              </p:nvSpPr>
              <p:spPr>
                <a:xfrm>
                  <a:off x="6928294" y="506615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0" name="Google Shape;1070;p26"/>
                <p:cNvSpPr/>
                <p:nvPr/>
              </p:nvSpPr>
              <p:spPr>
                <a:xfrm>
                  <a:off x="6898481"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1" name="Google Shape;1071;p26"/>
                <p:cNvSpPr/>
                <p:nvPr/>
              </p:nvSpPr>
              <p:spPr>
                <a:xfrm>
                  <a:off x="6868668" y="51255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2" name="Google Shape;1072;p26"/>
                <p:cNvSpPr/>
                <p:nvPr/>
              </p:nvSpPr>
              <p:spPr>
                <a:xfrm>
                  <a:off x="6928294"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3" name="Google Shape;1073;p26"/>
                <p:cNvSpPr/>
                <p:nvPr/>
              </p:nvSpPr>
              <p:spPr>
                <a:xfrm>
                  <a:off x="6928294"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4" name="Google Shape;1074;p26"/>
                <p:cNvSpPr/>
                <p:nvPr/>
              </p:nvSpPr>
              <p:spPr>
                <a:xfrm>
                  <a:off x="704735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5" name="Google Shape;1075;p26"/>
                <p:cNvSpPr/>
                <p:nvPr/>
              </p:nvSpPr>
              <p:spPr>
                <a:xfrm>
                  <a:off x="6958012"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6" name="Google Shape;1076;p26"/>
                <p:cNvSpPr/>
                <p:nvPr/>
              </p:nvSpPr>
              <p:spPr>
                <a:xfrm>
                  <a:off x="7017543" y="51255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7" name="Google Shape;1077;p26"/>
                <p:cNvSpPr/>
                <p:nvPr/>
              </p:nvSpPr>
              <p:spPr>
                <a:xfrm>
                  <a:off x="6987730" y="51255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8" name="Google Shape;1078;p26"/>
                <p:cNvSpPr/>
                <p:nvPr/>
              </p:nvSpPr>
              <p:spPr>
                <a:xfrm>
                  <a:off x="695801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26"/>
                <p:cNvSpPr/>
                <p:nvPr/>
              </p:nvSpPr>
              <p:spPr>
                <a:xfrm>
                  <a:off x="7017543"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26"/>
                <p:cNvSpPr/>
                <p:nvPr/>
              </p:nvSpPr>
              <p:spPr>
                <a:xfrm>
                  <a:off x="707707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26"/>
                <p:cNvSpPr/>
                <p:nvPr/>
              </p:nvSpPr>
              <p:spPr>
                <a:xfrm>
                  <a:off x="7136606"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26"/>
                <p:cNvSpPr/>
                <p:nvPr/>
              </p:nvSpPr>
              <p:spPr>
                <a:xfrm>
                  <a:off x="7196137"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26"/>
                <p:cNvSpPr/>
                <p:nvPr/>
              </p:nvSpPr>
              <p:spPr>
                <a:xfrm>
                  <a:off x="7077075" y="5155405"/>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26"/>
                <p:cNvSpPr/>
                <p:nvPr/>
              </p:nvSpPr>
              <p:spPr>
                <a:xfrm>
                  <a:off x="7225855"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26"/>
                <p:cNvSpPr/>
                <p:nvPr/>
              </p:nvSpPr>
              <p:spPr>
                <a:xfrm>
                  <a:off x="7166419"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26"/>
                <p:cNvSpPr/>
                <p:nvPr/>
              </p:nvSpPr>
              <p:spPr>
                <a:xfrm>
                  <a:off x="710679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26"/>
                <p:cNvSpPr/>
                <p:nvPr/>
              </p:nvSpPr>
              <p:spPr>
                <a:xfrm>
                  <a:off x="7255668"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26"/>
                <p:cNvSpPr/>
                <p:nvPr/>
              </p:nvSpPr>
              <p:spPr>
                <a:xfrm>
                  <a:off x="701754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26"/>
                <p:cNvSpPr/>
                <p:nvPr/>
              </p:nvSpPr>
              <p:spPr>
                <a:xfrm>
                  <a:off x="7017543" y="503634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0" name="Google Shape;1090;p26"/>
                <p:cNvSpPr/>
                <p:nvPr/>
              </p:nvSpPr>
              <p:spPr>
                <a:xfrm>
                  <a:off x="7047357"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26"/>
                <p:cNvSpPr/>
                <p:nvPr/>
              </p:nvSpPr>
              <p:spPr>
                <a:xfrm>
                  <a:off x="6928294" y="5006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26"/>
                <p:cNvSpPr/>
                <p:nvPr/>
              </p:nvSpPr>
              <p:spPr>
                <a:xfrm>
                  <a:off x="7106793" y="5066156"/>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3" name="Google Shape;1093;p26"/>
                <p:cNvSpPr/>
                <p:nvPr/>
              </p:nvSpPr>
              <p:spPr>
                <a:xfrm>
                  <a:off x="7106793" y="512559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26"/>
                <p:cNvSpPr/>
                <p:nvPr/>
              </p:nvSpPr>
              <p:spPr>
                <a:xfrm>
                  <a:off x="7374731"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26"/>
                <p:cNvSpPr/>
                <p:nvPr/>
              </p:nvSpPr>
              <p:spPr>
                <a:xfrm>
                  <a:off x="7404544" y="51852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26"/>
                <p:cNvSpPr/>
                <p:nvPr/>
              </p:nvSpPr>
              <p:spPr>
                <a:xfrm>
                  <a:off x="7493793" y="49470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26"/>
                <p:cNvSpPr/>
                <p:nvPr/>
              </p:nvSpPr>
              <p:spPr>
                <a:xfrm>
                  <a:off x="7434262" y="50958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26"/>
                <p:cNvSpPr/>
                <p:nvPr/>
              </p:nvSpPr>
              <p:spPr>
                <a:xfrm>
                  <a:off x="7463980" y="500653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26"/>
                <p:cNvSpPr/>
                <p:nvPr/>
              </p:nvSpPr>
              <p:spPr>
                <a:xfrm>
                  <a:off x="6809232" y="52149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0" name="Google Shape;1100;p26"/>
                <p:cNvSpPr/>
                <p:nvPr/>
              </p:nvSpPr>
              <p:spPr>
                <a:xfrm>
                  <a:off x="6779418"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26"/>
                <p:cNvSpPr/>
                <p:nvPr/>
              </p:nvSpPr>
              <p:spPr>
                <a:xfrm>
                  <a:off x="6809232" y="4679155"/>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2" name="Google Shape;1102;p26"/>
                <p:cNvSpPr/>
                <p:nvPr/>
              </p:nvSpPr>
              <p:spPr>
                <a:xfrm>
                  <a:off x="6838950"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26"/>
                <p:cNvSpPr/>
                <p:nvPr/>
              </p:nvSpPr>
              <p:spPr>
                <a:xfrm>
                  <a:off x="6868668"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26"/>
                <p:cNvSpPr/>
                <p:nvPr/>
              </p:nvSpPr>
              <p:spPr>
                <a:xfrm>
                  <a:off x="6898481"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26"/>
                <p:cNvSpPr/>
                <p:nvPr/>
              </p:nvSpPr>
              <p:spPr>
                <a:xfrm>
                  <a:off x="698773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26"/>
                <p:cNvSpPr/>
                <p:nvPr/>
              </p:nvSpPr>
              <p:spPr>
                <a:xfrm>
                  <a:off x="6838950" y="482803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26"/>
                <p:cNvSpPr/>
                <p:nvPr/>
              </p:nvSpPr>
              <p:spPr>
                <a:xfrm>
                  <a:off x="6958012"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26"/>
                <p:cNvSpPr/>
                <p:nvPr/>
              </p:nvSpPr>
              <p:spPr>
                <a:xfrm>
                  <a:off x="6987730" y="49172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26"/>
                <p:cNvSpPr/>
                <p:nvPr/>
              </p:nvSpPr>
              <p:spPr>
                <a:xfrm>
                  <a:off x="7077075"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26"/>
                <p:cNvSpPr/>
                <p:nvPr/>
              </p:nvSpPr>
              <p:spPr>
                <a:xfrm>
                  <a:off x="6987730" y="4798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26"/>
                <p:cNvSpPr/>
                <p:nvPr/>
              </p:nvSpPr>
              <p:spPr>
                <a:xfrm>
                  <a:off x="7017543"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26"/>
                <p:cNvSpPr/>
                <p:nvPr/>
              </p:nvSpPr>
              <p:spPr>
                <a:xfrm>
                  <a:off x="7047357"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26"/>
                <p:cNvSpPr/>
                <p:nvPr/>
              </p:nvSpPr>
              <p:spPr>
                <a:xfrm>
                  <a:off x="707707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26"/>
                <p:cNvSpPr/>
                <p:nvPr/>
              </p:nvSpPr>
              <p:spPr>
                <a:xfrm>
                  <a:off x="707707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26"/>
                <p:cNvSpPr/>
                <p:nvPr/>
              </p:nvSpPr>
              <p:spPr>
                <a:xfrm>
                  <a:off x="722585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26"/>
                <p:cNvSpPr/>
                <p:nvPr/>
              </p:nvSpPr>
              <p:spPr>
                <a:xfrm>
                  <a:off x="7374731"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26"/>
                <p:cNvSpPr/>
                <p:nvPr/>
              </p:nvSpPr>
              <p:spPr>
                <a:xfrm>
                  <a:off x="7404544"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26"/>
                <p:cNvSpPr/>
                <p:nvPr/>
              </p:nvSpPr>
              <p:spPr>
                <a:xfrm>
                  <a:off x="7196137"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26"/>
                <p:cNvSpPr/>
                <p:nvPr/>
              </p:nvSpPr>
              <p:spPr>
                <a:xfrm>
                  <a:off x="7166419"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26"/>
                <p:cNvSpPr/>
                <p:nvPr/>
              </p:nvSpPr>
              <p:spPr>
                <a:xfrm>
                  <a:off x="7196137" y="4560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26"/>
                <p:cNvSpPr/>
                <p:nvPr/>
              </p:nvSpPr>
              <p:spPr>
                <a:xfrm>
                  <a:off x="7374731" y="4560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26"/>
                <p:cNvSpPr/>
                <p:nvPr/>
              </p:nvSpPr>
              <p:spPr>
                <a:xfrm>
                  <a:off x="7255668" y="45302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26"/>
                <p:cNvSpPr/>
                <p:nvPr/>
              </p:nvSpPr>
              <p:spPr>
                <a:xfrm>
                  <a:off x="7166419"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26"/>
                <p:cNvSpPr/>
                <p:nvPr/>
              </p:nvSpPr>
              <p:spPr>
                <a:xfrm>
                  <a:off x="7136606"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26"/>
                <p:cNvSpPr/>
                <p:nvPr/>
              </p:nvSpPr>
              <p:spPr>
                <a:xfrm>
                  <a:off x="7434262" y="4589906"/>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26"/>
                <p:cNvSpPr/>
                <p:nvPr/>
              </p:nvSpPr>
              <p:spPr>
                <a:xfrm>
                  <a:off x="7136606" y="479821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26"/>
                <p:cNvSpPr/>
                <p:nvPr/>
              </p:nvSpPr>
              <p:spPr>
                <a:xfrm>
                  <a:off x="7106793" y="47386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26"/>
                <p:cNvSpPr/>
                <p:nvPr/>
              </p:nvSpPr>
              <p:spPr>
                <a:xfrm>
                  <a:off x="7017543"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26"/>
                <p:cNvSpPr/>
                <p:nvPr/>
              </p:nvSpPr>
              <p:spPr>
                <a:xfrm>
                  <a:off x="7047357"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26"/>
                <p:cNvSpPr/>
                <p:nvPr/>
              </p:nvSpPr>
              <p:spPr>
                <a:xfrm>
                  <a:off x="7077075"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26"/>
                <p:cNvSpPr/>
                <p:nvPr/>
              </p:nvSpPr>
              <p:spPr>
                <a:xfrm>
                  <a:off x="6928294"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26"/>
                <p:cNvSpPr/>
                <p:nvPr/>
              </p:nvSpPr>
              <p:spPr>
                <a:xfrm>
                  <a:off x="6958012" y="47386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26"/>
                <p:cNvSpPr/>
                <p:nvPr/>
              </p:nvSpPr>
              <p:spPr>
                <a:xfrm>
                  <a:off x="6987730"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26"/>
                <p:cNvSpPr/>
                <p:nvPr/>
              </p:nvSpPr>
              <p:spPr>
                <a:xfrm>
                  <a:off x="7017543"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26"/>
                <p:cNvSpPr/>
                <p:nvPr/>
              </p:nvSpPr>
              <p:spPr>
                <a:xfrm>
                  <a:off x="7255668" y="482803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26"/>
                <p:cNvSpPr/>
                <p:nvPr/>
              </p:nvSpPr>
              <p:spPr>
                <a:xfrm>
                  <a:off x="7255668"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26"/>
                <p:cNvSpPr/>
                <p:nvPr/>
              </p:nvSpPr>
              <p:spPr>
                <a:xfrm>
                  <a:off x="7463980"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26"/>
                <p:cNvSpPr/>
                <p:nvPr/>
              </p:nvSpPr>
              <p:spPr>
                <a:xfrm>
                  <a:off x="7523607" y="4798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26"/>
                <p:cNvSpPr/>
                <p:nvPr/>
              </p:nvSpPr>
              <p:spPr>
                <a:xfrm>
                  <a:off x="7523607"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0" name="Google Shape;1140;p26"/>
                <p:cNvSpPr/>
                <p:nvPr/>
              </p:nvSpPr>
              <p:spPr>
                <a:xfrm>
                  <a:off x="7553325"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26"/>
                <p:cNvSpPr/>
                <p:nvPr/>
              </p:nvSpPr>
              <p:spPr>
                <a:xfrm>
                  <a:off x="7553325" y="461962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26"/>
                <p:cNvSpPr/>
                <p:nvPr/>
              </p:nvSpPr>
              <p:spPr>
                <a:xfrm>
                  <a:off x="7553325"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3" name="Google Shape;1143;p26"/>
                <p:cNvSpPr/>
                <p:nvPr/>
              </p:nvSpPr>
              <p:spPr>
                <a:xfrm>
                  <a:off x="7553325"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4" name="Google Shape;1144;p26"/>
                <p:cNvSpPr/>
                <p:nvPr/>
              </p:nvSpPr>
              <p:spPr>
                <a:xfrm>
                  <a:off x="7583043"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26"/>
                <p:cNvSpPr/>
                <p:nvPr/>
              </p:nvSpPr>
              <p:spPr>
                <a:xfrm>
                  <a:off x="7612856" y="5006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6" name="Google Shape;1146;p26"/>
                <p:cNvSpPr/>
                <p:nvPr/>
              </p:nvSpPr>
              <p:spPr>
                <a:xfrm>
                  <a:off x="7642669" y="49172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7" name="Google Shape;1147;p26"/>
                <p:cNvSpPr/>
                <p:nvPr/>
              </p:nvSpPr>
              <p:spPr>
                <a:xfrm>
                  <a:off x="6720268" y="4322253"/>
                  <a:ext cx="1101375" cy="981932"/>
                </a:xfrm>
                <a:custGeom>
                  <a:avLst/>
                  <a:gdLst/>
                  <a:ahLst/>
                  <a:cxnLst/>
                  <a:rect l="l" t="t" r="r" b="b"/>
                  <a:pathLst>
                    <a:path w="1101375" h="981932" extrusionOk="0">
                      <a:moveTo>
                        <a:pt x="1071181" y="356902"/>
                      </a:moveTo>
                      <a:lnTo>
                        <a:pt x="1071181" y="237839"/>
                      </a:lnTo>
                      <a:lnTo>
                        <a:pt x="1041463" y="237839"/>
                      </a:lnTo>
                      <a:lnTo>
                        <a:pt x="1041463" y="178308"/>
                      </a:lnTo>
                      <a:lnTo>
                        <a:pt x="1011746" y="178308"/>
                      </a:lnTo>
                      <a:lnTo>
                        <a:pt x="1011746" y="148590"/>
                      </a:lnTo>
                      <a:lnTo>
                        <a:pt x="982028" y="148590"/>
                      </a:lnTo>
                      <a:lnTo>
                        <a:pt x="982028" y="118872"/>
                      </a:lnTo>
                      <a:lnTo>
                        <a:pt x="922496" y="118872"/>
                      </a:lnTo>
                      <a:lnTo>
                        <a:pt x="922496" y="89154"/>
                      </a:lnTo>
                      <a:lnTo>
                        <a:pt x="862965" y="89154"/>
                      </a:lnTo>
                      <a:lnTo>
                        <a:pt x="862965" y="59436"/>
                      </a:lnTo>
                      <a:lnTo>
                        <a:pt x="803434" y="59436"/>
                      </a:lnTo>
                      <a:lnTo>
                        <a:pt x="803434" y="29718"/>
                      </a:lnTo>
                      <a:lnTo>
                        <a:pt x="714089" y="29718"/>
                      </a:lnTo>
                      <a:lnTo>
                        <a:pt x="714089" y="0"/>
                      </a:lnTo>
                      <a:lnTo>
                        <a:pt x="446246" y="0"/>
                      </a:lnTo>
                      <a:lnTo>
                        <a:pt x="446246" y="29718"/>
                      </a:lnTo>
                      <a:lnTo>
                        <a:pt x="356902" y="29718"/>
                      </a:lnTo>
                      <a:lnTo>
                        <a:pt x="356902" y="59436"/>
                      </a:lnTo>
                      <a:lnTo>
                        <a:pt x="297371" y="59436"/>
                      </a:lnTo>
                      <a:lnTo>
                        <a:pt x="297371" y="89154"/>
                      </a:lnTo>
                      <a:lnTo>
                        <a:pt x="237839" y="89154"/>
                      </a:lnTo>
                      <a:lnTo>
                        <a:pt x="237839" y="118872"/>
                      </a:lnTo>
                      <a:lnTo>
                        <a:pt x="178308" y="118872"/>
                      </a:lnTo>
                      <a:lnTo>
                        <a:pt x="178308" y="148590"/>
                      </a:lnTo>
                      <a:lnTo>
                        <a:pt x="148590" y="148590"/>
                      </a:lnTo>
                      <a:lnTo>
                        <a:pt x="148590" y="178308"/>
                      </a:lnTo>
                      <a:lnTo>
                        <a:pt x="118872" y="178308"/>
                      </a:lnTo>
                      <a:lnTo>
                        <a:pt x="118872" y="237839"/>
                      </a:lnTo>
                      <a:lnTo>
                        <a:pt x="89154" y="237839"/>
                      </a:lnTo>
                      <a:lnTo>
                        <a:pt x="89154" y="327184"/>
                      </a:lnTo>
                      <a:lnTo>
                        <a:pt x="59436" y="327184"/>
                      </a:lnTo>
                      <a:lnTo>
                        <a:pt x="59436" y="535591"/>
                      </a:lnTo>
                      <a:lnTo>
                        <a:pt x="29718" y="535591"/>
                      </a:lnTo>
                      <a:lnTo>
                        <a:pt x="29718" y="595122"/>
                      </a:lnTo>
                      <a:lnTo>
                        <a:pt x="0" y="595122"/>
                      </a:lnTo>
                      <a:lnTo>
                        <a:pt x="0" y="654653"/>
                      </a:lnTo>
                      <a:lnTo>
                        <a:pt x="59531" y="654653"/>
                      </a:lnTo>
                      <a:lnTo>
                        <a:pt x="59531" y="684371"/>
                      </a:lnTo>
                      <a:lnTo>
                        <a:pt x="89249" y="684371"/>
                      </a:lnTo>
                      <a:lnTo>
                        <a:pt x="89249" y="714089"/>
                      </a:lnTo>
                      <a:lnTo>
                        <a:pt x="118967" y="714089"/>
                      </a:lnTo>
                      <a:lnTo>
                        <a:pt x="118967" y="743807"/>
                      </a:lnTo>
                      <a:lnTo>
                        <a:pt x="148685" y="743807"/>
                      </a:lnTo>
                      <a:lnTo>
                        <a:pt x="148685" y="714089"/>
                      </a:lnTo>
                      <a:lnTo>
                        <a:pt x="208216" y="714089"/>
                      </a:lnTo>
                      <a:lnTo>
                        <a:pt x="208216" y="684371"/>
                      </a:lnTo>
                      <a:lnTo>
                        <a:pt x="297561" y="684371"/>
                      </a:lnTo>
                      <a:lnTo>
                        <a:pt x="297561" y="714089"/>
                      </a:lnTo>
                      <a:lnTo>
                        <a:pt x="386905" y="714089"/>
                      </a:lnTo>
                      <a:lnTo>
                        <a:pt x="386905" y="743807"/>
                      </a:lnTo>
                      <a:lnTo>
                        <a:pt x="565499" y="743807"/>
                      </a:lnTo>
                      <a:lnTo>
                        <a:pt x="565499" y="773525"/>
                      </a:lnTo>
                      <a:lnTo>
                        <a:pt x="595217" y="773525"/>
                      </a:lnTo>
                      <a:lnTo>
                        <a:pt x="595217" y="654463"/>
                      </a:lnTo>
                      <a:lnTo>
                        <a:pt x="535686" y="654463"/>
                      </a:lnTo>
                      <a:lnTo>
                        <a:pt x="535686" y="624745"/>
                      </a:lnTo>
                      <a:lnTo>
                        <a:pt x="625030" y="624745"/>
                      </a:lnTo>
                      <a:lnTo>
                        <a:pt x="625030" y="595027"/>
                      </a:lnTo>
                      <a:lnTo>
                        <a:pt x="744093" y="595027"/>
                      </a:lnTo>
                      <a:lnTo>
                        <a:pt x="744093" y="624745"/>
                      </a:lnTo>
                      <a:lnTo>
                        <a:pt x="833438" y="624745"/>
                      </a:lnTo>
                      <a:lnTo>
                        <a:pt x="833438" y="654463"/>
                      </a:lnTo>
                      <a:lnTo>
                        <a:pt x="892969" y="654463"/>
                      </a:lnTo>
                      <a:lnTo>
                        <a:pt x="892969" y="684181"/>
                      </a:lnTo>
                      <a:lnTo>
                        <a:pt x="982313" y="684181"/>
                      </a:lnTo>
                      <a:lnTo>
                        <a:pt x="982313" y="713899"/>
                      </a:lnTo>
                      <a:lnTo>
                        <a:pt x="892969" y="713899"/>
                      </a:lnTo>
                      <a:lnTo>
                        <a:pt x="892969" y="684181"/>
                      </a:lnTo>
                      <a:lnTo>
                        <a:pt x="833438" y="684181"/>
                      </a:lnTo>
                      <a:lnTo>
                        <a:pt x="833438" y="654463"/>
                      </a:lnTo>
                      <a:lnTo>
                        <a:pt x="803720" y="654463"/>
                      </a:lnTo>
                      <a:lnTo>
                        <a:pt x="803720" y="684181"/>
                      </a:lnTo>
                      <a:lnTo>
                        <a:pt x="774001" y="684181"/>
                      </a:lnTo>
                      <a:lnTo>
                        <a:pt x="774001" y="773525"/>
                      </a:lnTo>
                      <a:lnTo>
                        <a:pt x="744283" y="773525"/>
                      </a:lnTo>
                      <a:lnTo>
                        <a:pt x="744283" y="862870"/>
                      </a:lnTo>
                      <a:lnTo>
                        <a:pt x="714565" y="862870"/>
                      </a:lnTo>
                      <a:lnTo>
                        <a:pt x="714565" y="922401"/>
                      </a:lnTo>
                      <a:lnTo>
                        <a:pt x="684847" y="922401"/>
                      </a:lnTo>
                      <a:lnTo>
                        <a:pt x="684847" y="981932"/>
                      </a:lnTo>
                      <a:lnTo>
                        <a:pt x="714565" y="981932"/>
                      </a:lnTo>
                      <a:lnTo>
                        <a:pt x="714565" y="952214"/>
                      </a:lnTo>
                      <a:lnTo>
                        <a:pt x="744283" y="952214"/>
                      </a:lnTo>
                      <a:lnTo>
                        <a:pt x="744283" y="981932"/>
                      </a:lnTo>
                      <a:lnTo>
                        <a:pt x="833628" y="981932"/>
                      </a:lnTo>
                      <a:lnTo>
                        <a:pt x="833628" y="952214"/>
                      </a:lnTo>
                      <a:lnTo>
                        <a:pt x="922972" y="952214"/>
                      </a:lnTo>
                      <a:lnTo>
                        <a:pt x="922972" y="922496"/>
                      </a:lnTo>
                      <a:lnTo>
                        <a:pt x="982504" y="922496"/>
                      </a:lnTo>
                      <a:lnTo>
                        <a:pt x="982504" y="892778"/>
                      </a:lnTo>
                      <a:lnTo>
                        <a:pt x="1012222" y="892778"/>
                      </a:lnTo>
                      <a:lnTo>
                        <a:pt x="1012222" y="833247"/>
                      </a:lnTo>
                      <a:lnTo>
                        <a:pt x="1041940" y="833247"/>
                      </a:lnTo>
                      <a:lnTo>
                        <a:pt x="1041940" y="743903"/>
                      </a:lnTo>
                      <a:lnTo>
                        <a:pt x="1071658" y="743903"/>
                      </a:lnTo>
                      <a:lnTo>
                        <a:pt x="1071658" y="565309"/>
                      </a:lnTo>
                      <a:lnTo>
                        <a:pt x="1101376" y="565309"/>
                      </a:lnTo>
                      <a:lnTo>
                        <a:pt x="1101376" y="356902"/>
                      </a:lnTo>
                      <a:lnTo>
                        <a:pt x="1071658" y="356902"/>
                      </a:lnTo>
                      <a:close/>
                      <a:moveTo>
                        <a:pt x="446151" y="565309"/>
                      </a:moveTo>
                      <a:lnTo>
                        <a:pt x="416433" y="565309"/>
                      </a:lnTo>
                      <a:lnTo>
                        <a:pt x="416433" y="595027"/>
                      </a:lnTo>
                      <a:lnTo>
                        <a:pt x="356902" y="595027"/>
                      </a:lnTo>
                      <a:lnTo>
                        <a:pt x="356902" y="624745"/>
                      </a:lnTo>
                      <a:lnTo>
                        <a:pt x="267557" y="624745"/>
                      </a:lnTo>
                      <a:lnTo>
                        <a:pt x="267557" y="595027"/>
                      </a:lnTo>
                      <a:lnTo>
                        <a:pt x="237839" y="595027"/>
                      </a:lnTo>
                      <a:lnTo>
                        <a:pt x="237839" y="535496"/>
                      </a:lnTo>
                      <a:lnTo>
                        <a:pt x="267557" y="535496"/>
                      </a:lnTo>
                      <a:lnTo>
                        <a:pt x="267557" y="475964"/>
                      </a:lnTo>
                      <a:lnTo>
                        <a:pt x="237839" y="475964"/>
                      </a:lnTo>
                      <a:lnTo>
                        <a:pt x="237839" y="505682"/>
                      </a:lnTo>
                      <a:lnTo>
                        <a:pt x="208121" y="505682"/>
                      </a:lnTo>
                      <a:lnTo>
                        <a:pt x="208121" y="535400"/>
                      </a:lnTo>
                      <a:lnTo>
                        <a:pt x="118777" y="535400"/>
                      </a:lnTo>
                      <a:lnTo>
                        <a:pt x="118777" y="505682"/>
                      </a:lnTo>
                      <a:lnTo>
                        <a:pt x="89059" y="505682"/>
                      </a:lnTo>
                      <a:lnTo>
                        <a:pt x="89059" y="356902"/>
                      </a:lnTo>
                      <a:lnTo>
                        <a:pt x="118777" y="356902"/>
                      </a:lnTo>
                      <a:lnTo>
                        <a:pt x="118777" y="297371"/>
                      </a:lnTo>
                      <a:lnTo>
                        <a:pt x="148495" y="297371"/>
                      </a:lnTo>
                      <a:lnTo>
                        <a:pt x="148495" y="267653"/>
                      </a:lnTo>
                      <a:lnTo>
                        <a:pt x="178213" y="267653"/>
                      </a:lnTo>
                      <a:lnTo>
                        <a:pt x="178213" y="237935"/>
                      </a:lnTo>
                      <a:lnTo>
                        <a:pt x="267557" y="237935"/>
                      </a:lnTo>
                      <a:lnTo>
                        <a:pt x="267557" y="267653"/>
                      </a:lnTo>
                      <a:lnTo>
                        <a:pt x="297275" y="267653"/>
                      </a:lnTo>
                      <a:lnTo>
                        <a:pt x="297275" y="297371"/>
                      </a:lnTo>
                      <a:lnTo>
                        <a:pt x="326993" y="297371"/>
                      </a:lnTo>
                      <a:lnTo>
                        <a:pt x="326993" y="356902"/>
                      </a:lnTo>
                      <a:lnTo>
                        <a:pt x="297275" y="356902"/>
                      </a:lnTo>
                      <a:lnTo>
                        <a:pt x="297275" y="416433"/>
                      </a:lnTo>
                      <a:lnTo>
                        <a:pt x="267557" y="416433"/>
                      </a:lnTo>
                      <a:lnTo>
                        <a:pt x="267557" y="475964"/>
                      </a:lnTo>
                      <a:lnTo>
                        <a:pt x="297275" y="475964"/>
                      </a:lnTo>
                      <a:lnTo>
                        <a:pt x="297275" y="446246"/>
                      </a:lnTo>
                      <a:lnTo>
                        <a:pt x="326993" y="446246"/>
                      </a:lnTo>
                      <a:lnTo>
                        <a:pt x="326993" y="416528"/>
                      </a:lnTo>
                      <a:lnTo>
                        <a:pt x="356711" y="416528"/>
                      </a:lnTo>
                      <a:lnTo>
                        <a:pt x="356711" y="386810"/>
                      </a:lnTo>
                      <a:lnTo>
                        <a:pt x="386429" y="386810"/>
                      </a:lnTo>
                      <a:lnTo>
                        <a:pt x="386429" y="416528"/>
                      </a:lnTo>
                      <a:lnTo>
                        <a:pt x="416147" y="416528"/>
                      </a:lnTo>
                      <a:lnTo>
                        <a:pt x="416147" y="476060"/>
                      </a:lnTo>
                      <a:lnTo>
                        <a:pt x="445865" y="476060"/>
                      </a:lnTo>
                      <a:lnTo>
                        <a:pt x="445865" y="565404"/>
                      </a:lnTo>
                      <a:close/>
                      <a:moveTo>
                        <a:pt x="743807" y="446246"/>
                      </a:moveTo>
                      <a:lnTo>
                        <a:pt x="714089" y="446246"/>
                      </a:lnTo>
                      <a:lnTo>
                        <a:pt x="714089" y="475964"/>
                      </a:lnTo>
                      <a:lnTo>
                        <a:pt x="684371" y="475964"/>
                      </a:lnTo>
                      <a:lnTo>
                        <a:pt x="684371" y="505682"/>
                      </a:lnTo>
                      <a:lnTo>
                        <a:pt x="654653" y="505682"/>
                      </a:lnTo>
                      <a:lnTo>
                        <a:pt x="654653" y="535400"/>
                      </a:lnTo>
                      <a:lnTo>
                        <a:pt x="535591" y="535400"/>
                      </a:lnTo>
                      <a:lnTo>
                        <a:pt x="535591" y="505682"/>
                      </a:lnTo>
                      <a:lnTo>
                        <a:pt x="505873" y="505682"/>
                      </a:lnTo>
                      <a:lnTo>
                        <a:pt x="505873" y="475964"/>
                      </a:lnTo>
                      <a:lnTo>
                        <a:pt x="476155" y="475964"/>
                      </a:lnTo>
                      <a:lnTo>
                        <a:pt x="476155" y="446246"/>
                      </a:lnTo>
                      <a:lnTo>
                        <a:pt x="446437" y="446246"/>
                      </a:lnTo>
                      <a:lnTo>
                        <a:pt x="446437" y="356902"/>
                      </a:lnTo>
                      <a:lnTo>
                        <a:pt x="416719" y="356902"/>
                      </a:lnTo>
                      <a:lnTo>
                        <a:pt x="416719" y="297371"/>
                      </a:lnTo>
                      <a:lnTo>
                        <a:pt x="446437" y="297371"/>
                      </a:lnTo>
                      <a:lnTo>
                        <a:pt x="446437" y="267653"/>
                      </a:lnTo>
                      <a:lnTo>
                        <a:pt x="476155" y="267653"/>
                      </a:lnTo>
                      <a:lnTo>
                        <a:pt x="476155" y="237935"/>
                      </a:lnTo>
                      <a:lnTo>
                        <a:pt x="535686" y="237935"/>
                      </a:lnTo>
                      <a:lnTo>
                        <a:pt x="535686" y="208217"/>
                      </a:lnTo>
                      <a:lnTo>
                        <a:pt x="654748" y="208217"/>
                      </a:lnTo>
                      <a:lnTo>
                        <a:pt x="654748" y="237935"/>
                      </a:lnTo>
                      <a:lnTo>
                        <a:pt x="714280" y="237935"/>
                      </a:lnTo>
                      <a:lnTo>
                        <a:pt x="714280" y="267653"/>
                      </a:lnTo>
                      <a:lnTo>
                        <a:pt x="743998" y="267653"/>
                      </a:lnTo>
                      <a:lnTo>
                        <a:pt x="743998" y="446246"/>
                      </a:lnTo>
                      <a:close/>
                      <a:moveTo>
                        <a:pt x="1011650" y="624840"/>
                      </a:moveTo>
                      <a:lnTo>
                        <a:pt x="922306" y="624840"/>
                      </a:lnTo>
                      <a:lnTo>
                        <a:pt x="922306" y="595122"/>
                      </a:lnTo>
                      <a:lnTo>
                        <a:pt x="862774" y="595122"/>
                      </a:lnTo>
                      <a:lnTo>
                        <a:pt x="862774" y="565404"/>
                      </a:lnTo>
                      <a:lnTo>
                        <a:pt x="833056" y="565404"/>
                      </a:lnTo>
                      <a:lnTo>
                        <a:pt x="833056" y="535686"/>
                      </a:lnTo>
                      <a:lnTo>
                        <a:pt x="803338" y="535686"/>
                      </a:lnTo>
                      <a:lnTo>
                        <a:pt x="803338" y="476155"/>
                      </a:lnTo>
                      <a:lnTo>
                        <a:pt x="833056" y="476155"/>
                      </a:lnTo>
                      <a:lnTo>
                        <a:pt x="833056" y="297561"/>
                      </a:lnTo>
                      <a:lnTo>
                        <a:pt x="803338" y="297561"/>
                      </a:lnTo>
                      <a:lnTo>
                        <a:pt x="803338" y="238030"/>
                      </a:lnTo>
                      <a:lnTo>
                        <a:pt x="833056" y="238030"/>
                      </a:lnTo>
                      <a:lnTo>
                        <a:pt x="833056" y="208312"/>
                      </a:lnTo>
                      <a:lnTo>
                        <a:pt x="862774" y="208312"/>
                      </a:lnTo>
                      <a:lnTo>
                        <a:pt x="862774" y="238030"/>
                      </a:lnTo>
                      <a:lnTo>
                        <a:pt x="833056" y="238030"/>
                      </a:lnTo>
                      <a:lnTo>
                        <a:pt x="833056" y="297561"/>
                      </a:lnTo>
                      <a:lnTo>
                        <a:pt x="862774" y="297561"/>
                      </a:lnTo>
                      <a:lnTo>
                        <a:pt x="862774" y="476155"/>
                      </a:lnTo>
                      <a:lnTo>
                        <a:pt x="833056" y="476155"/>
                      </a:lnTo>
                      <a:lnTo>
                        <a:pt x="833056" y="535686"/>
                      </a:lnTo>
                      <a:lnTo>
                        <a:pt x="862774" y="535686"/>
                      </a:lnTo>
                      <a:lnTo>
                        <a:pt x="862774" y="565404"/>
                      </a:lnTo>
                      <a:lnTo>
                        <a:pt x="922306" y="565404"/>
                      </a:lnTo>
                      <a:lnTo>
                        <a:pt x="922306" y="595122"/>
                      </a:lnTo>
                      <a:lnTo>
                        <a:pt x="1011650" y="595122"/>
                      </a:lnTo>
                      <a:lnTo>
                        <a:pt x="1011650" y="6248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8" name="Google Shape;1148;p26"/>
                <p:cNvSpPr/>
                <p:nvPr/>
              </p:nvSpPr>
              <p:spPr>
                <a:xfrm>
                  <a:off x="7047357" y="4798218"/>
                  <a:ext cx="89249" cy="119062"/>
                </a:xfrm>
                <a:custGeom>
                  <a:avLst/>
                  <a:gdLst/>
                  <a:ahLst/>
                  <a:cxnLst/>
                  <a:rect l="l" t="t" r="r" b="b"/>
                  <a:pathLst>
                    <a:path w="89249" h="119062" extrusionOk="0">
                      <a:moveTo>
                        <a:pt x="89249" y="0"/>
                      </a:moveTo>
                      <a:lnTo>
                        <a:pt x="89249" y="89249"/>
                      </a:lnTo>
                      <a:lnTo>
                        <a:pt x="29718" y="89249"/>
                      </a:lnTo>
                      <a:lnTo>
                        <a:pt x="29718" y="119063"/>
                      </a:lnTo>
                      <a:lnTo>
                        <a:pt x="0" y="119063"/>
                      </a:lnTo>
                      <a:lnTo>
                        <a:pt x="0" y="59531"/>
                      </a:lnTo>
                      <a:lnTo>
                        <a:pt x="29718" y="59531"/>
                      </a:lnTo>
                      <a:lnTo>
                        <a:pt x="29718" y="29813"/>
                      </a:lnTo>
                      <a:lnTo>
                        <a:pt x="59436" y="29813"/>
                      </a:lnTo>
                      <a:lnTo>
                        <a:pt x="59436" y="0"/>
                      </a:lnTo>
                      <a:lnTo>
                        <a:pt x="8924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9" name="Google Shape;1149;p26"/>
                <p:cNvSpPr/>
                <p:nvPr/>
              </p:nvSpPr>
              <p:spPr>
                <a:xfrm>
                  <a:off x="698773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0" name="Google Shape;1150;p26"/>
                <p:cNvSpPr/>
                <p:nvPr/>
              </p:nvSpPr>
              <p:spPr>
                <a:xfrm>
                  <a:off x="6838950" y="4589906"/>
                  <a:ext cx="178593" cy="238125"/>
                </a:xfrm>
                <a:custGeom>
                  <a:avLst/>
                  <a:gdLst/>
                  <a:ahLst/>
                  <a:cxnLst/>
                  <a:rect l="l" t="t" r="r" b="b"/>
                  <a:pathLst>
                    <a:path w="178593" h="238125" extrusionOk="0">
                      <a:moveTo>
                        <a:pt x="178594" y="29718"/>
                      </a:moveTo>
                      <a:lnTo>
                        <a:pt x="178594" y="89249"/>
                      </a:lnTo>
                      <a:lnTo>
                        <a:pt x="148780" y="89249"/>
                      </a:lnTo>
                      <a:lnTo>
                        <a:pt x="148780" y="148780"/>
                      </a:lnTo>
                      <a:lnTo>
                        <a:pt x="119063" y="148780"/>
                      </a:lnTo>
                      <a:lnTo>
                        <a:pt x="119063" y="208312"/>
                      </a:lnTo>
                      <a:lnTo>
                        <a:pt x="89345" y="208312"/>
                      </a:lnTo>
                      <a:lnTo>
                        <a:pt x="89345" y="238125"/>
                      </a:lnTo>
                      <a:lnTo>
                        <a:pt x="0" y="238125"/>
                      </a:lnTo>
                      <a:lnTo>
                        <a:pt x="0" y="89249"/>
                      </a:lnTo>
                      <a:lnTo>
                        <a:pt x="29718" y="89249"/>
                      </a:lnTo>
                      <a:lnTo>
                        <a:pt x="29718" y="29718"/>
                      </a:lnTo>
                      <a:lnTo>
                        <a:pt x="59531" y="29718"/>
                      </a:lnTo>
                      <a:lnTo>
                        <a:pt x="59531" y="0"/>
                      </a:lnTo>
                      <a:lnTo>
                        <a:pt x="148780" y="0"/>
                      </a:lnTo>
                      <a:lnTo>
                        <a:pt x="148780" y="29718"/>
                      </a:lnTo>
                      <a:lnTo>
                        <a:pt x="178594"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1" name="Google Shape;1151;p26"/>
                <p:cNvSpPr/>
                <p:nvPr/>
              </p:nvSpPr>
              <p:spPr>
                <a:xfrm>
                  <a:off x="7017543" y="4738687"/>
                  <a:ext cx="89249" cy="119062"/>
                </a:xfrm>
                <a:custGeom>
                  <a:avLst/>
                  <a:gdLst/>
                  <a:ahLst/>
                  <a:cxnLst/>
                  <a:rect l="l" t="t" r="r" b="b"/>
                  <a:pathLst>
                    <a:path w="89249" h="119062" extrusionOk="0">
                      <a:moveTo>
                        <a:pt x="89249" y="0"/>
                      </a:moveTo>
                      <a:lnTo>
                        <a:pt x="89249" y="59531"/>
                      </a:lnTo>
                      <a:lnTo>
                        <a:pt x="59531" y="59531"/>
                      </a:lnTo>
                      <a:lnTo>
                        <a:pt x="59531" y="89345"/>
                      </a:lnTo>
                      <a:lnTo>
                        <a:pt x="29813" y="89345"/>
                      </a:lnTo>
                      <a:lnTo>
                        <a:pt x="29813" y="119063"/>
                      </a:lnTo>
                      <a:lnTo>
                        <a:pt x="0" y="119063"/>
                      </a:lnTo>
                      <a:lnTo>
                        <a:pt x="0" y="59531"/>
                      </a:lnTo>
                      <a:lnTo>
                        <a:pt x="29813" y="59531"/>
                      </a:lnTo>
                      <a:lnTo>
                        <a:pt x="29813" y="29718"/>
                      </a:lnTo>
                      <a:lnTo>
                        <a:pt x="59531" y="29718"/>
                      </a:lnTo>
                      <a:lnTo>
                        <a:pt x="59531" y="0"/>
                      </a:lnTo>
                      <a:lnTo>
                        <a:pt x="89249"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2" name="Google Shape;1152;p26"/>
                <p:cNvSpPr/>
                <p:nvPr/>
              </p:nvSpPr>
              <p:spPr>
                <a:xfrm>
                  <a:off x="7166419" y="4560093"/>
                  <a:ext cx="267842" cy="267938"/>
                </a:xfrm>
                <a:custGeom>
                  <a:avLst/>
                  <a:gdLst/>
                  <a:ahLst/>
                  <a:cxnLst/>
                  <a:rect l="l" t="t" r="r" b="b"/>
                  <a:pathLst>
                    <a:path w="267842" h="267938" extrusionOk="0">
                      <a:moveTo>
                        <a:pt x="267843" y="29813"/>
                      </a:moveTo>
                      <a:lnTo>
                        <a:pt x="267843" y="208312"/>
                      </a:lnTo>
                      <a:lnTo>
                        <a:pt x="238125" y="208312"/>
                      </a:lnTo>
                      <a:lnTo>
                        <a:pt x="238125" y="238125"/>
                      </a:lnTo>
                      <a:lnTo>
                        <a:pt x="208312" y="238125"/>
                      </a:lnTo>
                      <a:lnTo>
                        <a:pt x="208312" y="267938"/>
                      </a:lnTo>
                      <a:lnTo>
                        <a:pt x="89249" y="267938"/>
                      </a:lnTo>
                      <a:lnTo>
                        <a:pt x="89249" y="238125"/>
                      </a:lnTo>
                      <a:lnTo>
                        <a:pt x="59436" y="238125"/>
                      </a:lnTo>
                      <a:lnTo>
                        <a:pt x="59436" y="208312"/>
                      </a:lnTo>
                      <a:lnTo>
                        <a:pt x="29718" y="208312"/>
                      </a:lnTo>
                      <a:lnTo>
                        <a:pt x="29718" y="119063"/>
                      </a:lnTo>
                      <a:lnTo>
                        <a:pt x="0" y="119063"/>
                      </a:lnTo>
                      <a:lnTo>
                        <a:pt x="0" y="59531"/>
                      </a:lnTo>
                      <a:lnTo>
                        <a:pt x="29718" y="59531"/>
                      </a:lnTo>
                      <a:lnTo>
                        <a:pt x="29718" y="29813"/>
                      </a:lnTo>
                      <a:lnTo>
                        <a:pt x="89249" y="29813"/>
                      </a:lnTo>
                      <a:lnTo>
                        <a:pt x="89249" y="0"/>
                      </a:lnTo>
                      <a:lnTo>
                        <a:pt x="208312" y="0"/>
                      </a:lnTo>
                      <a:lnTo>
                        <a:pt x="208312" y="29813"/>
                      </a:lnTo>
                      <a:lnTo>
                        <a:pt x="267843" y="298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3" name="Google Shape;1153;p26"/>
                <p:cNvSpPr/>
                <p:nvPr/>
              </p:nvSpPr>
              <p:spPr>
                <a:xfrm>
                  <a:off x="6809232" y="4947094"/>
                  <a:ext cx="684561" cy="416623"/>
                </a:xfrm>
                <a:custGeom>
                  <a:avLst/>
                  <a:gdLst/>
                  <a:ahLst/>
                  <a:cxnLst/>
                  <a:rect l="l" t="t" r="r" b="b"/>
                  <a:pathLst>
                    <a:path w="684561" h="416623" extrusionOk="0">
                      <a:moveTo>
                        <a:pt x="684562" y="29718"/>
                      </a:moveTo>
                      <a:lnTo>
                        <a:pt x="684562" y="59436"/>
                      </a:lnTo>
                      <a:lnTo>
                        <a:pt x="654748" y="59436"/>
                      </a:lnTo>
                      <a:lnTo>
                        <a:pt x="654748" y="148780"/>
                      </a:lnTo>
                      <a:lnTo>
                        <a:pt x="625030" y="148780"/>
                      </a:lnTo>
                      <a:lnTo>
                        <a:pt x="625030" y="238125"/>
                      </a:lnTo>
                      <a:lnTo>
                        <a:pt x="595313" y="238125"/>
                      </a:lnTo>
                      <a:lnTo>
                        <a:pt x="595313" y="297561"/>
                      </a:lnTo>
                      <a:lnTo>
                        <a:pt x="565499" y="297561"/>
                      </a:lnTo>
                      <a:lnTo>
                        <a:pt x="565499" y="357188"/>
                      </a:lnTo>
                      <a:lnTo>
                        <a:pt x="595313" y="357188"/>
                      </a:lnTo>
                      <a:lnTo>
                        <a:pt x="595313" y="386905"/>
                      </a:lnTo>
                      <a:lnTo>
                        <a:pt x="565499" y="386905"/>
                      </a:lnTo>
                      <a:lnTo>
                        <a:pt x="565499" y="416623"/>
                      </a:lnTo>
                      <a:lnTo>
                        <a:pt x="29718" y="416623"/>
                      </a:lnTo>
                      <a:lnTo>
                        <a:pt x="29718" y="386905"/>
                      </a:lnTo>
                      <a:lnTo>
                        <a:pt x="0" y="386905"/>
                      </a:lnTo>
                      <a:lnTo>
                        <a:pt x="0" y="327374"/>
                      </a:lnTo>
                      <a:lnTo>
                        <a:pt x="29718" y="327374"/>
                      </a:lnTo>
                      <a:lnTo>
                        <a:pt x="29718" y="267843"/>
                      </a:lnTo>
                      <a:lnTo>
                        <a:pt x="59436" y="267843"/>
                      </a:lnTo>
                      <a:lnTo>
                        <a:pt x="59436" y="238125"/>
                      </a:lnTo>
                      <a:lnTo>
                        <a:pt x="178498" y="238125"/>
                      </a:lnTo>
                      <a:lnTo>
                        <a:pt x="178498" y="267843"/>
                      </a:lnTo>
                      <a:lnTo>
                        <a:pt x="267843" y="267843"/>
                      </a:lnTo>
                      <a:lnTo>
                        <a:pt x="267843" y="297561"/>
                      </a:lnTo>
                      <a:lnTo>
                        <a:pt x="416623" y="297561"/>
                      </a:lnTo>
                      <a:lnTo>
                        <a:pt x="416623" y="267843"/>
                      </a:lnTo>
                      <a:lnTo>
                        <a:pt x="476250" y="267843"/>
                      </a:lnTo>
                      <a:lnTo>
                        <a:pt x="476250" y="238125"/>
                      </a:lnTo>
                      <a:lnTo>
                        <a:pt x="505968" y="238125"/>
                      </a:lnTo>
                      <a:lnTo>
                        <a:pt x="505968" y="148780"/>
                      </a:lnTo>
                      <a:lnTo>
                        <a:pt x="535686" y="148780"/>
                      </a:lnTo>
                      <a:lnTo>
                        <a:pt x="535686" y="0"/>
                      </a:lnTo>
                      <a:lnTo>
                        <a:pt x="654748" y="0"/>
                      </a:lnTo>
                      <a:lnTo>
                        <a:pt x="654748" y="29718"/>
                      </a:lnTo>
                      <a:lnTo>
                        <a:pt x="684562"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4" name="Google Shape;1154;p26"/>
                <p:cNvSpPr/>
                <p:nvPr/>
              </p:nvSpPr>
              <p:spPr>
                <a:xfrm>
                  <a:off x="7344918" y="491728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5" name="Google Shape;1155;p26"/>
                <p:cNvSpPr/>
                <p:nvPr/>
              </p:nvSpPr>
              <p:spPr>
                <a:xfrm>
                  <a:off x="7255668" y="479821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6" name="Google Shape;1156;p26"/>
                <p:cNvSpPr/>
                <p:nvPr/>
              </p:nvSpPr>
              <p:spPr>
                <a:xfrm>
                  <a:off x="734491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7" name="Google Shape;1157;p26"/>
                <p:cNvSpPr/>
                <p:nvPr/>
              </p:nvSpPr>
              <p:spPr>
                <a:xfrm>
                  <a:off x="725566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8" name="Google Shape;1158;p26"/>
                <p:cNvSpPr/>
                <p:nvPr/>
              </p:nvSpPr>
              <p:spPr>
                <a:xfrm>
                  <a:off x="7315200"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9" name="Google Shape;1159;p26"/>
                <p:cNvSpPr/>
                <p:nvPr/>
              </p:nvSpPr>
              <p:spPr>
                <a:xfrm>
                  <a:off x="7196137"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0" name="Google Shape;1160;p26"/>
                <p:cNvSpPr/>
                <p:nvPr/>
              </p:nvSpPr>
              <p:spPr>
                <a:xfrm>
                  <a:off x="7374731"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26"/>
                <p:cNvSpPr/>
                <p:nvPr/>
              </p:nvSpPr>
              <p:spPr>
                <a:xfrm>
                  <a:off x="7404544"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2" name="Google Shape;1162;p26"/>
                <p:cNvSpPr/>
                <p:nvPr/>
              </p:nvSpPr>
              <p:spPr>
                <a:xfrm>
                  <a:off x="7344918"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3" name="Google Shape;1163;p26"/>
                <p:cNvSpPr/>
                <p:nvPr/>
              </p:nvSpPr>
              <p:spPr>
                <a:xfrm>
                  <a:off x="7285482"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4" name="Google Shape;1164;p26"/>
                <p:cNvSpPr/>
                <p:nvPr/>
              </p:nvSpPr>
              <p:spPr>
                <a:xfrm>
                  <a:off x="737473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26"/>
                <p:cNvSpPr/>
                <p:nvPr/>
              </p:nvSpPr>
              <p:spPr>
                <a:xfrm>
                  <a:off x="7374731"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26"/>
                <p:cNvSpPr/>
                <p:nvPr/>
              </p:nvSpPr>
              <p:spPr>
                <a:xfrm>
                  <a:off x="7404544" y="458990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26"/>
                <p:cNvSpPr/>
                <p:nvPr/>
              </p:nvSpPr>
              <p:spPr>
                <a:xfrm>
                  <a:off x="728548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26"/>
                <p:cNvSpPr/>
                <p:nvPr/>
              </p:nvSpPr>
              <p:spPr>
                <a:xfrm>
                  <a:off x="7225855"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26"/>
                <p:cNvSpPr/>
                <p:nvPr/>
              </p:nvSpPr>
              <p:spPr>
                <a:xfrm>
                  <a:off x="722585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0" name="Google Shape;1170;p26"/>
                <p:cNvSpPr/>
                <p:nvPr/>
              </p:nvSpPr>
              <p:spPr>
                <a:xfrm>
                  <a:off x="6868668"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1" name="Google Shape;1171;p26"/>
                <p:cNvSpPr/>
                <p:nvPr/>
              </p:nvSpPr>
              <p:spPr>
                <a:xfrm>
                  <a:off x="6898481"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26"/>
                <p:cNvSpPr/>
                <p:nvPr/>
              </p:nvSpPr>
              <p:spPr>
                <a:xfrm>
                  <a:off x="6928294"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26"/>
                <p:cNvSpPr/>
                <p:nvPr/>
              </p:nvSpPr>
              <p:spPr>
                <a:xfrm>
                  <a:off x="6958012"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26"/>
                <p:cNvSpPr/>
                <p:nvPr/>
              </p:nvSpPr>
              <p:spPr>
                <a:xfrm>
                  <a:off x="6987730"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5" name="Google Shape;1175;p26"/>
                <p:cNvSpPr/>
                <p:nvPr/>
              </p:nvSpPr>
              <p:spPr>
                <a:xfrm>
                  <a:off x="6928294"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6" name="Google Shape;1176;p26"/>
                <p:cNvSpPr/>
                <p:nvPr/>
              </p:nvSpPr>
              <p:spPr>
                <a:xfrm>
                  <a:off x="6898481"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7" name="Google Shape;1177;p26"/>
                <p:cNvSpPr/>
                <p:nvPr/>
              </p:nvSpPr>
              <p:spPr>
                <a:xfrm>
                  <a:off x="6868668"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8" name="Google Shape;1178;p26"/>
                <p:cNvSpPr/>
                <p:nvPr/>
              </p:nvSpPr>
              <p:spPr>
                <a:xfrm>
                  <a:off x="6838950"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26"/>
                <p:cNvSpPr/>
                <p:nvPr/>
              </p:nvSpPr>
              <p:spPr>
                <a:xfrm>
                  <a:off x="6868668"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26"/>
                <p:cNvSpPr/>
                <p:nvPr/>
              </p:nvSpPr>
              <p:spPr>
                <a:xfrm>
                  <a:off x="6868668"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26"/>
                <p:cNvSpPr/>
                <p:nvPr/>
              </p:nvSpPr>
              <p:spPr>
                <a:xfrm>
                  <a:off x="6928294"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26"/>
                <p:cNvSpPr/>
                <p:nvPr/>
              </p:nvSpPr>
              <p:spPr>
                <a:xfrm>
                  <a:off x="698773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26"/>
                <p:cNvSpPr/>
                <p:nvPr/>
              </p:nvSpPr>
              <p:spPr>
                <a:xfrm>
                  <a:off x="704735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4" name="Google Shape;1184;p26"/>
                <p:cNvSpPr/>
                <p:nvPr/>
              </p:nvSpPr>
              <p:spPr>
                <a:xfrm>
                  <a:off x="7077075"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5" name="Google Shape;1185;p26"/>
                <p:cNvSpPr/>
                <p:nvPr/>
              </p:nvSpPr>
              <p:spPr>
                <a:xfrm>
                  <a:off x="710679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6" name="Google Shape;1186;p26"/>
                <p:cNvSpPr/>
                <p:nvPr/>
              </p:nvSpPr>
              <p:spPr>
                <a:xfrm>
                  <a:off x="716641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26"/>
                <p:cNvSpPr/>
                <p:nvPr/>
              </p:nvSpPr>
              <p:spPr>
                <a:xfrm>
                  <a:off x="7225855"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26"/>
                <p:cNvSpPr/>
                <p:nvPr/>
              </p:nvSpPr>
              <p:spPr>
                <a:xfrm>
                  <a:off x="7255668"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9" name="Google Shape;1189;p26"/>
                <p:cNvSpPr/>
                <p:nvPr/>
              </p:nvSpPr>
              <p:spPr>
                <a:xfrm>
                  <a:off x="6868668" y="5333999"/>
                  <a:ext cx="505968" cy="29718"/>
                </a:xfrm>
                <a:custGeom>
                  <a:avLst/>
                  <a:gdLst/>
                  <a:ahLst/>
                  <a:cxnLst/>
                  <a:rect l="l" t="t" r="r" b="b"/>
                  <a:pathLst>
                    <a:path w="505968" h="29718" extrusionOk="0">
                      <a:moveTo>
                        <a:pt x="0" y="0"/>
                      </a:moveTo>
                      <a:lnTo>
                        <a:pt x="505968" y="0"/>
                      </a:lnTo>
                      <a:lnTo>
                        <a:pt x="50596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0" name="Google Shape;1190;p26"/>
                <p:cNvSpPr/>
                <p:nvPr/>
              </p:nvSpPr>
              <p:spPr>
                <a:xfrm>
                  <a:off x="7285482" y="530428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1" name="Google Shape;1191;p26"/>
                <p:cNvSpPr/>
                <p:nvPr/>
              </p:nvSpPr>
              <p:spPr>
                <a:xfrm>
                  <a:off x="7136606" y="53042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2" name="Google Shape;1192;p26"/>
                <p:cNvSpPr/>
                <p:nvPr/>
              </p:nvSpPr>
              <p:spPr>
                <a:xfrm>
                  <a:off x="7077075"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26"/>
                <p:cNvSpPr/>
                <p:nvPr/>
              </p:nvSpPr>
              <p:spPr>
                <a:xfrm>
                  <a:off x="7017543"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4" name="Google Shape;1194;p26"/>
                <p:cNvSpPr/>
                <p:nvPr/>
              </p:nvSpPr>
              <p:spPr>
                <a:xfrm>
                  <a:off x="6958012"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26"/>
                <p:cNvSpPr/>
                <p:nvPr/>
              </p:nvSpPr>
              <p:spPr>
                <a:xfrm>
                  <a:off x="6987730"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26"/>
                <p:cNvSpPr/>
                <p:nvPr/>
              </p:nvSpPr>
              <p:spPr>
                <a:xfrm>
                  <a:off x="7047357"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7" name="Google Shape;1197;p26"/>
                <p:cNvSpPr/>
                <p:nvPr/>
              </p:nvSpPr>
              <p:spPr>
                <a:xfrm>
                  <a:off x="7106793"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26"/>
                <p:cNvSpPr/>
                <p:nvPr/>
              </p:nvSpPr>
              <p:spPr>
                <a:xfrm>
                  <a:off x="7166419"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26"/>
                <p:cNvSpPr/>
                <p:nvPr/>
              </p:nvSpPr>
              <p:spPr>
                <a:xfrm>
                  <a:off x="7225855"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26"/>
                <p:cNvSpPr/>
                <p:nvPr/>
              </p:nvSpPr>
              <p:spPr>
                <a:xfrm>
                  <a:off x="7255668"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26"/>
                <p:cNvSpPr/>
                <p:nvPr/>
              </p:nvSpPr>
              <p:spPr>
                <a:xfrm>
                  <a:off x="7285482"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26"/>
                <p:cNvSpPr/>
                <p:nvPr/>
              </p:nvSpPr>
              <p:spPr>
                <a:xfrm>
                  <a:off x="7344918"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26"/>
                <p:cNvSpPr/>
                <p:nvPr/>
              </p:nvSpPr>
              <p:spPr>
                <a:xfrm>
                  <a:off x="7315200"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26"/>
                <p:cNvSpPr/>
                <p:nvPr/>
              </p:nvSpPr>
              <p:spPr>
                <a:xfrm>
                  <a:off x="7255668"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26"/>
                <p:cNvSpPr/>
                <p:nvPr/>
              </p:nvSpPr>
              <p:spPr>
                <a:xfrm>
                  <a:off x="7285482"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26"/>
                <p:cNvSpPr/>
                <p:nvPr/>
              </p:nvSpPr>
              <p:spPr>
                <a:xfrm>
                  <a:off x="7344918"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26"/>
                <p:cNvSpPr/>
                <p:nvPr/>
              </p:nvSpPr>
              <p:spPr>
                <a:xfrm>
                  <a:off x="7374731"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26"/>
                <p:cNvSpPr/>
                <p:nvPr/>
              </p:nvSpPr>
              <p:spPr>
                <a:xfrm>
                  <a:off x="7434262"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26"/>
                <p:cNvSpPr/>
                <p:nvPr/>
              </p:nvSpPr>
              <p:spPr>
                <a:xfrm>
                  <a:off x="7344918"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26"/>
                <p:cNvSpPr/>
                <p:nvPr/>
              </p:nvSpPr>
              <p:spPr>
                <a:xfrm>
                  <a:off x="7344918"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26"/>
                <p:cNvSpPr/>
                <p:nvPr/>
              </p:nvSpPr>
              <p:spPr>
                <a:xfrm>
                  <a:off x="7404544"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26"/>
                <p:cNvSpPr/>
                <p:nvPr/>
              </p:nvSpPr>
              <p:spPr>
                <a:xfrm>
                  <a:off x="7374731"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26"/>
                <p:cNvSpPr/>
                <p:nvPr/>
              </p:nvSpPr>
              <p:spPr>
                <a:xfrm>
                  <a:off x="6898481"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26"/>
                <p:cNvSpPr/>
                <p:nvPr/>
              </p:nvSpPr>
              <p:spPr>
                <a:xfrm>
                  <a:off x="7106793"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26"/>
                <p:cNvSpPr/>
                <p:nvPr/>
              </p:nvSpPr>
              <p:spPr>
                <a:xfrm>
                  <a:off x="7077075"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26"/>
                <p:cNvSpPr/>
                <p:nvPr/>
              </p:nvSpPr>
              <p:spPr>
                <a:xfrm>
                  <a:off x="7077075"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26"/>
                <p:cNvSpPr/>
                <p:nvPr/>
              </p:nvSpPr>
              <p:spPr>
                <a:xfrm>
                  <a:off x="704735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26"/>
                <p:cNvSpPr/>
                <p:nvPr/>
              </p:nvSpPr>
              <p:spPr>
                <a:xfrm>
                  <a:off x="7106793"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26"/>
                <p:cNvSpPr/>
                <p:nvPr/>
              </p:nvSpPr>
              <p:spPr>
                <a:xfrm>
                  <a:off x="6838950"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26"/>
                <p:cNvSpPr/>
                <p:nvPr/>
              </p:nvSpPr>
              <p:spPr>
                <a:xfrm>
                  <a:off x="683895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26"/>
                <p:cNvSpPr/>
                <p:nvPr/>
              </p:nvSpPr>
              <p:spPr>
                <a:xfrm>
                  <a:off x="6809232"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26"/>
                <p:cNvSpPr/>
                <p:nvPr/>
              </p:nvSpPr>
              <p:spPr>
                <a:xfrm>
                  <a:off x="6838950"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26"/>
                <p:cNvSpPr/>
                <p:nvPr/>
              </p:nvSpPr>
              <p:spPr>
                <a:xfrm>
                  <a:off x="6779418"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26"/>
                <p:cNvSpPr/>
                <p:nvPr/>
              </p:nvSpPr>
              <p:spPr>
                <a:xfrm>
                  <a:off x="6809232"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26"/>
                <p:cNvSpPr/>
                <p:nvPr/>
              </p:nvSpPr>
              <p:spPr>
                <a:xfrm>
                  <a:off x="6838950"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26"/>
                <p:cNvSpPr/>
                <p:nvPr/>
              </p:nvSpPr>
              <p:spPr>
                <a:xfrm>
                  <a:off x="6749605"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26"/>
                <p:cNvSpPr/>
                <p:nvPr/>
              </p:nvSpPr>
              <p:spPr>
                <a:xfrm rot="10800000">
                  <a:off x="7047357"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26"/>
                <p:cNvSpPr/>
                <p:nvPr/>
              </p:nvSpPr>
              <p:spPr>
                <a:xfrm rot="10800000">
                  <a:off x="7106983"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26"/>
                <p:cNvSpPr/>
                <p:nvPr/>
              </p:nvSpPr>
              <p:spPr>
                <a:xfrm rot="10800000">
                  <a:off x="710698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26"/>
                <p:cNvSpPr/>
                <p:nvPr/>
              </p:nvSpPr>
              <p:spPr>
                <a:xfrm rot="10800000">
                  <a:off x="7166419"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26"/>
                <p:cNvSpPr/>
                <p:nvPr/>
              </p:nvSpPr>
              <p:spPr>
                <a:xfrm rot="10800000">
                  <a:off x="7226046"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26"/>
                <p:cNvSpPr/>
                <p:nvPr/>
              </p:nvSpPr>
              <p:spPr>
                <a:xfrm rot="10800000">
                  <a:off x="7196137"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26"/>
                <p:cNvSpPr/>
                <p:nvPr/>
              </p:nvSpPr>
              <p:spPr>
                <a:xfrm rot="10800000">
                  <a:off x="728548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26"/>
                <p:cNvSpPr/>
                <p:nvPr/>
              </p:nvSpPr>
              <p:spPr>
                <a:xfrm rot="10800000">
                  <a:off x="7285482"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26"/>
                <p:cNvSpPr/>
                <p:nvPr/>
              </p:nvSpPr>
              <p:spPr>
                <a:xfrm rot="10800000">
                  <a:off x="7255668"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26"/>
                <p:cNvSpPr/>
                <p:nvPr/>
              </p:nvSpPr>
              <p:spPr>
                <a:xfrm>
                  <a:off x="6719887"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26"/>
                <p:cNvSpPr/>
                <p:nvPr/>
              </p:nvSpPr>
              <p:spPr>
                <a:xfrm>
                  <a:off x="6898481"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26"/>
                <p:cNvSpPr/>
                <p:nvPr/>
              </p:nvSpPr>
              <p:spPr>
                <a:xfrm>
                  <a:off x="7017543"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26"/>
                <p:cNvSpPr/>
                <p:nvPr/>
              </p:nvSpPr>
              <p:spPr>
                <a:xfrm>
                  <a:off x="7047357"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26"/>
                <p:cNvSpPr/>
                <p:nvPr/>
              </p:nvSpPr>
              <p:spPr>
                <a:xfrm>
                  <a:off x="7404544"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26"/>
                <p:cNvSpPr/>
                <p:nvPr/>
              </p:nvSpPr>
              <p:spPr>
                <a:xfrm>
                  <a:off x="7434262" y="51852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26"/>
                <p:cNvSpPr/>
                <p:nvPr/>
              </p:nvSpPr>
              <p:spPr>
                <a:xfrm>
                  <a:off x="7463980"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26"/>
                <p:cNvSpPr/>
                <p:nvPr/>
              </p:nvSpPr>
              <p:spPr>
                <a:xfrm>
                  <a:off x="749379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26"/>
                <p:cNvSpPr/>
                <p:nvPr/>
              </p:nvSpPr>
              <p:spPr>
                <a:xfrm>
                  <a:off x="7493793"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26"/>
                <p:cNvSpPr/>
                <p:nvPr/>
              </p:nvSpPr>
              <p:spPr>
                <a:xfrm>
                  <a:off x="7523607"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26"/>
                <p:cNvSpPr/>
                <p:nvPr/>
              </p:nvSpPr>
              <p:spPr>
                <a:xfrm>
                  <a:off x="7553325" y="52149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26"/>
                <p:cNvSpPr/>
                <p:nvPr/>
              </p:nvSpPr>
              <p:spPr>
                <a:xfrm>
                  <a:off x="746398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26"/>
                <p:cNvSpPr/>
                <p:nvPr/>
              </p:nvSpPr>
              <p:spPr>
                <a:xfrm>
                  <a:off x="7612856"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26"/>
                <p:cNvSpPr/>
                <p:nvPr/>
              </p:nvSpPr>
              <p:spPr>
                <a:xfrm>
                  <a:off x="7583043"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26"/>
                <p:cNvSpPr/>
                <p:nvPr/>
              </p:nvSpPr>
              <p:spPr>
                <a:xfrm>
                  <a:off x="7612856"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26"/>
                <p:cNvSpPr/>
                <p:nvPr/>
              </p:nvSpPr>
              <p:spPr>
                <a:xfrm>
                  <a:off x="758304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26"/>
                <p:cNvSpPr/>
                <p:nvPr/>
              </p:nvSpPr>
              <p:spPr>
                <a:xfrm>
                  <a:off x="758304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26"/>
                <p:cNvSpPr/>
                <p:nvPr/>
              </p:nvSpPr>
              <p:spPr>
                <a:xfrm>
                  <a:off x="7642669"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26"/>
                <p:cNvSpPr/>
                <p:nvPr/>
              </p:nvSpPr>
              <p:spPr>
                <a:xfrm>
                  <a:off x="7672387"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26"/>
                <p:cNvSpPr/>
                <p:nvPr/>
              </p:nvSpPr>
              <p:spPr>
                <a:xfrm>
                  <a:off x="7702105"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26"/>
                <p:cNvSpPr/>
                <p:nvPr/>
              </p:nvSpPr>
              <p:spPr>
                <a:xfrm>
                  <a:off x="767238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26"/>
                <p:cNvSpPr/>
                <p:nvPr/>
              </p:nvSpPr>
              <p:spPr>
                <a:xfrm>
                  <a:off x="7702105"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26"/>
                <p:cNvSpPr/>
                <p:nvPr/>
              </p:nvSpPr>
              <p:spPr>
                <a:xfrm>
                  <a:off x="776173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9" name="Google Shape;1259;p26"/>
                <p:cNvSpPr/>
                <p:nvPr/>
              </p:nvSpPr>
              <p:spPr>
                <a:xfrm>
                  <a:off x="764266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26"/>
                <p:cNvSpPr/>
                <p:nvPr/>
              </p:nvSpPr>
              <p:spPr>
                <a:xfrm>
                  <a:off x="7612856"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1261;p26"/>
                <p:cNvSpPr/>
                <p:nvPr/>
              </p:nvSpPr>
              <p:spPr>
                <a:xfrm>
                  <a:off x="7553325"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26"/>
                <p:cNvSpPr/>
                <p:nvPr/>
              </p:nvSpPr>
              <p:spPr>
                <a:xfrm>
                  <a:off x="7523607"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26"/>
                <p:cNvSpPr/>
                <p:nvPr/>
              </p:nvSpPr>
              <p:spPr>
                <a:xfrm>
                  <a:off x="749379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1264;p26"/>
                <p:cNvSpPr/>
                <p:nvPr/>
              </p:nvSpPr>
              <p:spPr>
                <a:xfrm>
                  <a:off x="7523607"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26"/>
                <p:cNvSpPr/>
                <p:nvPr/>
              </p:nvSpPr>
              <p:spPr>
                <a:xfrm>
                  <a:off x="7434262"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1266;p26"/>
                <p:cNvSpPr/>
                <p:nvPr/>
              </p:nvSpPr>
              <p:spPr>
                <a:xfrm>
                  <a:off x="7344918"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1267;p26"/>
                <p:cNvSpPr/>
                <p:nvPr/>
              </p:nvSpPr>
              <p:spPr>
                <a:xfrm>
                  <a:off x="7404544"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26"/>
                <p:cNvSpPr/>
                <p:nvPr/>
              </p:nvSpPr>
              <p:spPr>
                <a:xfrm>
                  <a:off x="7404544" y="49768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26"/>
                <p:cNvSpPr/>
                <p:nvPr/>
              </p:nvSpPr>
              <p:spPr>
                <a:xfrm>
                  <a:off x="7523607"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26"/>
                <p:cNvSpPr/>
                <p:nvPr/>
              </p:nvSpPr>
              <p:spPr>
                <a:xfrm>
                  <a:off x="7583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26"/>
                <p:cNvSpPr/>
                <p:nvPr/>
              </p:nvSpPr>
              <p:spPr>
                <a:xfrm>
                  <a:off x="7553325"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26"/>
                <p:cNvSpPr/>
                <p:nvPr/>
              </p:nvSpPr>
              <p:spPr>
                <a:xfrm>
                  <a:off x="7493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26"/>
                <p:cNvSpPr/>
                <p:nvPr/>
              </p:nvSpPr>
              <p:spPr>
                <a:xfrm>
                  <a:off x="7612856" y="503634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1274;p26"/>
                <p:cNvSpPr/>
                <p:nvPr/>
              </p:nvSpPr>
              <p:spPr>
                <a:xfrm>
                  <a:off x="7493793" y="5006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26"/>
                <p:cNvSpPr/>
                <p:nvPr/>
              </p:nvSpPr>
              <p:spPr>
                <a:xfrm>
                  <a:off x="7553325"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26"/>
                <p:cNvSpPr/>
                <p:nvPr/>
              </p:nvSpPr>
              <p:spPr>
                <a:xfrm>
                  <a:off x="7553325"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26"/>
                <p:cNvSpPr/>
                <p:nvPr/>
              </p:nvSpPr>
              <p:spPr>
                <a:xfrm>
                  <a:off x="7612856"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26"/>
                <p:cNvSpPr/>
                <p:nvPr/>
              </p:nvSpPr>
              <p:spPr>
                <a:xfrm>
                  <a:off x="7583043"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26"/>
                <p:cNvSpPr/>
                <p:nvPr/>
              </p:nvSpPr>
              <p:spPr>
                <a:xfrm>
                  <a:off x="7642669"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26"/>
                <p:cNvSpPr/>
                <p:nvPr/>
              </p:nvSpPr>
              <p:spPr>
                <a:xfrm>
                  <a:off x="7642669"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1" name="Google Shape;1281;p26"/>
                <p:cNvSpPr/>
                <p:nvPr/>
              </p:nvSpPr>
              <p:spPr>
                <a:xfrm>
                  <a:off x="7612856"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2" name="Google Shape;1282;p26"/>
                <p:cNvSpPr/>
                <p:nvPr/>
              </p:nvSpPr>
              <p:spPr>
                <a:xfrm>
                  <a:off x="7642669"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26"/>
                <p:cNvSpPr/>
                <p:nvPr/>
              </p:nvSpPr>
              <p:spPr>
                <a:xfrm>
                  <a:off x="7672387"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4" name="Google Shape;1284;p26"/>
                <p:cNvSpPr/>
                <p:nvPr/>
              </p:nvSpPr>
              <p:spPr>
                <a:xfrm>
                  <a:off x="7702105"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26"/>
                <p:cNvSpPr/>
                <p:nvPr/>
              </p:nvSpPr>
              <p:spPr>
                <a:xfrm>
                  <a:off x="7731918"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6" name="Google Shape;1286;p26"/>
                <p:cNvSpPr/>
                <p:nvPr/>
              </p:nvSpPr>
              <p:spPr>
                <a:xfrm>
                  <a:off x="7791450"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7" name="Google Shape;1287;p26"/>
                <p:cNvSpPr/>
                <p:nvPr/>
              </p:nvSpPr>
              <p:spPr>
                <a:xfrm>
                  <a:off x="773191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26"/>
                <p:cNvSpPr/>
                <p:nvPr/>
              </p:nvSpPr>
              <p:spPr>
                <a:xfrm>
                  <a:off x="7672387"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9" name="Google Shape;1289;p26"/>
                <p:cNvSpPr/>
                <p:nvPr/>
              </p:nvSpPr>
              <p:spPr>
                <a:xfrm>
                  <a:off x="7642669"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26"/>
                <p:cNvSpPr/>
                <p:nvPr/>
              </p:nvSpPr>
              <p:spPr>
                <a:xfrm>
                  <a:off x="7612856"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1" name="Google Shape;1291;p26"/>
                <p:cNvSpPr/>
                <p:nvPr/>
              </p:nvSpPr>
              <p:spPr>
                <a:xfrm>
                  <a:off x="7583043"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2" name="Google Shape;1292;p26"/>
                <p:cNvSpPr/>
                <p:nvPr/>
              </p:nvSpPr>
              <p:spPr>
                <a:xfrm>
                  <a:off x="7672387"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26"/>
                <p:cNvSpPr/>
                <p:nvPr/>
              </p:nvSpPr>
              <p:spPr>
                <a:xfrm>
                  <a:off x="7612856"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26"/>
                <p:cNvSpPr/>
                <p:nvPr/>
              </p:nvSpPr>
              <p:spPr>
                <a:xfrm>
                  <a:off x="7583043"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95" name="Google Shape;1295;p26"/>
              <p:cNvGrpSpPr/>
              <p:nvPr/>
            </p:nvGrpSpPr>
            <p:grpSpPr>
              <a:xfrm>
                <a:off x="7047357" y="3577780"/>
                <a:ext cx="476154" cy="833437"/>
                <a:chOff x="7047357" y="3577780"/>
                <a:chExt cx="476154" cy="833437"/>
              </a:xfrm>
            </p:grpSpPr>
            <p:sp>
              <p:nvSpPr>
                <p:cNvPr id="1296" name="Google Shape;1296;p26"/>
                <p:cNvSpPr/>
                <p:nvPr/>
              </p:nvSpPr>
              <p:spPr>
                <a:xfrm>
                  <a:off x="7077075" y="4292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7" name="Google Shape;1297;p26"/>
                <p:cNvSpPr/>
                <p:nvPr/>
              </p:nvSpPr>
              <p:spPr>
                <a:xfrm>
                  <a:off x="7136606" y="4262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8" name="Google Shape;1298;p26"/>
                <p:cNvSpPr/>
                <p:nvPr/>
              </p:nvSpPr>
              <p:spPr>
                <a:xfrm>
                  <a:off x="7196137"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9" name="Google Shape;1299;p26"/>
                <p:cNvSpPr/>
                <p:nvPr/>
              </p:nvSpPr>
              <p:spPr>
                <a:xfrm>
                  <a:off x="7225855" y="405403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0" name="Google Shape;1300;p26"/>
                <p:cNvSpPr/>
                <p:nvPr/>
              </p:nvSpPr>
              <p:spPr>
                <a:xfrm>
                  <a:off x="7404544" y="405403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1" name="Google Shape;1301;p26"/>
                <p:cNvSpPr/>
                <p:nvPr/>
              </p:nvSpPr>
              <p:spPr>
                <a:xfrm>
                  <a:off x="7434262" y="39945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2" name="Google Shape;1302;p26"/>
                <p:cNvSpPr/>
                <p:nvPr/>
              </p:nvSpPr>
              <p:spPr>
                <a:xfrm>
                  <a:off x="7404544" y="3964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3" name="Google Shape;1303;p26"/>
                <p:cNvSpPr/>
                <p:nvPr/>
              </p:nvSpPr>
              <p:spPr>
                <a:xfrm>
                  <a:off x="7196137"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4" name="Google Shape;1304;p26"/>
                <p:cNvSpPr/>
                <p:nvPr/>
              </p:nvSpPr>
              <p:spPr>
                <a:xfrm>
                  <a:off x="7344918"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5" name="Google Shape;1305;p26"/>
                <p:cNvSpPr/>
                <p:nvPr/>
              </p:nvSpPr>
              <p:spPr>
                <a:xfrm>
                  <a:off x="7255668" y="39647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6" name="Google Shape;1306;p26"/>
                <p:cNvSpPr/>
                <p:nvPr/>
              </p:nvSpPr>
              <p:spPr>
                <a:xfrm>
                  <a:off x="7344918"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7" name="Google Shape;1307;p26"/>
                <p:cNvSpPr/>
                <p:nvPr/>
              </p:nvSpPr>
              <p:spPr>
                <a:xfrm>
                  <a:off x="7344918"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26"/>
                <p:cNvSpPr/>
                <p:nvPr/>
              </p:nvSpPr>
              <p:spPr>
                <a:xfrm>
                  <a:off x="7225855"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9" name="Google Shape;1309;p26"/>
                <p:cNvSpPr/>
                <p:nvPr/>
              </p:nvSpPr>
              <p:spPr>
                <a:xfrm>
                  <a:off x="7225855" y="40243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0" name="Google Shape;1310;p26"/>
                <p:cNvSpPr/>
                <p:nvPr/>
              </p:nvSpPr>
              <p:spPr>
                <a:xfrm>
                  <a:off x="7255668" y="39945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26"/>
                <p:cNvSpPr/>
                <p:nvPr/>
              </p:nvSpPr>
              <p:spPr>
                <a:xfrm>
                  <a:off x="7315200"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26"/>
                <p:cNvSpPr/>
                <p:nvPr/>
              </p:nvSpPr>
              <p:spPr>
                <a:xfrm>
                  <a:off x="7047357"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26"/>
                <p:cNvSpPr/>
                <p:nvPr/>
              </p:nvSpPr>
              <p:spPr>
                <a:xfrm>
                  <a:off x="7434262"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26"/>
                <p:cNvSpPr/>
                <p:nvPr/>
              </p:nvSpPr>
              <p:spPr>
                <a:xfrm>
                  <a:off x="7463980"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26"/>
                <p:cNvSpPr/>
                <p:nvPr/>
              </p:nvSpPr>
              <p:spPr>
                <a:xfrm>
                  <a:off x="7285482"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26"/>
                <p:cNvSpPr/>
                <p:nvPr/>
              </p:nvSpPr>
              <p:spPr>
                <a:xfrm>
                  <a:off x="7166419" y="43219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26"/>
                <p:cNvSpPr/>
                <p:nvPr/>
              </p:nvSpPr>
              <p:spPr>
                <a:xfrm>
                  <a:off x="7404544"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8" name="Google Shape;1318;p26"/>
                <p:cNvSpPr/>
                <p:nvPr/>
              </p:nvSpPr>
              <p:spPr>
                <a:xfrm>
                  <a:off x="7404544"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26"/>
                <p:cNvSpPr/>
                <p:nvPr/>
              </p:nvSpPr>
              <p:spPr>
                <a:xfrm>
                  <a:off x="7493793"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26"/>
                <p:cNvSpPr/>
                <p:nvPr/>
              </p:nvSpPr>
              <p:spPr>
                <a:xfrm>
                  <a:off x="7434262" y="4292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26"/>
                <p:cNvSpPr/>
                <p:nvPr/>
              </p:nvSpPr>
              <p:spPr>
                <a:xfrm>
                  <a:off x="7374731"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26"/>
                <p:cNvSpPr/>
                <p:nvPr/>
              </p:nvSpPr>
              <p:spPr>
                <a:xfrm>
                  <a:off x="7344918" y="438149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26"/>
                <p:cNvSpPr/>
                <p:nvPr/>
              </p:nvSpPr>
              <p:spPr>
                <a:xfrm>
                  <a:off x="7077075" y="43517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26"/>
                <p:cNvSpPr/>
                <p:nvPr/>
              </p:nvSpPr>
              <p:spPr>
                <a:xfrm>
                  <a:off x="7285482" y="3756469"/>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26"/>
                <p:cNvSpPr/>
                <p:nvPr/>
              </p:nvSpPr>
              <p:spPr>
                <a:xfrm>
                  <a:off x="7315200"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26"/>
                <p:cNvSpPr/>
                <p:nvPr/>
              </p:nvSpPr>
              <p:spPr>
                <a:xfrm>
                  <a:off x="7225855"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26"/>
                <p:cNvSpPr/>
                <p:nvPr/>
              </p:nvSpPr>
              <p:spPr>
                <a:xfrm>
                  <a:off x="7344918"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26"/>
                <p:cNvSpPr/>
                <p:nvPr/>
              </p:nvSpPr>
              <p:spPr>
                <a:xfrm>
                  <a:off x="725566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26"/>
                <p:cNvSpPr/>
                <p:nvPr/>
              </p:nvSpPr>
              <p:spPr>
                <a:xfrm>
                  <a:off x="7374731"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26"/>
                <p:cNvSpPr/>
                <p:nvPr/>
              </p:nvSpPr>
              <p:spPr>
                <a:xfrm>
                  <a:off x="7196137"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26"/>
                <p:cNvSpPr/>
                <p:nvPr/>
              </p:nvSpPr>
              <p:spPr>
                <a:xfrm>
                  <a:off x="7344918" y="3696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26"/>
                <p:cNvSpPr/>
                <p:nvPr/>
              </p:nvSpPr>
              <p:spPr>
                <a:xfrm>
                  <a:off x="7225855" y="3696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26"/>
                <p:cNvSpPr/>
                <p:nvPr/>
              </p:nvSpPr>
              <p:spPr>
                <a:xfrm>
                  <a:off x="7315200"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26"/>
                <p:cNvSpPr/>
                <p:nvPr/>
              </p:nvSpPr>
              <p:spPr>
                <a:xfrm>
                  <a:off x="7255668"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26"/>
                <p:cNvSpPr/>
                <p:nvPr/>
              </p:nvSpPr>
              <p:spPr>
                <a:xfrm>
                  <a:off x="7225855" y="3637406"/>
                  <a:ext cx="148875" cy="208311"/>
                </a:xfrm>
                <a:custGeom>
                  <a:avLst/>
                  <a:gdLst/>
                  <a:ahLst/>
                  <a:cxnLst/>
                  <a:rect l="l" t="t" r="r" b="b"/>
                  <a:pathLst>
                    <a:path w="148875" h="208311" extrusionOk="0">
                      <a:moveTo>
                        <a:pt x="148876" y="119063"/>
                      </a:moveTo>
                      <a:lnTo>
                        <a:pt x="148876" y="178498"/>
                      </a:lnTo>
                      <a:lnTo>
                        <a:pt x="119063" y="178498"/>
                      </a:lnTo>
                      <a:lnTo>
                        <a:pt x="119063" y="208312"/>
                      </a:lnTo>
                      <a:lnTo>
                        <a:pt x="89345" y="208312"/>
                      </a:lnTo>
                      <a:lnTo>
                        <a:pt x="89345" y="119063"/>
                      </a:lnTo>
                      <a:lnTo>
                        <a:pt x="59627" y="119063"/>
                      </a:lnTo>
                      <a:lnTo>
                        <a:pt x="59627" y="208312"/>
                      </a:lnTo>
                      <a:lnTo>
                        <a:pt x="29813" y="208312"/>
                      </a:lnTo>
                      <a:lnTo>
                        <a:pt x="29813" y="178498"/>
                      </a:lnTo>
                      <a:lnTo>
                        <a:pt x="0" y="178498"/>
                      </a:lnTo>
                      <a:lnTo>
                        <a:pt x="0" y="119063"/>
                      </a:lnTo>
                      <a:lnTo>
                        <a:pt x="29813" y="119063"/>
                      </a:lnTo>
                      <a:lnTo>
                        <a:pt x="29813" y="59436"/>
                      </a:lnTo>
                      <a:lnTo>
                        <a:pt x="59627" y="59436"/>
                      </a:lnTo>
                      <a:lnTo>
                        <a:pt x="59627" y="0"/>
                      </a:lnTo>
                      <a:lnTo>
                        <a:pt x="89345" y="0"/>
                      </a:lnTo>
                      <a:lnTo>
                        <a:pt x="89345" y="59436"/>
                      </a:lnTo>
                      <a:lnTo>
                        <a:pt x="119063" y="59436"/>
                      </a:lnTo>
                      <a:lnTo>
                        <a:pt x="119063" y="119063"/>
                      </a:lnTo>
                      <a:lnTo>
                        <a:pt x="148876"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26"/>
                <p:cNvSpPr/>
                <p:nvPr/>
              </p:nvSpPr>
              <p:spPr>
                <a:xfrm>
                  <a:off x="7285482"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26"/>
                <p:cNvSpPr/>
                <p:nvPr/>
              </p:nvSpPr>
              <p:spPr>
                <a:xfrm>
                  <a:off x="7077075" y="3994594"/>
                  <a:ext cx="357187" cy="386905"/>
                </a:xfrm>
                <a:custGeom>
                  <a:avLst/>
                  <a:gdLst/>
                  <a:ahLst/>
                  <a:cxnLst/>
                  <a:rect l="l" t="t" r="r" b="b"/>
                  <a:pathLst>
                    <a:path w="357187" h="386905" extrusionOk="0">
                      <a:moveTo>
                        <a:pt x="297656" y="178498"/>
                      </a:moveTo>
                      <a:lnTo>
                        <a:pt x="297656" y="267843"/>
                      </a:lnTo>
                      <a:lnTo>
                        <a:pt x="327470" y="267843"/>
                      </a:lnTo>
                      <a:lnTo>
                        <a:pt x="327470" y="297561"/>
                      </a:lnTo>
                      <a:lnTo>
                        <a:pt x="357188" y="297561"/>
                      </a:lnTo>
                      <a:lnTo>
                        <a:pt x="357188" y="327374"/>
                      </a:lnTo>
                      <a:lnTo>
                        <a:pt x="327470" y="327374"/>
                      </a:lnTo>
                      <a:lnTo>
                        <a:pt x="327470" y="357188"/>
                      </a:lnTo>
                      <a:lnTo>
                        <a:pt x="357188" y="357188"/>
                      </a:lnTo>
                      <a:lnTo>
                        <a:pt x="357188" y="386905"/>
                      </a:lnTo>
                      <a:lnTo>
                        <a:pt x="267843" y="386905"/>
                      </a:lnTo>
                      <a:lnTo>
                        <a:pt x="267843" y="119063"/>
                      </a:lnTo>
                      <a:lnTo>
                        <a:pt x="238125" y="119063"/>
                      </a:lnTo>
                      <a:lnTo>
                        <a:pt x="238125" y="357188"/>
                      </a:lnTo>
                      <a:lnTo>
                        <a:pt x="208407" y="357188"/>
                      </a:lnTo>
                      <a:lnTo>
                        <a:pt x="208407" y="327374"/>
                      </a:lnTo>
                      <a:lnTo>
                        <a:pt x="89345" y="327374"/>
                      </a:lnTo>
                      <a:lnTo>
                        <a:pt x="89345" y="357188"/>
                      </a:lnTo>
                      <a:lnTo>
                        <a:pt x="0" y="357188"/>
                      </a:lnTo>
                      <a:lnTo>
                        <a:pt x="0" y="327374"/>
                      </a:lnTo>
                      <a:lnTo>
                        <a:pt x="59531" y="327374"/>
                      </a:lnTo>
                      <a:lnTo>
                        <a:pt x="59531" y="297561"/>
                      </a:lnTo>
                      <a:lnTo>
                        <a:pt x="119063" y="297561"/>
                      </a:lnTo>
                      <a:lnTo>
                        <a:pt x="119063" y="267843"/>
                      </a:lnTo>
                      <a:lnTo>
                        <a:pt x="148780" y="267843"/>
                      </a:lnTo>
                      <a:lnTo>
                        <a:pt x="148780" y="178498"/>
                      </a:lnTo>
                      <a:lnTo>
                        <a:pt x="178594" y="178498"/>
                      </a:lnTo>
                      <a:lnTo>
                        <a:pt x="178594" y="59436"/>
                      </a:lnTo>
                      <a:lnTo>
                        <a:pt x="267843" y="59436"/>
                      </a:lnTo>
                      <a:lnTo>
                        <a:pt x="267843" y="29718"/>
                      </a:lnTo>
                      <a:lnTo>
                        <a:pt x="327470" y="29718"/>
                      </a:lnTo>
                      <a:lnTo>
                        <a:pt x="327470" y="0"/>
                      </a:lnTo>
                      <a:lnTo>
                        <a:pt x="357188" y="0"/>
                      </a:lnTo>
                      <a:lnTo>
                        <a:pt x="357188" y="59436"/>
                      </a:lnTo>
                      <a:lnTo>
                        <a:pt x="327470" y="59436"/>
                      </a:lnTo>
                      <a:lnTo>
                        <a:pt x="327470" y="178498"/>
                      </a:lnTo>
                      <a:lnTo>
                        <a:pt x="297656" y="17849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26"/>
                <p:cNvSpPr/>
                <p:nvPr/>
              </p:nvSpPr>
              <p:spPr>
                <a:xfrm>
                  <a:off x="7315200" y="4113656"/>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26"/>
                <p:cNvSpPr/>
                <p:nvPr/>
              </p:nvSpPr>
              <p:spPr>
                <a:xfrm>
                  <a:off x="7285482" y="375646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26"/>
                <p:cNvSpPr/>
                <p:nvPr/>
              </p:nvSpPr>
              <p:spPr>
                <a:xfrm>
                  <a:off x="7315200"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26"/>
                <p:cNvSpPr/>
                <p:nvPr/>
              </p:nvSpPr>
              <p:spPr>
                <a:xfrm>
                  <a:off x="7344918"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26"/>
                <p:cNvSpPr/>
                <p:nvPr/>
              </p:nvSpPr>
              <p:spPr>
                <a:xfrm>
                  <a:off x="731520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26"/>
                <p:cNvSpPr/>
                <p:nvPr/>
              </p:nvSpPr>
              <p:spPr>
                <a:xfrm>
                  <a:off x="7255668"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26"/>
                <p:cNvSpPr/>
                <p:nvPr/>
              </p:nvSpPr>
              <p:spPr>
                <a:xfrm>
                  <a:off x="7404544"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45" name="Google Shape;1345;p26"/>
              <p:cNvGrpSpPr/>
              <p:nvPr/>
            </p:nvGrpSpPr>
            <p:grpSpPr>
              <a:xfrm>
                <a:off x="7106793" y="3845718"/>
                <a:ext cx="89344" cy="89249"/>
                <a:chOff x="7106793" y="3845718"/>
                <a:chExt cx="89344" cy="89249"/>
              </a:xfrm>
            </p:grpSpPr>
            <p:sp>
              <p:nvSpPr>
                <p:cNvPr id="1346" name="Google Shape;1346;p26"/>
                <p:cNvSpPr/>
                <p:nvPr/>
              </p:nvSpPr>
              <p:spPr>
                <a:xfrm>
                  <a:off x="7136606"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26"/>
                <p:cNvSpPr/>
                <p:nvPr/>
              </p:nvSpPr>
              <p:spPr>
                <a:xfrm>
                  <a:off x="7136606"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26"/>
                <p:cNvSpPr/>
                <p:nvPr/>
              </p:nvSpPr>
              <p:spPr>
                <a:xfrm>
                  <a:off x="7106793"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26"/>
                <p:cNvSpPr/>
                <p:nvPr/>
              </p:nvSpPr>
              <p:spPr>
                <a:xfrm>
                  <a:off x="7166419"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50" name="Google Shape;1350;p26"/>
              <p:cNvGrpSpPr/>
              <p:nvPr/>
            </p:nvGrpSpPr>
            <p:grpSpPr>
              <a:xfrm>
                <a:off x="7374731" y="3577780"/>
                <a:ext cx="89249" cy="89344"/>
                <a:chOff x="7374731" y="3577780"/>
                <a:chExt cx="89249" cy="89344"/>
              </a:xfrm>
            </p:grpSpPr>
            <p:sp>
              <p:nvSpPr>
                <p:cNvPr id="1351" name="Google Shape;1351;p26"/>
                <p:cNvSpPr/>
                <p:nvPr/>
              </p:nvSpPr>
              <p:spPr>
                <a:xfrm>
                  <a:off x="7404544"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26"/>
                <p:cNvSpPr/>
                <p:nvPr/>
              </p:nvSpPr>
              <p:spPr>
                <a:xfrm>
                  <a:off x="7404544"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3" name="Google Shape;1353;p26"/>
                <p:cNvSpPr/>
                <p:nvPr/>
              </p:nvSpPr>
              <p:spPr>
                <a:xfrm>
                  <a:off x="7374731"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4" name="Google Shape;1354;p26"/>
                <p:cNvSpPr/>
                <p:nvPr/>
              </p:nvSpPr>
              <p:spPr>
                <a:xfrm>
                  <a:off x="7434262"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55" name="Google Shape;1355;p26"/>
              <p:cNvGrpSpPr/>
              <p:nvPr/>
            </p:nvGrpSpPr>
            <p:grpSpPr>
              <a:xfrm>
                <a:off x="7225855" y="4500562"/>
                <a:ext cx="952500" cy="922686"/>
                <a:chOff x="7225855" y="4500562"/>
                <a:chExt cx="952500" cy="922686"/>
              </a:xfrm>
            </p:grpSpPr>
            <p:sp>
              <p:nvSpPr>
                <p:cNvPr id="1356" name="Google Shape;1356;p26"/>
                <p:cNvSpPr/>
                <p:nvPr/>
              </p:nvSpPr>
              <p:spPr>
                <a:xfrm>
                  <a:off x="7255668" y="53637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7" name="Google Shape;1357;p26"/>
                <p:cNvSpPr/>
                <p:nvPr/>
              </p:nvSpPr>
              <p:spPr>
                <a:xfrm>
                  <a:off x="7225855"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26"/>
                <p:cNvSpPr/>
                <p:nvPr/>
              </p:nvSpPr>
              <p:spPr>
                <a:xfrm>
                  <a:off x="7285482" y="539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26"/>
                <p:cNvSpPr/>
                <p:nvPr/>
              </p:nvSpPr>
              <p:spPr>
                <a:xfrm>
                  <a:off x="7374731"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26"/>
                <p:cNvSpPr/>
                <p:nvPr/>
              </p:nvSpPr>
              <p:spPr>
                <a:xfrm>
                  <a:off x="7404544"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26"/>
                <p:cNvSpPr/>
                <p:nvPr/>
              </p:nvSpPr>
              <p:spPr>
                <a:xfrm>
                  <a:off x="7434262"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26"/>
                <p:cNvSpPr/>
                <p:nvPr/>
              </p:nvSpPr>
              <p:spPr>
                <a:xfrm>
                  <a:off x="7463980"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26"/>
                <p:cNvSpPr/>
                <p:nvPr/>
              </p:nvSpPr>
              <p:spPr>
                <a:xfrm>
                  <a:off x="749379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26"/>
                <p:cNvSpPr/>
                <p:nvPr/>
              </p:nvSpPr>
              <p:spPr>
                <a:xfrm>
                  <a:off x="7523607" y="5155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26"/>
                <p:cNvSpPr/>
                <p:nvPr/>
              </p:nvSpPr>
              <p:spPr>
                <a:xfrm>
                  <a:off x="7255668"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26"/>
                <p:cNvSpPr/>
                <p:nvPr/>
              </p:nvSpPr>
              <p:spPr>
                <a:xfrm>
                  <a:off x="7285482"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26"/>
                <p:cNvSpPr/>
                <p:nvPr/>
              </p:nvSpPr>
              <p:spPr>
                <a:xfrm>
                  <a:off x="7315200"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26"/>
                <p:cNvSpPr/>
                <p:nvPr/>
              </p:nvSpPr>
              <p:spPr>
                <a:xfrm>
                  <a:off x="7344918"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26"/>
                <p:cNvSpPr/>
                <p:nvPr/>
              </p:nvSpPr>
              <p:spPr>
                <a:xfrm>
                  <a:off x="7404544"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26"/>
                <p:cNvSpPr/>
                <p:nvPr/>
              </p:nvSpPr>
              <p:spPr>
                <a:xfrm>
                  <a:off x="7434262"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26"/>
                <p:cNvSpPr/>
                <p:nvPr/>
              </p:nvSpPr>
              <p:spPr>
                <a:xfrm>
                  <a:off x="7463980" y="50661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26"/>
                <p:cNvSpPr/>
                <p:nvPr/>
              </p:nvSpPr>
              <p:spPr>
                <a:xfrm>
                  <a:off x="7493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26"/>
                <p:cNvSpPr/>
                <p:nvPr/>
              </p:nvSpPr>
              <p:spPr>
                <a:xfrm>
                  <a:off x="752360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26"/>
                <p:cNvSpPr/>
                <p:nvPr/>
              </p:nvSpPr>
              <p:spPr>
                <a:xfrm>
                  <a:off x="7553325" y="50065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26"/>
                <p:cNvSpPr/>
                <p:nvPr/>
              </p:nvSpPr>
              <p:spPr>
                <a:xfrm>
                  <a:off x="7583043"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26"/>
                <p:cNvSpPr/>
                <p:nvPr/>
              </p:nvSpPr>
              <p:spPr>
                <a:xfrm>
                  <a:off x="758304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26"/>
                <p:cNvSpPr/>
                <p:nvPr/>
              </p:nvSpPr>
              <p:spPr>
                <a:xfrm>
                  <a:off x="7612856"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26"/>
                <p:cNvSpPr/>
                <p:nvPr/>
              </p:nvSpPr>
              <p:spPr>
                <a:xfrm>
                  <a:off x="7702105" y="49470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26"/>
                <p:cNvSpPr/>
                <p:nvPr/>
              </p:nvSpPr>
              <p:spPr>
                <a:xfrm>
                  <a:off x="779145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26"/>
                <p:cNvSpPr/>
                <p:nvPr/>
              </p:nvSpPr>
              <p:spPr>
                <a:xfrm>
                  <a:off x="7821168"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26"/>
                <p:cNvSpPr/>
                <p:nvPr/>
              </p:nvSpPr>
              <p:spPr>
                <a:xfrm>
                  <a:off x="782116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26"/>
                <p:cNvSpPr/>
                <p:nvPr/>
              </p:nvSpPr>
              <p:spPr>
                <a:xfrm>
                  <a:off x="7731918"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26"/>
                <p:cNvSpPr/>
                <p:nvPr/>
              </p:nvSpPr>
              <p:spPr>
                <a:xfrm>
                  <a:off x="7642669"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26"/>
                <p:cNvSpPr/>
                <p:nvPr/>
              </p:nvSpPr>
              <p:spPr>
                <a:xfrm>
                  <a:off x="7642669" y="5006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26"/>
                <p:cNvSpPr/>
                <p:nvPr/>
              </p:nvSpPr>
              <p:spPr>
                <a:xfrm>
                  <a:off x="7672387"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26"/>
                <p:cNvSpPr/>
                <p:nvPr/>
              </p:nvSpPr>
              <p:spPr>
                <a:xfrm>
                  <a:off x="7642669" y="4917280"/>
                  <a:ext cx="89249" cy="89249"/>
                </a:xfrm>
                <a:custGeom>
                  <a:avLst/>
                  <a:gdLst/>
                  <a:ahLst/>
                  <a:cxnLst/>
                  <a:rect l="l" t="t" r="r" b="b"/>
                  <a:pathLst>
                    <a:path w="89249" h="89249" extrusionOk="0">
                      <a:moveTo>
                        <a:pt x="89249" y="0"/>
                      </a:moveTo>
                      <a:lnTo>
                        <a:pt x="89249" y="29813"/>
                      </a:lnTo>
                      <a:lnTo>
                        <a:pt x="59436" y="29813"/>
                      </a:lnTo>
                      <a:lnTo>
                        <a:pt x="59436" y="89249"/>
                      </a:lnTo>
                      <a:lnTo>
                        <a:pt x="0" y="89249"/>
                      </a:lnTo>
                      <a:lnTo>
                        <a:pt x="0" y="59531"/>
                      </a:lnTo>
                      <a:lnTo>
                        <a:pt x="29718" y="59531"/>
                      </a:lnTo>
                      <a:lnTo>
                        <a:pt x="29718" y="0"/>
                      </a:lnTo>
                      <a:lnTo>
                        <a:pt x="8924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26"/>
                <p:cNvSpPr/>
                <p:nvPr/>
              </p:nvSpPr>
              <p:spPr>
                <a:xfrm>
                  <a:off x="7731918"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26"/>
                <p:cNvSpPr/>
                <p:nvPr/>
              </p:nvSpPr>
              <p:spPr>
                <a:xfrm>
                  <a:off x="7880794"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26"/>
                <p:cNvSpPr/>
                <p:nvPr/>
              </p:nvSpPr>
              <p:spPr>
                <a:xfrm>
                  <a:off x="791051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26"/>
                <p:cNvSpPr/>
                <p:nvPr/>
              </p:nvSpPr>
              <p:spPr>
                <a:xfrm>
                  <a:off x="7940230"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26"/>
                <p:cNvSpPr/>
                <p:nvPr/>
              </p:nvSpPr>
              <p:spPr>
                <a:xfrm>
                  <a:off x="814863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26"/>
                <p:cNvSpPr/>
                <p:nvPr/>
              </p:nvSpPr>
              <p:spPr>
                <a:xfrm>
                  <a:off x="7880794"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26"/>
                <p:cNvSpPr/>
                <p:nvPr/>
              </p:nvSpPr>
              <p:spPr>
                <a:xfrm>
                  <a:off x="7880794"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26"/>
                <p:cNvSpPr/>
                <p:nvPr/>
              </p:nvSpPr>
              <p:spPr>
                <a:xfrm>
                  <a:off x="7910512"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26"/>
                <p:cNvSpPr/>
                <p:nvPr/>
              </p:nvSpPr>
              <p:spPr>
                <a:xfrm>
                  <a:off x="791051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26"/>
                <p:cNvSpPr/>
                <p:nvPr/>
              </p:nvSpPr>
              <p:spPr>
                <a:xfrm>
                  <a:off x="7940230"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26"/>
                <p:cNvSpPr/>
                <p:nvPr/>
              </p:nvSpPr>
              <p:spPr>
                <a:xfrm>
                  <a:off x="7940230"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26"/>
                <p:cNvSpPr/>
                <p:nvPr/>
              </p:nvSpPr>
              <p:spPr>
                <a:xfrm>
                  <a:off x="7970043"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26"/>
                <p:cNvSpPr/>
                <p:nvPr/>
              </p:nvSpPr>
              <p:spPr>
                <a:xfrm>
                  <a:off x="7970043"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26"/>
                <p:cNvSpPr/>
                <p:nvPr/>
              </p:nvSpPr>
              <p:spPr>
                <a:xfrm>
                  <a:off x="797004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8C07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26"/>
                <p:cNvSpPr/>
                <p:nvPr/>
              </p:nvSpPr>
              <p:spPr>
                <a:xfrm>
                  <a:off x="7999857"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2" name="Google Shape;1402;p26"/>
                <p:cNvSpPr/>
                <p:nvPr/>
              </p:nvSpPr>
              <p:spPr>
                <a:xfrm>
                  <a:off x="7999857"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3" name="Google Shape;1403;p26"/>
                <p:cNvSpPr/>
                <p:nvPr/>
              </p:nvSpPr>
              <p:spPr>
                <a:xfrm>
                  <a:off x="7999857"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26"/>
                <p:cNvSpPr/>
                <p:nvPr/>
              </p:nvSpPr>
              <p:spPr>
                <a:xfrm>
                  <a:off x="8029575"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26"/>
                <p:cNvSpPr/>
                <p:nvPr/>
              </p:nvSpPr>
              <p:spPr>
                <a:xfrm>
                  <a:off x="8029575"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6" name="Google Shape;1406;p26"/>
                <p:cNvSpPr/>
                <p:nvPr/>
              </p:nvSpPr>
              <p:spPr>
                <a:xfrm>
                  <a:off x="8029575"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26"/>
                <p:cNvSpPr/>
                <p:nvPr/>
              </p:nvSpPr>
              <p:spPr>
                <a:xfrm>
                  <a:off x="8059293"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1408;p26"/>
                <p:cNvSpPr/>
                <p:nvPr/>
              </p:nvSpPr>
              <p:spPr>
                <a:xfrm>
                  <a:off x="8059293"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9" name="Google Shape;1409;p26"/>
                <p:cNvSpPr/>
                <p:nvPr/>
              </p:nvSpPr>
              <p:spPr>
                <a:xfrm>
                  <a:off x="8059293"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0" name="Google Shape;1410;p26"/>
                <p:cNvSpPr/>
                <p:nvPr/>
              </p:nvSpPr>
              <p:spPr>
                <a:xfrm>
                  <a:off x="8089106"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1411;p26"/>
                <p:cNvSpPr/>
                <p:nvPr/>
              </p:nvSpPr>
              <p:spPr>
                <a:xfrm>
                  <a:off x="8089106"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1412;p26"/>
                <p:cNvSpPr/>
                <p:nvPr/>
              </p:nvSpPr>
              <p:spPr>
                <a:xfrm>
                  <a:off x="8089106"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1413;p26"/>
                <p:cNvSpPr/>
                <p:nvPr/>
              </p:nvSpPr>
              <p:spPr>
                <a:xfrm>
                  <a:off x="8118919"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26"/>
                <p:cNvSpPr/>
                <p:nvPr/>
              </p:nvSpPr>
              <p:spPr>
                <a:xfrm>
                  <a:off x="8118919"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26"/>
                <p:cNvSpPr/>
                <p:nvPr/>
              </p:nvSpPr>
              <p:spPr>
                <a:xfrm>
                  <a:off x="8118919"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26"/>
                <p:cNvSpPr/>
                <p:nvPr/>
              </p:nvSpPr>
              <p:spPr>
                <a:xfrm>
                  <a:off x="8148637"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1417;p26"/>
                <p:cNvSpPr/>
                <p:nvPr/>
              </p:nvSpPr>
              <p:spPr>
                <a:xfrm>
                  <a:off x="7821168" y="4828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26"/>
                <p:cNvSpPr/>
                <p:nvPr/>
              </p:nvSpPr>
              <p:spPr>
                <a:xfrm>
                  <a:off x="7731918" y="4828031"/>
                  <a:ext cx="89249" cy="89249"/>
                </a:xfrm>
                <a:custGeom>
                  <a:avLst/>
                  <a:gdLst/>
                  <a:ahLst/>
                  <a:cxnLst/>
                  <a:rect l="l" t="t" r="r" b="b"/>
                  <a:pathLst>
                    <a:path w="89249" h="89249" extrusionOk="0">
                      <a:moveTo>
                        <a:pt x="89249" y="0"/>
                      </a:moveTo>
                      <a:lnTo>
                        <a:pt x="89249" y="29718"/>
                      </a:lnTo>
                      <a:lnTo>
                        <a:pt x="59531" y="29718"/>
                      </a:lnTo>
                      <a:lnTo>
                        <a:pt x="59531" y="89249"/>
                      </a:lnTo>
                      <a:lnTo>
                        <a:pt x="0" y="89249"/>
                      </a:lnTo>
                      <a:lnTo>
                        <a:pt x="0" y="59436"/>
                      </a:lnTo>
                      <a:lnTo>
                        <a:pt x="29813" y="59436"/>
                      </a:lnTo>
                      <a:lnTo>
                        <a:pt x="29813" y="0"/>
                      </a:lnTo>
                      <a:lnTo>
                        <a:pt x="8924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1419;p26"/>
                <p:cNvSpPr/>
                <p:nvPr/>
              </p:nvSpPr>
              <p:spPr>
                <a:xfrm>
                  <a:off x="7761732"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1420;p26"/>
                <p:cNvSpPr/>
                <p:nvPr/>
              </p:nvSpPr>
              <p:spPr>
                <a:xfrm>
                  <a:off x="7553325" y="5006529"/>
                  <a:ext cx="89344" cy="89344"/>
                </a:xfrm>
                <a:custGeom>
                  <a:avLst/>
                  <a:gdLst/>
                  <a:ahLst/>
                  <a:cxnLst/>
                  <a:rect l="l" t="t" r="r" b="b"/>
                  <a:pathLst>
                    <a:path w="89344" h="89344" extrusionOk="0">
                      <a:moveTo>
                        <a:pt x="89345" y="0"/>
                      </a:moveTo>
                      <a:lnTo>
                        <a:pt x="89345" y="29813"/>
                      </a:lnTo>
                      <a:lnTo>
                        <a:pt x="59531" y="29813"/>
                      </a:lnTo>
                      <a:lnTo>
                        <a:pt x="59531" y="89345"/>
                      </a:lnTo>
                      <a:lnTo>
                        <a:pt x="0" y="89345"/>
                      </a:lnTo>
                      <a:lnTo>
                        <a:pt x="0" y="59627"/>
                      </a:lnTo>
                      <a:lnTo>
                        <a:pt x="29718" y="59627"/>
                      </a:lnTo>
                      <a:lnTo>
                        <a:pt x="29718" y="0"/>
                      </a:lnTo>
                      <a:lnTo>
                        <a:pt x="89345"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26"/>
                <p:cNvSpPr/>
                <p:nvPr/>
              </p:nvSpPr>
              <p:spPr>
                <a:xfrm>
                  <a:off x="7553325"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26"/>
                <p:cNvSpPr/>
                <p:nvPr/>
              </p:nvSpPr>
              <p:spPr>
                <a:xfrm>
                  <a:off x="7583043"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26"/>
                <p:cNvSpPr/>
                <p:nvPr/>
              </p:nvSpPr>
              <p:spPr>
                <a:xfrm>
                  <a:off x="7255668" y="5066156"/>
                  <a:ext cx="327374" cy="327374"/>
                </a:xfrm>
                <a:custGeom>
                  <a:avLst/>
                  <a:gdLst/>
                  <a:ahLst/>
                  <a:cxnLst/>
                  <a:rect l="l" t="t" r="r" b="b"/>
                  <a:pathLst>
                    <a:path w="327374" h="327374" extrusionOk="0">
                      <a:moveTo>
                        <a:pt x="327374" y="59436"/>
                      </a:moveTo>
                      <a:lnTo>
                        <a:pt x="327374" y="89249"/>
                      </a:lnTo>
                      <a:lnTo>
                        <a:pt x="267938" y="89249"/>
                      </a:lnTo>
                      <a:lnTo>
                        <a:pt x="267938" y="119063"/>
                      </a:lnTo>
                      <a:lnTo>
                        <a:pt x="238125" y="119063"/>
                      </a:lnTo>
                      <a:lnTo>
                        <a:pt x="238125" y="148780"/>
                      </a:lnTo>
                      <a:lnTo>
                        <a:pt x="208312" y="148780"/>
                      </a:lnTo>
                      <a:lnTo>
                        <a:pt x="208312" y="178498"/>
                      </a:lnTo>
                      <a:lnTo>
                        <a:pt x="178594" y="178498"/>
                      </a:lnTo>
                      <a:lnTo>
                        <a:pt x="178594" y="238125"/>
                      </a:lnTo>
                      <a:lnTo>
                        <a:pt x="148876" y="238125"/>
                      </a:lnTo>
                      <a:lnTo>
                        <a:pt x="148876" y="267843"/>
                      </a:lnTo>
                      <a:lnTo>
                        <a:pt x="119063" y="267843"/>
                      </a:lnTo>
                      <a:lnTo>
                        <a:pt x="119063" y="297561"/>
                      </a:lnTo>
                      <a:lnTo>
                        <a:pt x="59531" y="297561"/>
                      </a:lnTo>
                      <a:lnTo>
                        <a:pt x="59531" y="327374"/>
                      </a:lnTo>
                      <a:lnTo>
                        <a:pt x="29813" y="327374"/>
                      </a:lnTo>
                      <a:lnTo>
                        <a:pt x="29813" y="297561"/>
                      </a:lnTo>
                      <a:lnTo>
                        <a:pt x="0" y="297561"/>
                      </a:lnTo>
                      <a:lnTo>
                        <a:pt x="0" y="267843"/>
                      </a:lnTo>
                      <a:lnTo>
                        <a:pt x="29813" y="267843"/>
                      </a:lnTo>
                      <a:lnTo>
                        <a:pt x="29813" y="208312"/>
                      </a:lnTo>
                      <a:lnTo>
                        <a:pt x="59531" y="208312"/>
                      </a:lnTo>
                      <a:lnTo>
                        <a:pt x="59531" y="178498"/>
                      </a:lnTo>
                      <a:lnTo>
                        <a:pt x="89249" y="178498"/>
                      </a:lnTo>
                      <a:lnTo>
                        <a:pt x="89249" y="148780"/>
                      </a:lnTo>
                      <a:lnTo>
                        <a:pt x="148876" y="148780"/>
                      </a:lnTo>
                      <a:lnTo>
                        <a:pt x="148876" y="119063"/>
                      </a:lnTo>
                      <a:lnTo>
                        <a:pt x="178594" y="119063"/>
                      </a:lnTo>
                      <a:lnTo>
                        <a:pt x="178594" y="89249"/>
                      </a:lnTo>
                      <a:lnTo>
                        <a:pt x="208312" y="89249"/>
                      </a:lnTo>
                      <a:lnTo>
                        <a:pt x="208312" y="59436"/>
                      </a:lnTo>
                      <a:lnTo>
                        <a:pt x="238125" y="59436"/>
                      </a:lnTo>
                      <a:lnTo>
                        <a:pt x="238125" y="0"/>
                      </a:lnTo>
                      <a:lnTo>
                        <a:pt x="267938" y="0"/>
                      </a:lnTo>
                      <a:lnTo>
                        <a:pt x="267938" y="29718"/>
                      </a:lnTo>
                      <a:lnTo>
                        <a:pt x="297656" y="29718"/>
                      </a:lnTo>
                      <a:lnTo>
                        <a:pt x="297656" y="59436"/>
                      </a:lnTo>
                      <a:lnTo>
                        <a:pt x="327374" y="5943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26"/>
                <p:cNvSpPr/>
                <p:nvPr/>
              </p:nvSpPr>
              <p:spPr>
                <a:xfrm>
                  <a:off x="7315200" y="53637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5" name="Google Shape;1425;p26"/>
                <p:cNvSpPr/>
                <p:nvPr/>
              </p:nvSpPr>
              <p:spPr>
                <a:xfrm>
                  <a:off x="7493793" y="50661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1426;p26"/>
                <p:cNvSpPr/>
                <p:nvPr/>
              </p:nvSpPr>
              <p:spPr>
                <a:xfrm>
                  <a:off x="7523607"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26"/>
                <p:cNvSpPr/>
                <p:nvPr/>
              </p:nvSpPr>
              <p:spPr>
                <a:xfrm>
                  <a:off x="7463980"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26"/>
                <p:cNvSpPr/>
                <p:nvPr/>
              </p:nvSpPr>
              <p:spPr>
                <a:xfrm>
                  <a:off x="7583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26"/>
                <p:cNvSpPr/>
                <p:nvPr/>
              </p:nvSpPr>
              <p:spPr>
                <a:xfrm>
                  <a:off x="755332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26"/>
                <p:cNvSpPr/>
                <p:nvPr/>
              </p:nvSpPr>
              <p:spPr>
                <a:xfrm>
                  <a:off x="7672387"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26"/>
                <p:cNvSpPr/>
                <p:nvPr/>
              </p:nvSpPr>
              <p:spPr>
                <a:xfrm>
                  <a:off x="7761732"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26"/>
                <p:cNvSpPr/>
                <p:nvPr/>
              </p:nvSpPr>
              <p:spPr>
                <a:xfrm>
                  <a:off x="7821168"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26"/>
                <p:cNvSpPr/>
                <p:nvPr/>
              </p:nvSpPr>
              <p:spPr>
                <a:xfrm>
                  <a:off x="797004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26"/>
                <p:cNvSpPr/>
                <p:nvPr/>
              </p:nvSpPr>
              <p:spPr>
                <a:xfrm>
                  <a:off x="7434262"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26"/>
                <p:cNvSpPr/>
                <p:nvPr/>
              </p:nvSpPr>
              <p:spPr>
                <a:xfrm>
                  <a:off x="7404544"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1436;p26"/>
                <p:cNvSpPr/>
                <p:nvPr/>
              </p:nvSpPr>
              <p:spPr>
                <a:xfrm>
                  <a:off x="7344918"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7" name="Google Shape;1437;p26"/>
                <p:cNvSpPr/>
                <p:nvPr/>
              </p:nvSpPr>
              <p:spPr>
                <a:xfrm>
                  <a:off x="7315200"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26"/>
                <p:cNvSpPr/>
                <p:nvPr/>
              </p:nvSpPr>
              <p:spPr>
                <a:xfrm>
                  <a:off x="7255668"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2"/>
        <p:cNvGrpSpPr/>
        <p:nvPr/>
      </p:nvGrpSpPr>
      <p:grpSpPr>
        <a:xfrm>
          <a:off x="0" y="0"/>
          <a:ext cx="0" cy="0"/>
          <a:chOff x="0" y="0"/>
          <a:chExt cx="0" cy="0"/>
        </a:xfrm>
      </p:grpSpPr>
      <p:sp>
        <p:nvSpPr>
          <p:cNvPr id="2243" name="Google Shape;2243;p32"/>
          <p:cNvSpPr txBox="1">
            <a:spLocks noGrp="1"/>
          </p:cNvSpPr>
          <p:nvPr>
            <p:ph type="title"/>
          </p:nvPr>
        </p:nvSpPr>
        <p:spPr>
          <a:xfrm>
            <a:off x="109515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000" dirty="0"/>
              <a:t>Gameplay Loop</a:t>
            </a:r>
            <a:endParaRPr sz="3000" dirty="0"/>
          </a:p>
        </p:txBody>
      </p:sp>
      <p:sp>
        <p:nvSpPr>
          <p:cNvPr id="2244" name="Google Shape;2244;p32"/>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BED0C139-2302-B0C8-10F7-C73451231048}"/>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2FCBA564-423C-12CD-D9E2-6523D9D5D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74AECF8B-483E-4DCA-A67D-0294BE6595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E0E53590-BD54-6590-9DBC-6CD5EBF7FF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6519"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C3562F6A-D200-EFDE-6B0F-5FE8F3F9F1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53133" y="1697526"/>
            <a:ext cx="1602365" cy="1602365"/>
          </a:xfrm>
          <a:prstGeom prst="rect">
            <a:avLst/>
          </a:prstGeom>
        </p:spPr>
      </p:pic>
      <p:sp>
        <p:nvSpPr>
          <p:cNvPr id="7" name="Google Shape;2243;p32">
            <a:extLst>
              <a:ext uri="{FF2B5EF4-FFF2-40B4-BE49-F238E27FC236}">
                <a16:creationId xmlns:a16="http://schemas.microsoft.com/office/drawing/2014/main" id="{C8A4C9B9-2619-01EC-BF15-476E4F2699D3}"/>
              </a:ext>
            </a:extLst>
          </p:cNvPr>
          <p:cNvSpPr txBox="1">
            <a:spLocks/>
          </p:cNvSpPr>
          <p:nvPr/>
        </p:nvSpPr>
        <p:spPr>
          <a:xfrm>
            <a:off x="956580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BB5146BA-795B-D92A-4422-9981E9231C27}"/>
            </a:ext>
          </a:extLst>
        </p:cNvPr>
        <p:cNvGrpSpPr/>
        <p:nvPr/>
      </p:nvGrpSpPr>
      <p:grpSpPr>
        <a:xfrm>
          <a:off x="0" y="0"/>
          <a:ext cx="0" cy="0"/>
          <a:chOff x="0" y="0"/>
          <a:chExt cx="0" cy="0"/>
        </a:xfrm>
      </p:grpSpPr>
      <p:sp>
        <p:nvSpPr>
          <p:cNvPr id="2243" name="Google Shape;2243;p32">
            <a:extLst>
              <a:ext uri="{FF2B5EF4-FFF2-40B4-BE49-F238E27FC236}">
                <a16:creationId xmlns:a16="http://schemas.microsoft.com/office/drawing/2014/main" id="{AC9AB828-CD10-8CD0-F9E5-ABAB57CD40D6}"/>
              </a:ext>
            </a:extLst>
          </p:cNvPr>
          <p:cNvSpPr txBox="1">
            <a:spLocks noGrp="1"/>
          </p:cNvSpPr>
          <p:nvPr>
            <p:ph type="title"/>
          </p:nvPr>
        </p:nvSpPr>
        <p:spPr>
          <a:xfrm>
            <a:off x="-731733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Gameplay Loop</a:t>
            </a:r>
            <a:endParaRPr dirty="0"/>
          </a:p>
        </p:txBody>
      </p:sp>
      <p:sp>
        <p:nvSpPr>
          <p:cNvPr id="2244" name="Google Shape;2244;p32">
            <a:extLst>
              <a:ext uri="{FF2B5EF4-FFF2-40B4-BE49-F238E27FC236}">
                <a16:creationId xmlns:a16="http://schemas.microsoft.com/office/drawing/2014/main" id="{524F6539-1916-EF9E-FBFC-0D37A6125401}"/>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462649F7-640E-CFDB-5CC2-810C99EB9904}"/>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9540F37F-8D07-144B-8072-F84D0E64737A}"/>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5DA606D4-0EB3-D150-B611-1EDDBB804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3DD310B7-1D68-B5F0-CC63-974571BBA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68E34920-C7E6-6460-6B5D-AD0BF5F715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9B36A736-05FE-4F4E-2BD8-757A67F388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4991491">
            <a:off x="7452304" y="1892906"/>
            <a:ext cx="1602365" cy="1602365"/>
          </a:xfrm>
          <a:prstGeom prst="rect">
            <a:avLst/>
          </a:prstGeom>
        </p:spPr>
      </p:pic>
      <p:sp>
        <p:nvSpPr>
          <p:cNvPr id="7" name="Google Shape;2243;p32">
            <a:extLst>
              <a:ext uri="{FF2B5EF4-FFF2-40B4-BE49-F238E27FC236}">
                <a16:creationId xmlns:a16="http://schemas.microsoft.com/office/drawing/2014/main" id="{568F9E97-5042-D08D-6088-467086F1AD6C}"/>
              </a:ext>
            </a:extLst>
          </p:cNvPr>
          <p:cNvSpPr txBox="1">
            <a:spLocks/>
          </p:cNvSpPr>
          <p:nvPr/>
        </p:nvSpPr>
        <p:spPr>
          <a:xfrm>
            <a:off x="115332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2" name="Google Shape;2243;p32">
            <a:extLst>
              <a:ext uri="{FF2B5EF4-FFF2-40B4-BE49-F238E27FC236}">
                <a16:creationId xmlns:a16="http://schemas.microsoft.com/office/drawing/2014/main" id="{4BA9E352-4600-A311-1035-1C8C015A20E8}"/>
              </a:ext>
            </a:extLst>
          </p:cNvPr>
          <p:cNvSpPr txBox="1">
            <a:spLocks/>
          </p:cNvSpPr>
          <p:nvPr/>
        </p:nvSpPr>
        <p:spPr>
          <a:xfrm>
            <a:off x="8755074"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38293832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B41C99D6-9F82-8062-BCFD-A885B0EC259A}"/>
            </a:ext>
          </a:extLst>
        </p:cNvPr>
        <p:cNvGrpSpPr/>
        <p:nvPr/>
      </p:nvGrpSpPr>
      <p:grpSpPr>
        <a:xfrm>
          <a:off x="0" y="0"/>
          <a:ext cx="0" cy="0"/>
          <a:chOff x="0" y="0"/>
          <a:chExt cx="0" cy="0"/>
        </a:xfrm>
      </p:grpSpPr>
      <p:sp>
        <p:nvSpPr>
          <p:cNvPr id="2243" name="Google Shape;2243;p32">
            <a:extLst>
              <a:ext uri="{FF2B5EF4-FFF2-40B4-BE49-F238E27FC236}">
                <a16:creationId xmlns:a16="http://schemas.microsoft.com/office/drawing/2014/main" id="{43BA6002-08C8-169E-B774-4BF6DEE77A5E}"/>
              </a:ext>
            </a:extLst>
          </p:cNvPr>
          <p:cNvSpPr txBox="1">
            <a:spLocks noGrp="1"/>
          </p:cNvSpPr>
          <p:nvPr>
            <p:ph type="title"/>
          </p:nvPr>
        </p:nvSpPr>
        <p:spPr>
          <a:xfrm>
            <a:off x="-731733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Gameplay Loop</a:t>
            </a:r>
            <a:endParaRPr dirty="0"/>
          </a:p>
        </p:txBody>
      </p:sp>
      <p:sp>
        <p:nvSpPr>
          <p:cNvPr id="2244" name="Google Shape;2244;p32">
            <a:extLst>
              <a:ext uri="{FF2B5EF4-FFF2-40B4-BE49-F238E27FC236}">
                <a16:creationId xmlns:a16="http://schemas.microsoft.com/office/drawing/2014/main" id="{3BA6F5A4-0500-A086-B7E4-989013E1C4F6}"/>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17B13716-E70C-25B7-DE78-E2588CC191DD}"/>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6313C630-BF5D-A2C3-64A7-5F5F24526A45}"/>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64975DA9-E5C4-EB7E-E655-1C3ACEC6A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56FF45EB-E6F2-65A8-B963-BF6421B16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2535FFD4-4B61-FB23-72EF-1086877F60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4ACAAE1B-A6F3-91EB-17C6-4EC19BF03F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02000">
            <a:off x="3930891" y="2489069"/>
            <a:ext cx="1602365" cy="1602365"/>
          </a:xfrm>
          <a:prstGeom prst="rect">
            <a:avLst/>
          </a:prstGeom>
        </p:spPr>
      </p:pic>
      <p:sp>
        <p:nvSpPr>
          <p:cNvPr id="7" name="Google Shape;2243;p32">
            <a:extLst>
              <a:ext uri="{FF2B5EF4-FFF2-40B4-BE49-F238E27FC236}">
                <a16:creationId xmlns:a16="http://schemas.microsoft.com/office/drawing/2014/main" id="{37902DBD-D87E-92F9-3DFD-A3B5DDDC094D}"/>
              </a:ext>
            </a:extLst>
          </p:cNvPr>
          <p:cNvSpPr txBox="1">
            <a:spLocks/>
          </p:cNvSpPr>
          <p:nvPr/>
        </p:nvSpPr>
        <p:spPr>
          <a:xfrm>
            <a:off x="115332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2" name="Google Shape;2243;p32">
            <a:extLst>
              <a:ext uri="{FF2B5EF4-FFF2-40B4-BE49-F238E27FC236}">
                <a16:creationId xmlns:a16="http://schemas.microsoft.com/office/drawing/2014/main" id="{F4F89006-A594-0258-8083-E75D17D3462D}"/>
              </a:ext>
            </a:extLst>
          </p:cNvPr>
          <p:cNvSpPr txBox="1">
            <a:spLocks/>
          </p:cNvSpPr>
          <p:nvPr/>
        </p:nvSpPr>
        <p:spPr>
          <a:xfrm>
            <a:off x="8755074"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21022092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2C009465-9872-CA8D-27EC-A9397CF2E187}"/>
            </a:ext>
          </a:extLst>
        </p:cNvPr>
        <p:cNvGrpSpPr/>
        <p:nvPr/>
      </p:nvGrpSpPr>
      <p:grpSpPr>
        <a:xfrm>
          <a:off x="0" y="0"/>
          <a:ext cx="0" cy="0"/>
          <a:chOff x="0" y="0"/>
          <a:chExt cx="0" cy="0"/>
        </a:xfrm>
      </p:grpSpPr>
      <p:sp>
        <p:nvSpPr>
          <p:cNvPr id="2244" name="Google Shape;2244;p32">
            <a:extLst>
              <a:ext uri="{FF2B5EF4-FFF2-40B4-BE49-F238E27FC236}">
                <a16:creationId xmlns:a16="http://schemas.microsoft.com/office/drawing/2014/main" id="{411E45B9-075C-0FE4-DD31-20F566A2D47C}"/>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B9BAE932-4EB3-6488-801E-41897EC4141B}"/>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D9998A71-695A-534A-F1A2-B6A7F633B2C1}"/>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6217F854-ED0C-7D90-DED0-B71230947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5F272E2B-8F94-558B-1D94-4BB6EC7C4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ECE4C10B-A955-F2F4-77EF-C67ADD0F09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7A65778F-467A-2FF2-0C89-4893078C85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99811">
            <a:off x="-10822" y="570287"/>
            <a:ext cx="3505204" cy="3505204"/>
          </a:xfrm>
          <a:prstGeom prst="rect">
            <a:avLst/>
          </a:prstGeom>
        </p:spPr>
      </p:pic>
      <p:sp>
        <p:nvSpPr>
          <p:cNvPr id="7" name="Google Shape;2243;p32">
            <a:extLst>
              <a:ext uri="{FF2B5EF4-FFF2-40B4-BE49-F238E27FC236}">
                <a16:creationId xmlns:a16="http://schemas.microsoft.com/office/drawing/2014/main" id="{8E883013-54AA-1C77-74DF-038B2937E2DD}"/>
              </a:ext>
            </a:extLst>
          </p:cNvPr>
          <p:cNvSpPr txBox="1">
            <a:spLocks/>
          </p:cNvSpPr>
          <p:nvPr/>
        </p:nvSpPr>
        <p:spPr>
          <a:xfrm>
            <a:off x="-6903579"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3" name="Google Shape;2243;p32">
            <a:extLst>
              <a:ext uri="{FF2B5EF4-FFF2-40B4-BE49-F238E27FC236}">
                <a16:creationId xmlns:a16="http://schemas.microsoft.com/office/drawing/2014/main" id="{9BB63BED-D880-7E24-BD66-E160C6978E98}"/>
              </a:ext>
            </a:extLst>
          </p:cNvPr>
          <p:cNvSpPr txBox="1">
            <a:spLocks/>
          </p:cNvSpPr>
          <p:nvPr/>
        </p:nvSpPr>
        <p:spPr>
          <a:xfrm>
            <a:off x="1095150"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3566333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29"/>
          <p:cNvSpPr txBox="1">
            <a:spLocks noGrp="1"/>
          </p:cNvSpPr>
          <p:nvPr>
            <p:ph type="title"/>
          </p:nvPr>
        </p:nvSpPr>
        <p:spPr>
          <a:xfrm>
            <a:off x="2974902" y="2823630"/>
            <a:ext cx="6302912" cy="115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Assess Run Strength (Win Probability) at </a:t>
            </a:r>
            <a:r>
              <a:rPr lang="en-US" u="sng" dirty="0"/>
              <a:t>EACH STATE</a:t>
            </a:r>
            <a:endParaRPr u="sng" dirty="0"/>
          </a:p>
        </p:txBody>
      </p:sp>
      <p:sp>
        <p:nvSpPr>
          <p:cNvPr id="1467" name="Google Shape;1467;p29"/>
          <p:cNvSpPr txBox="1">
            <a:spLocks noGrp="1"/>
          </p:cNvSpPr>
          <p:nvPr>
            <p:ph type="title" idx="2"/>
          </p:nvPr>
        </p:nvSpPr>
        <p:spPr>
          <a:xfrm>
            <a:off x="2247972" y="1165170"/>
            <a:ext cx="4648055"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Problem Statement</a:t>
            </a:r>
            <a:endParaRPr dirty="0"/>
          </a:p>
        </p:txBody>
      </p:sp>
      <p:grpSp>
        <p:nvGrpSpPr>
          <p:cNvPr id="1469" name="Google Shape;1469;p29"/>
          <p:cNvGrpSpPr/>
          <p:nvPr/>
        </p:nvGrpSpPr>
        <p:grpSpPr>
          <a:xfrm>
            <a:off x="844484" y="2993057"/>
            <a:ext cx="892968" cy="1339405"/>
            <a:chOff x="6421659" y="3904107"/>
            <a:chExt cx="892968" cy="1339405"/>
          </a:xfrm>
        </p:grpSpPr>
        <p:sp>
          <p:nvSpPr>
            <p:cNvPr id="1470" name="Google Shape;1470;p29"/>
            <p:cNvSpPr/>
            <p:nvPr/>
          </p:nvSpPr>
          <p:spPr>
            <a:xfrm>
              <a:off x="6421659" y="3904107"/>
              <a:ext cx="892968" cy="1339405"/>
            </a:xfrm>
            <a:custGeom>
              <a:avLst/>
              <a:gdLst/>
              <a:ahLst/>
              <a:cxnLst/>
              <a:rect l="l" t="t" r="r" b="b"/>
              <a:pathLst>
                <a:path w="892968" h="1339405" extrusionOk="0">
                  <a:moveTo>
                    <a:pt x="863155" y="654748"/>
                  </a:moveTo>
                  <a:lnTo>
                    <a:pt x="833438" y="654748"/>
                  </a:lnTo>
                  <a:lnTo>
                    <a:pt x="833438" y="595313"/>
                  </a:lnTo>
                  <a:lnTo>
                    <a:pt x="803624" y="595313"/>
                  </a:lnTo>
                  <a:lnTo>
                    <a:pt x="803624" y="565499"/>
                  </a:lnTo>
                  <a:lnTo>
                    <a:pt x="773906" y="565499"/>
                  </a:lnTo>
                  <a:lnTo>
                    <a:pt x="773906" y="535686"/>
                  </a:lnTo>
                  <a:lnTo>
                    <a:pt x="714375" y="535686"/>
                  </a:lnTo>
                  <a:lnTo>
                    <a:pt x="714375" y="505968"/>
                  </a:lnTo>
                  <a:lnTo>
                    <a:pt x="595313" y="505968"/>
                  </a:lnTo>
                  <a:lnTo>
                    <a:pt x="595313" y="535686"/>
                  </a:lnTo>
                  <a:lnTo>
                    <a:pt x="535781" y="535686"/>
                  </a:lnTo>
                  <a:lnTo>
                    <a:pt x="535781" y="476250"/>
                  </a:lnTo>
                  <a:lnTo>
                    <a:pt x="565499" y="476250"/>
                  </a:lnTo>
                  <a:lnTo>
                    <a:pt x="565499" y="416623"/>
                  </a:lnTo>
                  <a:lnTo>
                    <a:pt x="565499" y="357188"/>
                  </a:lnTo>
                  <a:lnTo>
                    <a:pt x="565499" y="297561"/>
                  </a:lnTo>
                  <a:lnTo>
                    <a:pt x="535781" y="297561"/>
                  </a:lnTo>
                  <a:lnTo>
                    <a:pt x="535781" y="267843"/>
                  </a:lnTo>
                  <a:lnTo>
                    <a:pt x="505968" y="267843"/>
                  </a:lnTo>
                  <a:lnTo>
                    <a:pt x="505968" y="208312"/>
                  </a:lnTo>
                  <a:lnTo>
                    <a:pt x="535781" y="208312"/>
                  </a:lnTo>
                  <a:lnTo>
                    <a:pt x="535781" y="178498"/>
                  </a:lnTo>
                  <a:lnTo>
                    <a:pt x="565499" y="178498"/>
                  </a:lnTo>
                  <a:lnTo>
                    <a:pt x="565499" y="119063"/>
                  </a:lnTo>
                  <a:lnTo>
                    <a:pt x="595313" y="119063"/>
                  </a:lnTo>
                  <a:lnTo>
                    <a:pt x="595313" y="89249"/>
                  </a:lnTo>
                  <a:lnTo>
                    <a:pt x="565499" y="89249"/>
                  </a:lnTo>
                  <a:lnTo>
                    <a:pt x="565499" y="29718"/>
                  </a:lnTo>
                  <a:lnTo>
                    <a:pt x="535781" y="29718"/>
                  </a:lnTo>
                  <a:lnTo>
                    <a:pt x="535781" y="0"/>
                  </a:lnTo>
                  <a:lnTo>
                    <a:pt x="357188" y="0"/>
                  </a:lnTo>
                  <a:lnTo>
                    <a:pt x="357188" y="29718"/>
                  </a:lnTo>
                  <a:lnTo>
                    <a:pt x="327374" y="29718"/>
                  </a:lnTo>
                  <a:lnTo>
                    <a:pt x="327374" y="89249"/>
                  </a:lnTo>
                  <a:lnTo>
                    <a:pt x="297656" y="89249"/>
                  </a:lnTo>
                  <a:lnTo>
                    <a:pt x="297656" y="119063"/>
                  </a:lnTo>
                  <a:lnTo>
                    <a:pt x="327374" y="119063"/>
                  </a:lnTo>
                  <a:lnTo>
                    <a:pt x="327374" y="178498"/>
                  </a:lnTo>
                  <a:lnTo>
                    <a:pt x="357188" y="178498"/>
                  </a:lnTo>
                  <a:lnTo>
                    <a:pt x="357188" y="208312"/>
                  </a:lnTo>
                  <a:lnTo>
                    <a:pt x="386905" y="208312"/>
                  </a:lnTo>
                  <a:lnTo>
                    <a:pt x="386905" y="267843"/>
                  </a:lnTo>
                  <a:lnTo>
                    <a:pt x="357188" y="267843"/>
                  </a:lnTo>
                  <a:lnTo>
                    <a:pt x="357188" y="297561"/>
                  </a:lnTo>
                  <a:lnTo>
                    <a:pt x="327374" y="297561"/>
                  </a:lnTo>
                  <a:lnTo>
                    <a:pt x="327374" y="357188"/>
                  </a:lnTo>
                  <a:lnTo>
                    <a:pt x="327374" y="416623"/>
                  </a:lnTo>
                  <a:lnTo>
                    <a:pt x="327374" y="476250"/>
                  </a:lnTo>
                  <a:lnTo>
                    <a:pt x="357188" y="476250"/>
                  </a:lnTo>
                  <a:lnTo>
                    <a:pt x="357188" y="535686"/>
                  </a:lnTo>
                  <a:lnTo>
                    <a:pt x="297656" y="535686"/>
                  </a:lnTo>
                  <a:lnTo>
                    <a:pt x="297656" y="505968"/>
                  </a:lnTo>
                  <a:lnTo>
                    <a:pt x="178594" y="505968"/>
                  </a:lnTo>
                  <a:lnTo>
                    <a:pt x="178594" y="535686"/>
                  </a:lnTo>
                  <a:lnTo>
                    <a:pt x="119063" y="535686"/>
                  </a:lnTo>
                  <a:lnTo>
                    <a:pt x="119063" y="565499"/>
                  </a:lnTo>
                  <a:lnTo>
                    <a:pt x="89249" y="565499"/>
                  </a:lnTo>
                  <a:lnTo>
                    <a:pt x="89249" y="595313"/>
                  </a:lnTo>
                  <a:lnTo>
                    <a:pt x="59531" y="595313"/>
                  </a:lnTo>
                  <a:lnTo>
                    <a:pt x="59531" y="654748"/>
                  </a:lnTo>
                  <a:lnTo>
                    <a:pt x="29718" y="654748"/>
                  </a:lnTo>
                  <a:lnTo>
                    <a:pt x="29718" y="714375"/>
                  </a:lnTo>
                  <a:lnTo>
                    <a:pt x="0" y="714375"/>
                  </a:lnTo>
                  <a:lnTo>
                    <a:pt x="0" y="833438"/>
                  </a:lnTo>
                  <a:lnTo>
                    <a:pt x="29718" y="833438"/>
                  </a:lnTo>
                  <a:lnTo>
                    <a:pt x="29718" y="922687"/>
                  </a:lnTo>
                  <a:lnTo>
                    <a:pt x="59531" y="922687"/>
                  </a:lnTo>
                  <a:lnTo>
                    <a:pt x="59531" y="982218"/>
                  </a:lnTo>
                  <a:lnTo>
                    <a:pt x="89249" y="982218"/>
                  </a:lnTo>
                  <a:lnTo>
                    <a:pt x="89249" y="1041749"/>
                  </a:lnTo>
                  <a:lnTo>
                    <a:pt x="119063" y="1041749"/>
                  </a:lnTo>
                  <a:lnTo>
                    <a:pt x="119063" y="1101281"/>
                  </a:lnTo>
                  <a:lnTo>
                    <a:pt x="148780" y="1101281"/>
                  </a:lnTo>
                  <a:lnTo>
                    <a:pt x="148780" y="1130998"/>
                  </a:lnTo>
                  <a:lnTo>
                    <a:pt x="178594" y="1130998"/>
                  </a:lnTo>
                  <a:lnTo>
                    <a:pt x="178594" y="1160812"/>
                  </a:lnTo>
                  <a:lnTo>
                    <a:pt x="208312" y="1160812"/>
                  </a:lnTo>
                  <a:lnTo>
                    <a:pt x="208312" y="1190625"/>
                  </a:lnTo>
                  <a:lnTo>
                    <a:pt x="238125" y="1190625"/>
                  </a:lnTo>
                  <a:lnTo>
                    <a:pt x="238125" y="1220343"/>
                  </a:lnTo>
                  <a:lnTo>
                    <a:pt x="267843" y="1220343"/>
                  </a:lnTo>
                  <a:lnTo>
                    <a:pt x="267843" y="1250061"/>
                  </a:lnTo>
                  <a:lnTo>
                    <a:pt x="297656" y="1250061"/>
                  </a:lnTo>
                  <a:lnTo>
                    <a:pt x="297656" y="1279874"/>
                  </a:lnTo>
                  <a:lnTo>
                    <a:pt x="357188" y="1279874"/>
                  </a:lnTo>
                  <a:lnTo>
                    <a:pt x="357188" y="1309688"/>
                  </a:lnTo>
                  <a:lnTo>
                    <a:pt x="416719" y="1309688"/>
                  </a:lnTo>
                  <a:lnTo>
                    <a:pt x="416719" y="1339406"/>
                  </a:lnTo>
                  <a:lnTo>
                    <a:pt x="476250" y="1339406"/>
                  </a:lnTo>
                  <a:lnTo>
                    <a:pt x="476250" y="1309688"/>
                  </a:lnTo>
                  <a:lnTo>
                    <a:pt x="535781" y="1309688"/>
                  </a:lnTo>
                  <a:lnTo>
                    <a:pt x="535781" y="1279874"/>
                  </a:lnTo>
                  <a:lnTo>
                    <a:pt x="595313" y="1279874"/>
                  </a:lnTo>
                  <a:lnTo>
                    <a:pt x="595313" y="1250061"/>
                  </a:lnTo>
                  <a:lnTo>
                    <a:pt x="625030" y="1250061"/>
                  </a:lnTo>
                  <a:lnTo>
                    <a:pt x="625030" y="1220343"/>
                  </a:lnTo>
                  <a:lnTo>
                    <a:pt x="654844" y="1220343"/>
                  </a:lnTo>
                  <a:lnTo>
                    <a:pt x="654844" y="1190625"/>
                  </a:lnTo>
                  <a:lnTo>
                    <a:pt x="684562" y="1190625"/>
                  </a:lnTo>
                  <a:lnTo>
                    <a:pt x="684562" y="1160812"/>
                  </a:lnTo>
                  <a:lnTo>
                    <a:pt x="714375" y="1160812"/>
                  </a:lnTo>
                  <a:lnTo>
                    <a:pt x="714375" y="1130998"/>
                  </a:lnTo>
                  <a:lnTo>
                    <a:pt x="744093" y="1130998"/>
                  </a:lnTo>
                  <a:lnTo>
                    <a:pt x="744093" y="1101281"/>
                  </a:lnTo>
                  <a:lnTo>
                    <a:pt x="773906" y="1101281"/>
                  </a:lnTo>
                  <a:lnTo>
                    <a:pt x="773906" y="1041749"/>
                  </a:lnTo>
                  <a:lnTo>
                    <a:pt x="803624" y="1041749"/>
                  </a:lnTo>
                  <a:lnTo>
                    <a:pt x="803624" y="982218"/>
                  </a:lnTo>
                  <a:lnTo>
                    <a:pt x="833438" y="982218"/>
                  </a:lnTo>
                  <a:lnTo>
                    <a:pt x="833438" y="922687"/>
                  </a:lnTo>
                  <a:lnTo>
                    <a:pt x="863155" y="922687"/>
                  </a:lnTo>
                  <a:lnTo>
                    <a:pt x="863155" y="833438"/>
                  </a:lnTo>
                  <a:lnTo>
                    <a:pt x="892969" y="833438"/>
                  </a:lnTo>
                  <a:lnTo>
                    <a:pt x="892969" y="714375"/>
                  </a:lnTo>
                  <a:lnTo>
                    <a:pt x="863155" y="714375"/>
                  </a:lnTo>
                  <a:lnTo>
                    <a:pt x="863155" y="65474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71" name="Google Shape;1471;p29"/>
            <p:cNvGrpSpPr/>
            <p:nvPr/>
          </p:nvGrpSpPr>
          <p:grpSpPr>
            <a:xfrm>
              <a:off x="6421659" y="3904107"/>
              <a:ext cx="892873" cy="1339405"/>
              <a:chOff x="6421659" y="3904107"/>
              <a:chExt cx="892873" cy="1339405"/>
            </a:xfrm>
          </p:grpSpPr>
          <p:sp>
            <p:nvSpPr>
              <p:cNvPr id="1472" name="Google Shape;1472;p29"/>
              <p:cNvSpPr/>
              <p:nvPr/>
            </p:nvSpPr>
            <p:spPr>
              <a:xfrm>
                <a:off x="6838378" y="52137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29"/>
              <p:cNvSpPr/>
              <p:nvPr/>
            </p:nvSpPr>
            <p:spPr>
              <a:xfrm>
                <a:off x="6897909"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4" name="Google Shape;1474;p29"/>
              <p:cNvSpPr/>
              <p:nvPr/>
            </p:nvSpPr>
            <p:spPr>
              <a:xfrm>
                <a:off x="6957440"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5" name="Google Shape;1475;p29"/>
              <p:cNvSpPr/>
              <p:nvPr/>
            </p:nvSpPr>
            <p:spPr>
              <a:xfrm>
                <a:off x="7016971"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6" name="Google Shape;1476;p29"/>
              <p:cNvSpPr/>
              <p:nvPr/>
            </p:nvSpPr>
            <p:spPr>
              <a:xfrm>
                <a:off x="7046689"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7" name="Google Shape;1477;p29"/>
              <p:cNvSpPr/>
              <p:nvPr/>
            </p:nvSpPr>
            <p:spPr>
              <a:xfrm>
                <a:off x="7076503"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8" name="Google Shape;1478;p29"/>
              <p:cNvSpPr/>
              <p:nvPr/>
            </p:nvSpPr>
            <p:spPr>
              <a:xfrm>
                <a:off x="7106221"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29"/>
              <p:cNvSpPr/>
              <p:nvPr/>
            </p:nvSpPr>
            <p:spPr>
              <a:xfrm>
                <a:off x="7136034"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0" name="Google Shape;1480;p29"/>
              <p:cNvSpPr/>
              <p:nvPr/>
            </p:nvSpPr>
            <p:spPr>
              <a:xfrm>
                <a:off x="7165752" y="49458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1" name="Google Shape;1481;p29"/>
              <p:cNvSpPr/>
              <p:nvPr/>
            </p:nvSpPr>
            <p:spPr>
              <a:xfrm>
                <a:off x="7195565" y="48863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29"/>
              <p:cNvSpPr/>
              <p:nvPr/>
            </p:nvSpPr>
            <p:spPr>
              <a:xfrm>
                <a:off x="7225283" y="4826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29"/>
              <p:cNvSpPr/>
              <p:nvPr/>
            </p:nvSpPr>
            <p:spPr>
              <a:xfrm>
                <a:off x="7255096" y="473754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4" name="Google Shape;1484;p29"/>
              <p:cNvSpPr/>
              <p:nvPr/>
            </p:nvSpPr>
            <p:spPr>
              <a:xfrm>
                <a:off x="7255096" y="45588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29"/>
              <p:cNvSpPr/>
              <p:nvPr/>
            </p:nvSpPr>
            <p:spPr>
              <a:xfrm>
                <a:off x="7225283" y="4499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29"/>
              <p:cNvSpPr/>
              <p:nvPr/>
            </p:nvSpPr>
            <p:spPr>
              <a:xfrm>
                <a:off x="7195565"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7" name="Google Shape;1487;p29"/>
              <p:cNvSpPr/>
              <p:nvPr/>
            </p:nvSpPr>
            <p:spPr>
              <a:xfrm>
                <a:off x="6927627"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8" name="Google Shape;1488;p29"/>
              <p:cNvSpPr/>
              <p:nvPr/>
            </p:nvSpPr>
            <p:spPr>
              <a:xfrm>
                <a:off x="7136034"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29"/>
              <p:cNvSpPr/>
              <p:nvPr/>
            </p:nvSpPr>
            <p:spPr>
              <a:xfrm>
                <a:off x="6957440"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0" name="Google Shape;1490;p29"/>
              <p:cNvSpPr/>
              <p:nvPr/>
            </p:nvSpPr>
            <p:spPr>
              <a:xfrm>
                <a:off x="6897909" y="4499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1" name="Google Shape;1491;p29"/>
              <p:cNvSpPr/>
              <p:nvPr/>
            </p:nvSpPr>
            <p:spPr>
              <a:xfrm>
                <a:off x="7016971" y="441007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2" name="Google Shape;1492;p29"/>
              <p:cNvSpPr/>
              <p:nvPr/>
            </p:nvSpPr>
            <p:spPr>
              <a:xfrm>
                <a:off x="7284814" y="461848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3" name="Google Shape;1493;p29"/>
              <p:cNvSpPr/>
              <p:nvPr/>
            </p:nvSpPr>
            <p:spPr>
              <a:xfrm>
                <a:off x="6778846"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4" name="Google Shape;1494;p29"/>
              <p:cNvSpPr/>
              <p:nvPr/>
            </p:nvSpPr>
            <p:spPr>
              <a:xfrm>
                <a:off x="6719315"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5" name="Google Shape;1495;p29"/>
              <p:cNvSpPr/>
              <p:nvPr/>
            </p:nvSpPr>
            <p:spPr>
              <a:xfrm>
                <a:off x="6689502"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6" name="Google Shape;1496;p29"/>
              <p:cNvSpPr/>
              <p:nvPr/>
            </p:nvSpPr>
            <p:spPr>
              <a:xfrm>
                <a:off x="6659784"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7" name="Google Shape;1497;p29"/>
              <p:cNvSpPr/>
              <p:nvPr/>
            </p:nvSpPr>
            <p:spPr>
              <a:xfrm>
                <a:off x="6629971"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8" name="Google Shape;1498;p29"/>
              <p:cNvSpPr/>
              <p:nvPr/>
            </p:nvSpPr>
            <p:spPr>
              <a:xfrm>
                <a:off x="6600253"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9" name="Google Shape;1499;p29"/>
              <p:cNvSpPr/>
              <p:nvPr/>
            </p:nvSpPr>
            <p:spPr>
              <a:xfrm>
                <a:off x="6570439"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0" name="Google Shape;1500;p29"/>
              <p:cNvSpPr/>
              <p:nvPr/>
            </p:nvSpPr>
            <p:spPr>
              <a:xfrm>
                <a:off x="6540721" y="49458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1" name="Google Shape;1501;p29"/>
              <p:cNvSpPr/>
              <p:nvPr/>
            </p:nvSpPr>
            <p:spPr>
              <a:xfrm>
                <a:off x="6510908" y="48863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2" name="Google Shape;1502;p29"/>
              <p:cNvSpPr/>
              <p:nvPr/>
            </p:nvSpPr>
            <p:spPr>
              <a:xfrm>
                <a:off x="6481190" y="4826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3" name="Google Shape;1503;p29"/>
              <p:cNvSpPr/>
              <p:nvPr/>
            </p:nvSpPr>
            <p:spPr>
              <a:xfrm>
                <a:off x="6451377" y="473754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4" name="Google Shape;1504;p29"/>
              <p:cNvSpPr/>
              <p:nvPr/>
            </p:nvSpPr>
            <p:spPr>
              <a:xfrm>
                <a:off x="6451377" y="45588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5" name="Google Shape;1505;p29"/>
              <p:cNvSpPr/>
              <p:nvPr/>
            </p:nvSpPr>
            <p:spPr>
              <a:xfrm>
                <a:off x="6481190" y="4499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29"/>
              <p:cNvSpPr/>
              <p:nvPr/>
            </p:nvSpPr>
            <p:spPr>
              <a:xfrm>
                <a:off x="6510908" y="4588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7" name="Google Shape;1507;p29"/>
              <p:cNvSpPr/>
              <p:nvPr/>
            </p:nvSpPr>
            <p:spPr>
              <a:xfrm>
                <a:off x="6510908" y="4707731"/>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8" name="Google Shape;1508;p29"/>
              <p:cNvSpPr/>
              <p:nvPr/>
            </p:nvSpPr>
            <p:spPr>
              <a:xfrm>
                <a:off x="6540721" y="47969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9" name="Google Shape;1509;p29"/>
              <p:cNvSpPr/>
              <p:nvPr/>
            </p:nvSpPr>
            <p:spPr>
              <a:xfrm>
                <a:off x="6570439" y="485660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0" name="Google Shape;1510;p29"/>
              <p:cNvSpPr/>
              <p:nvPr/>
            </p:nvSpPr>
            <p:spPr>
              <a:xfrm>
                <a:off x="6600253" y="49160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1" name="Google Shape;1511;p29"/>
              <p:cNvSpPr/>
              <p:nvPr/>
            </p:nvSpPr>
            <p:spPr>
              <a:xfrm>
                <a:off x="6629971"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2" name="Google Shape;1512;p29"/>
              <p:cNvSpPr/>
              <p:nvPr/>
            </p:nvSpPr>
            <p:spPr>
              <a:xfrm>
                <a:off x="6659784"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29"/>
              <p:cNvSpPr/>
              <p:nvPr/>
            </p:nvSpPr>
            <p:spPr>
              <a:xfrm>
                <a:off x="6689502"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4" name="Google Shape;1514;p29"/>
              <p:cNvSpPr/>
              <p:nvPr/>
            </p:nvSpPr>
            <p:spPr>
              <a:xfrm>
                <a:off x="6719315"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29"/>
              <p:cNvSpPr/>
              <p:nvPr/>
            </p:nvSpPr>
            <p:spPr>
              <a:xfrm>
                <a:off x="6987158"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6" name="Google Shape;1516;p29"/>
              <p:cNvSpPr/>
              <p:nvPr/>
            </p:nvSpPr>
            <p:spPr>
              <a:xfrm>
                <a:off x="7016971"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7" name="Google Shape;1517;p29"/>
              <p:cNvSpPr/>
              <p:nvPr/>
            </p:nvSpPr>
            <p:spPr>
              <a:xfrm>
                <a:off x="7046689"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8" name="Google Shape;1518;p29"/>
              <p:cNvSpPr/>
              <p:nvPr/>
            </p:nvSpPr>
            <p:spPr>
              <a:xfrm>
                <a:off x="7076503"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9" name="Google Shape;1519;p29"/>
              <p:cNvSpPr/>
              <p:nvPr/>
            </p:nvSpPr>
            <p:spPr>
              <a:xfrm>
                <a:off x="7106221" y="49160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29"/>
              <p:cNvSpPr/>
              <p:nvPr/>
            </p:nvSpPr>
            <p:spPr>
              <a:xfrm>
                <a:off x="7136034" y="485660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29"/>
              <p:cNvSpPr/>
              <p:nvPr/>
            </p:nvSpPr>
            <p:spPr>
              <a:xfrm>
                <a:off x="7165752" y="47969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2" name="Google Shape;1522;p29"/>
              <p:cNvSpPr/>
              <p:nvPr/>
            </p:nvSpPr>
            <p:spPr>
              <a:xfrm>
                <a:off x="7225283" y="46482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29"/>
              <p:cNvSpPr/>
              <p:nvPr/>
            </p:nvSpPr>
            <p:spPr>
              <a:xfrm>
                <a:off x="7195565" y="4588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29"/>
              <p:cNvSpPr/>
              <p:nvPr/>
            </p:nvSpPr>
            <p:spPr>
              <a:xfrm>
                <a:off x="7165752" y="4529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5" name="Google Shape;1525;p29"/>
              <p:cNvSpPr/>
              <p:nvPr/>
            </p:nvSpPr>
            <p:spPr>
              <a:xfrm>
                <a:off x="7106221" y="4499419"/>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6" name="Google Shape;1526;p29"/>
              <p:cNvSpPr/>
              <p:nvPr/>
            </p:nvSpPr>
            <p:spPr>
              <a:xfrm>
                <a:off x="7046689" y="4469606"/>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29"/>
              <p:cNvSpPr/>
              <p:nvPr/>
            </p:nvSpPr>
            <p:spPr>
              <a:xfrm>
                <a:off x="6987158" y="4499419"/>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29"/>
              <p:cNvSpPr/>
              <p:nvPr/>
            </p:nvSpPr>
            <p:spPr>
              <a:xfrm>
                <a:off x="6957440" y="4529137"/>
                <a:ext cx="29718" cy="30099"/>
              </a:xfrm>
              <a:custGeom>
                <a:avLst/>
                <a:gdLst/>
                <a:ahLst/>
                <a:cxnLst/>
                <a:rect l="l" t="t" r="r" b="b"/>
                <a:pathLst>
                  <a:path w="29718" h="30099" extrusionOk="0">
                    <a:moveTo>
                      <a:pt x="0" y="0"/>
                    </a:moveTo>
                    <a:lnTo>
                      <a:pt x="29718" y="0"/>
                    </a:lnTo>
                    <a:lnTo>
                      <a:pt x="29718"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9" name="Google Shape;1529;p29"/>
              <p:cNvSpPr/>
              <p:nvPr/>
            </p:nvSpPr>
            <p:spPr>
              <a:xfrm>
                <a:off x="7195565" y="4707731"/>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29"/>
              <p:cNvSpPr/>
              <p:nvPr/>
            </p:nvSpPr>
            <p:spPr>
              <a:xfrm>
                <a:off x="6749033" y="50947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29"/>
              <p:cNvSpPr/>
              <p:nvPr/>
            </p:nvSpPr>
            <p:spPr>
              <a:xfrm>
                <a:off x="6927627" y="50947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2" name="Google Shape;1532;p29"/>
              <p:cNvSpPr/>
              <p:nvPr/>
            </p:nvSpPr>
            <p:spPr>
              <a:xfrm>
                <a:off x="6808564" y="512445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3" name="Google Shape;1533;p29"/>
              <p:cNvSpPr/>
              <p:nvPr/>
            </p:nvSpPr>
            <p:spPr>
              <a:xfrm>
                <a:off x="6778846" y="485660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29"/>
              <p:cNvSpPr/>
              <p:nvPr/>
            </p:nvSpPr>
            <p:spPr>
              <a:xfrm>
                <a:off x="6957440" y="48267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29"/>
              <p:cNvSpPr/>
              <p:nvPr/>
            </p:nvSpPr>
            <p:spPr>
              <a:xfrm>
                <a:off x="6689502" y="48267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6" name="Google Shape;1536;p29"/>
              <p:cNvSpPr/>
              <p:nvPr/>
            </p:nvSpPr>
            <p:spPr>
              <a:xfrm>
                <a:off x="7046689" y="4796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29"/>
              <p:cNvSpPr/>
              <p:nvPr/>
            </p:nvSpPr>
            <p:spPr>
              <a:xfrm>
                <a:off x="6629971" y="4796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29"/>
              <p:cNvSpPr/>
              <p:nvPr/>
            </p:nvSpPr>
            <p:spPr>
              <a:xfrm>
                <a:off x="6629971" y="4737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9" name="Google Shape;1539;p29"/>
              <p:cNvSpPr/>
              <p:nvPr/>
            </p:nvSpPr>
            <p:spPr>
              <a:xfrm>
                <a:off x="6689502" y="4707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29"/>
              <p:cNvSpPr/>
              <p:nvPr/>
            </p:nvSpPr>
            <p:spPr>
              <a:xfrm>
                <a:off x="7046689" y="4737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29"/>
              <p:cNvSpPr/>
              <p:nvPr/>
            </p:nvSpPr>
            <p:spPr>
              <a:xfrm>
                <a:off x="6987158" y="4707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29"/>
              <p:cNvSpPr/>
              <p:nvPr/>
            </p:nvSpPr>
            <p:spPr>
              <a:xfrm>
                <a:off x="6749033" y="4677918"/>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3" name="Google Shape;1543;p29"/>
              <p:cNvSpPr/>
              <p:nvPr/>
            </p:nvSpPr>
            <p:spPr>
              <a:xfrm>
                <a:off x="7106221" y="4767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29"/>
              <p:cNvSpPr/>
              <p:nvPr/>
            </p:nvSpPr>
            <p:spPr>
              <a:xfrm>
                <a:off x="6600253" y="4767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29"/>
              <p:cNvSpPr/>
              <p:nvPr/>
            </p:nvSpPr>
            <p:spPr>
              <a:xfrm>
                <a:off x="6838378"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29"/>
              <p:cNvSpPr/>
              <p:nvPr/>
            </p:nvSpPr>
            <p:spPr>
              <a:xfrm>
                <a:off x="6838378"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29"/>
              <p:cNvSpPr/>
              <p:nvPr/>
            </p:nvSpPr>
            <p:spPr>
              <a:xfrm>
                <a:off x="6868096" y="441007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29"/>
              <p:cNvSpPr/>
              <p:nvPr/>
            </p:nvSpPr>
            <p:spPr>
              <a:xfrm>
                <a:off x="7136034"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29"/>
              <p:cNvSpPr/>
              <p:nvPr/>
            </p:nvSpPr>
            <p:spPr>
              <a:xfrm>
                <a:off x="7106220" y="4945856"/>
                <a:ext cx="59531" cy="89249"/>
              </a:xfrm>
              <a:custGeom>
                <a:avLst/>
                <a:gdLst/>
                <a:ahLst/>
                <a:cxnLst/>
                <a:rect l="l" t="t" r="r" b="b"/>
                <a:pathLst>
                  <a:path w="59531" h="89249" extrusionOk="0">
                    <a:moveTo>
                      <a:pt x="59531" y="0"/>
                    </a:moveTo>
                    <a:lnTo>
                      <a:pt x="59531" y="59531"/>
                    </a:lnTo>
                    <a:lnTo>
                      <a:pt x="29813" y="59531"/>
                    </a:lnTo>
                    <a:lnTo>
                      <a:pt x="29813" y="89249"/>
                    </a:lnTo>
                    <a:lnTo>
                      <a:pt x="0" y="89249"/>
                    </a:lnTo>
                    <a:lnTo>
                      <a:pt x="0" y="29813"/>
                    </a:lnTo>
                    <a:lnTo>
                      <a:pt x="29813" y="29813"/>
                    </a:lnTo>
                    <a:lnTo>
                      <a:pt x="29813" y="0"/>
                    </a:lnTo>
                    <a:lnTo>
                      <a:pt x="5953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29"/>
              <p:cNvSpPr/>
              <p:nvPr/>
            </p:nvSpPr>
            <p:spPr>
              <a:xfrm>
                <a:off x="7076503"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29"/>
              <p:cNvSpPr/>
              <p:nvPr/>
            </p:nvSpPr>
            <p:spPr>
              <a:xfrm>
                <a:off x="7046689" y="50351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29"/>
              <p:cNvSpPr/>
              <p:nvPr/>
            </p:nvSpPr>
            <p:spPr>
              <a:xfrm>
                <a:off x="7046689"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29"/>
              <p:cNvSpPr/>
              <p:nvPr/>
            </p:nvSpPr>
            <p:spPr>
              <a:xfrm>
                <a:off x="6897909" y="5124450"/>
                <a:ext cx="119062" cy="59531"/>
              </a:xfrm>
              <a:custGeom>
                <a:avLst/>
                <a:gdLst/>
                <a:ahLst/>
                <a:cxnLst/>
                <a:rect l="l" t="t" r="r" b="b"/>
                <a:pathLst>
                  <a:path w="119062" h="59531" extrusionOk="0">
                    <a:moveTo>
                      <a:pt x="119063" y="0"/>
                    </a:moveTo>
                    <a:lnTo>
                      <a:pt x="119063" y="29718"/>
                    </a:lnTo>
                    <a:lnTo>
                      <a:pt x="59531" y="29718"/>
                    </a:lnTo>
                    <a:lnTo>
                      <a:pt x="59531" y="59531"/>
                    </a:lnTo>
                    <a:lnTo>
                      <a:pt x="0" y="59531"/>
                    </a:lnTo>
                    <a:lnTo>
                      <a:pt x="0" y="29718"/>
                    </a:lnTo>
                    <a:lnTo>
                      <a:pt x="29718" y="29718"/>
                    </a:lnTo>
                    <a:lnTo>
                      <a:pt x="29718" y="0"/>
                    </a:lnTo>
                    <a:lnTo>
                      <a:pt x="11906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29"/>
              <p:cNvSpPr/>
              <p:nvPr/>
            </p:nvSpPr>
            <p:spPr>
              <a:xfrm>
                <a:off x="7016971" y="50649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29"/>
              <p:cNvSpPr/>
              <p:nvPr/>
            </p:nvSpPr>
            <p:spPr>
              <a:xfrm>
                <a:off x="6987158"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29"/>
              <p:cNvSpPr/>
              <p:nvPr/>
            </p:nvSpPr>
            <p:spPr>
              <a:xfrm>
                <a:off x="6481190" y="46482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29"/>
              <p:cNvSpPr/>
              <p:nvPr/>
            </p:nvSpPr>
            <p:spPr>
              <a:xfrm>
                <a:off x="6510908"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29"/>
              <p:cNvSpPr/>
              <p:nvPr/>
            </p:nvSpPr>
            <p:spPr>
              <a:xfrm>
                <a:off x="6540721" y="4529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29"/>
              <p:cNvSpPr/>
              <p:nvPr/>
            </p:nvSpPr>
            <p:spPr>
              <a:xfrm>
                <a:off x="6778846"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29"/>
              <p:cNvSpPr/>
              <p:nvPr/>
            </p:nvSpPr>
            <p:spPr>
              <a:xfrm>
                <a:off x="6778846" y="438035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29"/>
              <p:cNvSpPr/>
              <p:nvPr/>
            </p:nvSpPr>
            <p:spPr>
              <a:xfrm>
                <a:off x="6927627" y="438035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29"/>
              <p:cNvSpPr/>
              <p:nvPr/>
            </p:nvSpPr>
            <p:spPr>
              <a:xfrm>
                <a:off x="6749033" y="43207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29"/>
              <p:cNvSpPr/>
              <p:nvPr/>
            </p:nvSpPr>
            <p:spPr>
              <a:xfrm>
                <a:off x="6778846" y="4320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29"/>
              <p:cNvSpPr/>
              <p:nvPr/>
            </p:nvSpPr>
            <p:spPr>
              <a:xfrm>
                <a:off x="6778846" y="4231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29"/>
              <p:cNvSpPr/>
              <p:nvPr/>
            </p:nvSpPr>
            <p:spPr>
              <a:xfrm>
                <a:off x="6778846" y="39635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29"/>
              <p:cNvSpPr/>
              <p:nvPr/>
            </p:nvSpPr>
            <p:spPr>
              <a:xfrm>
                <a:off x="6927627" y="39635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29"/>
              <p:cNvSpPr/>
              <p:nvPr/>
            </p:nvSpPr>
            <p:spPr>
              <a:xfrm>
                <a:off x="6749033" y="42612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29"/>
              <p:cNvSpPr/>
              <p:nvPr/>
            </p:nvSpPr>
            <p:spPr>
              <a:xfrm>
                <a:off x="6957440" y="42612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29"/>
              <p:cNvSpPr/>
              <p:nvPr/>
            </p:nvSpPr>
            <p:spPr>
              <a:xfrm>
                <a:off x="6897909" y="4320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29"/>
              <p:cNvSpPr/>
              <p:nvPr/>
            </p:nvSpPr>
            <p:spPr>
              <a:xfrm>
                <a:off x="6897909" y="4231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29"/>
              <p:cNvSpPr/>
              <p:nvPr/>
            </p:nvSpPr>
            <p:spPr>
              <a:xfrm>
                <a:off x="6838378"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29"/>
              <p:cNvSpPr/>
              <p:nvPr/>
            </p:nvSpPr>
            <p:spPr>
              <a:xfrm>
                <a:off x="6778846" y="4261294"/>
                <a:ext cx="178593" cy="89249"/>
              </a:xfrm>
              <a:custGeom>
                <a:avLst/>
                <a:gdLst/>
                <a:ahLst/>
                <a:cxnLst/>
                <a:rect l="l" t="t" r="r" b="b"/>
                <a:pathLst>
                  <a:path w="178593" h="89249" extrusionOk="0">
                    <a:moveTo>
                      <a:pt x="178594" y="0"/>
                    </a:moveTo>
                    <a:lnTo>
                      <a:pt x="178594" y="59436"/>
                    </a:lnTo>
                    <a:lnTo>
                      <a:pt x="119063" y="59436"/>
                    </a:lnTo>
                    <a:lnTo>
                      <a:pt x="119063" y="89249"/>
                    </a:lnTo>
                    <a:lnTo>
                      <a:pt x="59531" y="89249"/>
                    </a:lnTo>
                    <a:lnTo>
                      <a:pt x="59531" y="59436"/>
                    </a:lnTo>
                    <a:lnTo>
                      <a:pt x="0" y="59436"/>
                    </a:lnTo>
                    <a:lnTo>
                      <a:pt x="0" y="0"/>
                    </a:lnTo>
                    <a:lnTo>
                      <a:pt x="59531" y="0"/>
                    </a:lnTo>
                    <a:lnTo>
                      <a:pt x="59531" y="29718"/>
                    </a:lnTo>
                    <a:lnTo>
                      <a:pt x="119063" y="29718"/>
                    </a:lnTo>
                    <a:lnTo>
                      <a:pt x="119063" y="0"/>
                    </a:lnTo>
                    <a:lnTo>
                      <a:pt x="178594"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29"/>
              <p:cNvSpPr/>
              <p:nvPr/>
            </p:nvSpPr>
            <p:spPr>
              <a:xfrm>
                <a:off x="6838378" y="4261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29"/>
              <p:cNvSpPr/>
              <p:nvPr/>
            </p:nvSpPr>
            <p:spPr>
              <a:xfrm>
                <a:off x="6808564" y="3993356"/>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29"/>
              <p:cNvSpPr/>
              <p:nvPr/>
            </p:nvSpPr>
            <p:spPr>
              <a:xfrm>
                <a:off x="6778846" y="390410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29"/>
              <p:cNvSpPr/>
              <p:nvPr/>
            </p:nvSpPr>
            <p:spPr>
              <a:xfrm>
                <a:off x="6957440" y="43207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29"/>
              <p:cNvSpPr/>
              <p:nvPr/>
            </p:nvSpPr>
            <p:spPr>
              <a:xfrm>
                <a:off x="6540721"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29"/>
              <p:cNvSpPr/>
              <p:nvPr/>
            </p:nvSpPr>
            <p:spPr>
              <a:xfrm>
                <a:off x="6570439"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29"/>
              <p:cNvSpPr/>
              <p:nvPr/>
            </p:nvSpPr>
            <p:spPr>
              <a:xfrm>
                <a:off x="6719315"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29"/>
              <p:cNvSpPr/>
              <p:nvPr/>
            </p:nvSpPr>
            <p:spPr>
              <a:xfrm>
                <a:off x="6808564" y="4499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29"/>
              <p:cNvSpPr/>
              <p:nvPr/>
            </p:nvSpPr>
            <p:spPr>
              <a:xfrm>
                <a:off x="6600253" y="441007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29"/>
              <p:cNvSpPr/>
              <p:nvPr/>
            </p:nvSpPr>
            <p:spPr>
              <a:xfrm>
                <a:off x="6629971" y="44696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29"/>
              <p:cNvSpPr/>
              <p:nvPr/>
            </p:nvSpPr>
            <p:spPr>
              <a:xfrm>
                <a:off x="6689502"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29"/>
              <p:cNvSpPr/>
              <p:nvPr/>
            </p:nvSpPr>
            <p:spPr>
              <a:xfrm>
                <a:off x="6749033" y="4529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29"/>
              <p:cNvSpPr/>
              <p:nvPr/>
            </p:nvSpPr>
            <p:spPr>
              <a:xfrm>
                <a:off x="6421659" y="461848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29"/>
              <p:cNvSpPr/>
              <p:nvPr/>
            </p:nvSpPr>
            <p:spPr>
              <a:xfrm>
                <a:off x="6778846"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29"/>
              <p:cNvSpPr/>
              <p:nvPr/>
            </p:nvSpPr>
            <p:spPr>
              <a:xfrm>
                <a:off x="6808564" y="4112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29"/>
              <p:cNvSpPr/>
              <p:nvPr/>
            </p:nvSpPr>
            <p:spPr>
              <a:xfrm>
                <a:off x="6927627"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29"/>
              <p:cNvSpPr/>
              <p:nvPr/>
            </p:nvSpPr>
            <p:spPr>
              <a:xfrm>
                <a:off x="6927627"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29"/>
              <p:cNvSpPr/>
              <p:nvPr/>
            </p:nvSpPr>
            <p:spPr>
              <a:xfrm>
                <a:off x="6778846"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29"/>
              <p:cNvSpPr/>
              <p:nvPr/>
            </p:nvSpPr>
            <p:spPr>
              <a:xfrm>
                <a:off x="6719315"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29"/>
              <p:cNvSpPr/>
              <p:nvPr/>
            </p:nvSpPr>
            <p:spPr>
              <a:xfrm>
                <a:off x="6987158"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29"/>
              <p:cNvSpPr/>
              <p:nvPr/>
            </p:nvSpPr>
            <p:spPr>
              <a:xfrm>
                <a:off x="6957440" y="3933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29"/>
              <p:cNvSpPr/>
              <p:nvPr/>
            </p:nvSpPr>
            <p:spPr>
              <a:xfrm>
                <a:off x="6778846" y="3933825"/>
                <a:ext cx="178593" cy="59531"/>
              </a:xfrm>
              <a:custGeom>
                <a:avLst/>
                <a:gdLst/>
                <a:ahLst/>
                <a:cxnLst/>
                <a:rect l="l" t="t" r="r" b="b"/>
                <a:pathLst>
                  <a:path w="178593" h="59531" extrusionOk="0">
                    <a:moveTo>
                      <a:pt x="178594" y="0"/>
                    </a:moveTo>
                    <a:lnTo>
                      <a:pt x="178594" y="29718"/>
                    </a:lnTo>
                    <a:lnTo>
                      <a:pt x="148780" y="29718"/>
                    </a:lnTo>
                    <a:lnTo>
                      <a:pt x="148780" y="59531"/>
                    </a:lnTo>
                    <a:lnTo>
                      <a:pt x="29718" y="59531"/>
                    </a:lnTo>
                    <a:lnTo>
                      <a:pt x="29718" y="29718"/>
                    </a:lnTo>
                    <a:lnTo>
                      <a:pt x="0" y="29718"/>
                    </a:lnTo>
                    <a:lnTo>
                      <a:pt x="0" y="0"/>
                    </a:lnTo>
                    <a:lnTo>
                      <a:pt x="178594"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29"/>
              <p:cNvSpPr/>
              <p:nvPr/>
            </p:nvSpPr>
            <p:spPr>
              <a:xfrm>
                <a:off x="6749033" y="3933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29"/>
              <p:cNvSpPr/>
              <p:nvPr/>
            </p:nvSpPr>
            <p:spPr>
              <a:xfrm>
                <a:off x="6957440"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29"/>
              <p:cNvSpPr/>
              <p:nvPr/>
            </p:nvSpPr>
            <p:spPr>
              <a:xfrm>
                <a:off x="6749033"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29"/>
              <p:cNvSpPr/>
              <p:nvPr/>
            </p:nvSpPr>
            <p:spPr>
              <a:xfrm>
                <a:off x="6897909" y="4112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29"/>
              <p:cNvSpPr/>
              <p:nvPr/>
            </p:nvSpPr>
            <p:spPr>
              <a:xfrm>
                <a:off x="6749033"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29"/>
              <p:cNvSpPr/>
              <p:nvPr/>
            </p:nvSpPr>
            <p:spPr>
              <a:xfrm>
                <a:off x="6957440"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29"/>
              <p:cNvSpPr/>
              <p:nvPr/>
            </p:nvSpPr>
            <p:spPr>
              <a:xfrm>
                <a:off x="6540721" y="4648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29"/>
              <p:cNvSpPr/>
              <p:nvPr/>
            </p:nvSpPr>
            <p:spPr>
              <a:xfrm>
                <a:off x="6570439" y="4618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29"/>
              <p:cNvSpPr/>
              <p:nvPr/>
            </p:nvSpPr>
            <p:spPr>
              <a:xfrm>
                <a:off x="6629971" y="45886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4" name="Google Shape;1604;p29"/>
              <p:cNvSpPr/>
              <p:nvPr/>
            </p:nvSpPr>
            <p:spPr>
              <a:xfrm>
                <a:off x="6719315" y="461848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5" name="Google Shape;1605;p29"/>
              <p:cNvSpPr/>
              <p:nvPr/>
            </p:nvSpPr>
            <p:spPr>
              <a:xfrm>
                <a:off x="6838378" y="464820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29"/>
              <p:cNvSpPr/>
              <p:nvPr/>
            </p:nvSpPr>
            <p:spPr>
              <a:xfrm>
                <a:off x="7016971" y="467791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29"/>
              <p:cNvSpPr/>
              <p:nvPr/>
            </p:nvSpPr>
            <p:spPr>
              <a:xfrm>
                <a:off x="7106221" y="464820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29"/>
              <p:cNvSpPr/>
              <p:nvPr/>
            </p:nvSpPr>
            <p:spPr>
              <a:xfrm>
                <a:off x="7076503" y="4588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9" name="Google Shape;1609;p29"/>
              <p:cNvSpPr/>
              <p:nvPr/>
            </p:nvSpPr>
            <p:spPr>
              <a:xfrm>
                <a:off x="6987158" y="461848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29"/>
              <p:cNvSpPr/>
              <p:nvPr/>
            </p:nvSpPr>
            <p:spPr>
              <a:xfrm>
                <a:off x="6927627" y="464820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11" name="Google Shape;1611;p29"/>
              <p:cNvGrpSpPr/>
              <p:nvPr/>
            </p:nvGrpSpPr>
            <p:grpSpPr>
              <a:xfrm>
                <a:off x="6927627" y="4945856"/>
                <a:ext cx="89249" cy="89249"/>
                <a:chOff x="6927627" y="4945856"/>
                <a:chExt cx="89249" cy="89249"/>
              </a:xfrm>
            </p:grpSpPr>
            <p:sp>
              <p:nvSpPr>
                <p:cNvPr id="1612" name="Google Shape;1612;p29"/>
                <p:cNvSpPr/>
                <p:nvPr/>
              </p:nvSpPr>
              <p:spPr>
                <a:xfrm>
                  <a:off x="6957440"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29"/>
                <p:cNvSpPr/>
                <p:nvPr/>
              </p:nvSpPr>
              <p:spPr>
                <a:xfrm>
                  <a:off x="6987158"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29"/>
                <p:cNvSpPr/>
                <p:nvPr/>
              </p:nvSpPr>
              <p:spPr>
                <a:xfrm>
                  <a:off x="6957440"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29"/>
                <p:cNvSpPr/>
                <p:nvPr/>
              </p:nvSpPr>
              <p:spPr>
                <a:xfrm>
                  <a:off x="6927627"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6" name="Google Shape;1616;p29"/>
              <p:cNvGrpSpPr/>
              <p:nvPr/>
            </p:nvGrpSpPr>
            <p:grpSpPr>
              <a:xfrm>
                <a:off x="6659784" y="4886325"/>
                <a:ext cx="89249" cy="89249"/>
                <a:chOff x="6659784" y="4886325"/>
                <a:chExt cx="89249" cy="89249"/>
              </a:xfrm>
            </p:grpSpPr>
            <p:sp>
              <p:nvSpPr>
                <p:cNvPr id="1617" name="Google Shape;1617;p29"/>
                <p:cNvSpPr/>
                <p:nvPr/>
              </p:nvSpPr>
              <p:spPr>
                <a:xfrm>
                  <a:off x="6689502" y="48863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29"/>
                <p:cNvSpPr/>
                <p:nvPr/>
              </p:nvSpPr>
              <p:spPr>
                <a:xfrm>
                  <a:off x="6719315"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29"/>
                <p:cNvSpPr/>
                <p:nvPr/>
              </p:nvSpPr>
              <p:spPr>
                <a:xfrm>
                  <a:off x="6689502"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29"/>
                <p:cNvSpPr/>
                <p:nvPr/>
              </p:nvSpPr>
              <p:spPr>
                <a:xfrm>
                  <a:off x="6659784"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21" name="Google Shape;1621;p29"/>
              <p:cNvSpPr/>
              <p:nvPr/>
            </p:nvSpPr>
            <p:spPr>
              <a:xfrm>
                <a:off x="6838378"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29"/>
              <p:cNvSpPr/>
              <p:nvPr/>
            </p:nvSpPr>
            <p:spPr>
              <a:xfrm>
                <a:off x="7136034"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29"/>
              <p:cNvSpPr/>
              <p:nvPr/>
            </p:nvSpPr>
            <p:spPr>
              <a:xfrm>
                <a:off x="6600253" y="4677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29"/>
              <p:cNvSpPr/>
              <p:nvPr/>
            </p:nvSpPr>
            <p:spPr>
              <a:xfrm>
                <a:off x="6510908" y="4618482"/>
                <a:ext cx="713613" cy="505777"/>
              </a:xfrm>
              <a:custGeom>
                <a:avLst/>
                <a:gdLst/>
                <a:ahLst/>
                <a:cxnLst/>
                <a:rect l="l" t="t" r="r" b="b"/>
                <a:pathLst>
                  <a:path w="713613" h="505777" extrusionOk="0">
                    <a:moveTo>
                      <a:pt x="684657" y="29718"/>
                    </a:moveTo>
                    <a:lnTo>
                      <a:pt x="684657" y="59436"/>
                    </a:lnTo>
                    <a:lnTo>
                      <a:pt x="595313" y="59436"/>
                    </a:lnTo>
                    <a:lnTo>
                      <a:pt x="595313" y="89154"/>
                    </a:lnTo>
                    <a:lnTo>
                      <a:pt x="535781" y="89154"/>
                    </a:lnTo>
                    <a:lnTo>
                      <a:pt x="535781" y="118872"/>
                    </a:lnTo>
                    <a:lnTo>
                      <a:pt x="595313" y="118872"/>
                    </a:lnTo>
                    <a:lnTo>
                      <a:pt x="595313" y="148590"/>
                    </a:lnTo>
                    <a:lnTo>
                      <a:pt x="625030" y="148590"/>
                    </a:lnTo>
                    <a:lnTo>
                      <a:pt x="625030" y="178308"/>
                    </a:lnTo>
                    <a:lnTo>
                      <a:pt x="595313" y="178308"/>
                    </a:lnTo>
                    <a:lnTo>
                      <a:pt x="595313" y="208026"/>
                    </a:lnTo>
                    <a:lnTo>
                      <a:pt x="535781" y="208026"/>
                    </a:lnTo>
                    <a:lnTo>
                      <a:pt x="535781" y="237744"/>
                    </a:lnTo>
                    <a:lnTo>
                      <a:pt x="446437" y="237744"/>
                    </a:lnTo>
                    <a:lnTo>
                      <a:pt x="446437" y="267462"/>
                    </a:lnTo>
                    <a:lnTo>
                      <a:pt x="267843" y="267462"/>
                    </a:lnTo>
                    <a:lnTo>
                      <a:pt x="267843" y="237744"/>
                    </a:lnTo>
                    <a:lnTo>
                      <a:pt x="178499" y="237744"/>
                    </a:lnTo>
                    <a:lnTo>
                      <a:pt x="178499" y="208026"/>
                    </a:lnTo>
                    <a:lnTo>
                      <a:pt x="118967" y="208026"/>
                    </a:lnTo>
                    <a:lnTo>
                      <a:pt x="118967" y="178308"/>
                    </a:lnTo>
                    <a:lnTo>
                      <a:pt x="89249" y="178308"/>
                    </a:lnTo>
                    <a:lnTo>
                      <a:pt x="89249" y="148590"/>
                    </a:lnTo>
                    <a:lnTo>
                      <a:pt x="118967" y="148590"/>
                    </a:lnTo>
                    <a:lnTo>
                      <a:pt x="118967" y="118872"/>
                    </a:lnTo>
                    <a:lnTo>
                      <a:pt x="178499" y="118872"/>
                    </a:lnTo>
                    <a:lnTo>
                      <a:pt x="178499" y="89154"/>
                    </a:lnTo>
                    <a:lnTo>
                      <a:pt x="238030" y="89154"/>
                    </a:lnTo>
                    <a:lnTo>
                      <a:pt x="238030" y="59436"/>
                    </a:lnTo>
                    <a:lnTo>
                      <a:pt x="327374" y="59436"/>
                    </a:lnTo>
                    <a:lnTo>
                      <a:pt x="327374" y="29718"/>
                    </a:lnTo>
                    <a:lnTo>
                      <a:pt x="208312" y="29718"/>
                    </a:lnTo>
                    <a:lnTo>
                      <a:pt x="208312" y="0"/>
                    </a:lnTo>
                    <a:lnTo>
                      <a:pt x="118967" y="0"/>
                    </a:lnTo>
                    <a:lnTo>
                      <a:pt x="118967" y="29718"/>
                    </a:lnTo>
                    <a:lnTo>
                      <a:pt x="59436" y="29718"/>
                    </a:lnTo>
                    <a:lnTo>
                      <a:pt x="59436" y="59436"/>
                    </a:lnTo>
                    <a:lnTo>
                      <a:pt x="29718" y="59436"/>
                    </a:lnTo>
                    <a:lnTo>
                      <a:pt x="29718" y="29718"/>
                    </a:lnTo>
                    <a:lnTo>
                      <a:pt x="0" y="29718"/>
                    </a:lnTo>
                    <a:lnTo>
                      <a:pt x="0" y="89249"/>
                    </a:lnTo>
                    <a:lnTo>
                      <a:pt x="29718" y="89249"/>
                    </a:lnTo>
                    <a:lnTo>
                      <a:pt x="29718" y="178594"/>
                    </a:lnTo>
                    <a:lnTo>
                      <a:pt x="59436" y="178594"/>
                    </a:lnTo>
                    <a:lnTo>
                      <a:pt x="59436" y="238125"/>
                    </a:lnTo>
                    <a:lnTo>
                      <a:pt x="89154" y="238125"/>
                    </a:lnTo>
                    <a:lnTo>
                      <a:pt x="89154" y="297656"/>
                    </a:lnTo>
                    <a:lnTo>
                      <a:pt x="118872" y="297656"/>
                    </a:lnTo>
                    <a:lnTo>
                      <a:pt x="118872" y="357188"/>
                    </a:lnTo>
                    <a:lnTo>
                      <a:pt x="148590" y="357188"/>
                    </a:lnTo>
                    <a:lnTo>
                      <a:pt x="148590" y="386905"/>
                    </a:lnTo>
                    <a:lnTo>
                      <a:pt x="178308" y="386905"/>
                    </a:lnTo>
                    <a:lnTo>
                      <a:pt x="178308" y="416623"/>
                    </a:lnTo>
                    <a:lnTo>
                      <a:pt x="208026" y="416623"/>
                    </a:lnTo>
                    <a:lnTo>
                      <a:pt x="208026" y="446341"/>
                    </a:lnTo>
                    <a:lnTo>
                      <a:pt x="237744" y="446341"/>
                    </a:lnTo>
                    <a:lnTo>
                      <a:pt x="237744" y="476059"/>
                    </a:lnTo>
                    <a:lnTo>
                      <a:pt x="297275" y="476059"/>
                    </a:lnTo>
                    <a:lnTo>
                      <a:pt x="297275" y="505778"/>
                    </a:lnTo>
                    <a:lnTo>
                      <a:pt x="416338" y="505778"/>
                    </a:lnTo>
                    <a:lnTo>
                      <a:pt x="416338" y="476059"/>
                    </a:lnTo>
                    <a:lnTo>
                      <a:pt x="475869" y="476059"/>
                    </a:lnTo>
                    <a:lnTo>
                      <a:pt x="475869" y="446341"/>
                    </a:lnTo>
                    <a:lnTo>
                      <a:pt x="505587" y="446341"/>
                    </a:lnTo>
                    <a:lnTo>
                      <a:pt x="505587" y="416623"/>
                    </a:lnTo>
                    <a:lnTo>
                      <a:pt x="535305" y="416623"/>
                    </a:lnTo>
                    <a:lnTo>
                      <a:pt x="535305" y="386905"/>
                    </a:lnTo>
                    <a:lnTo>
                      <a:pt x="565023" y="386905"/>
                    </a:lnTo>
                    <a:lnTo>
                      <a:pt x="565023" y="357188"/>
                    </a:lnTo>
                    <a:lnTo>
                      <a:pt x="594741" y="357188"/>
                    </a:lnTo>
                    <a:lnTo>
                      <a:pt x="594741" y="297656"/>
                    </a:lnTo>
                    <a:lnTo>
                      <a:pt x="624459" y="297656"/>
                    </a:lnTo>
                    <a:lnTo>
                      <a:pt x="624459" y="238125"/>
                    </a:lnTo>
                    <a:lnTo>
                      <a:pt x="654177" y="238125"/>
                    </a:lnTo>
                    <a:lnTo>
                      <a:pt x="654177" y="178594"/>
                    </a:lnTo>
                    <a:lnTo>
                      <a:pt x="683895" y="178594"/>
                    </a:lnTo>
                    <a:lnTo>
                      <a:pt x="683895" y="89249"/>
                    </a:lnTo>
                    <a:lnTo>
                      <a:pt x="713613" y="89249"/>
                    </a:lnTo>
                    <a:lnTo>
                      <a:pt x="713613" y="29718"/>
                    </a:lnTo>
                    <a:lnTo>
                      <a:pt x="683895" y="29718"/>
                    </a:lnTo>
                    <a:close/>
                    <a:moveTo>
                      <a:pt x="89345" y="59436"/>
                    </a:moveTo>
                    <a:lnTo>
                      <a:pt x="119063" y="59436"/>
                    </a:lnTo>
                    <a:lnTo>
                      <a:pt x="119063" y="89154"/>
                    </a:lnTo>
                    <a:lnTo>
                      <a:pt x="89345" y="89154"/>
                    </a:lnTo>
                    <a:lnTo>
                      <a:pt x="89345" y="59436"/>
                    </a:lnTo>
                    <a:close/>
                    <a:moveTo>
                      <a:pt x="238125" y="327279"/>
                    </a:moveTo>
                    <a:lnTo>
                      <a:pt x="208407" y="327279"/>
                    </a:lnTo>
                    <a:lnTo>
                      <a:pt x="208407" y="356997"/>
                    </a:lnTo>
                    <a:lnTo>
                      <a:pt x="178689" y="356997"/>
                    </a:lnTo>
                    <a:lnTo>
                      <a:pt x="178689" y="327279"/>
                    </a:lnTo>
                    <a:lnTo>
                      <a:pt x="148971" y="327279"/>
                    </a:lnTo>
                    <a:lnTo>
                      <a:pt x="148971" y="297561"/>
                    </a:lnTo>
                    <a:lnTo>
                      <a:pt x="178689" y="297561"/>
                    </a:lnTo>
                    <a:lnTo>
                      <a:pt x="178689" y="267843"/>
                    </a:lnTo>
                    <a:lnTo>
                      <a:pt x="208407" y="267843"/>
                    </a:lnTo>
                    <a:lnTo>
                      <a:pt x="208407" y="297561"/>
                    </a:lnTo>
                    <a:lnTo>
                      <a:pt x="238125" y="297561"/>
                    </a:lnTo>
                    <a:lnTo>
                      <a:pt x="238125" y="327279"/>
                    </a:lnTo>
                    <a:close/>
                    <a:moveTo>
                      <a:pt x="357188" y="416623"/>
                    </a:moveTo>
                    <a:lnTo>
                      <a:pt x="327470" y="416623"/>
                    </a:lnTo>
                    <a:lnTo>
                      <a:pt x="327470" y="386905"/>
                    </a:lnTo>
                    <a:lnTo>
                      <a:pt x="357188" y="386905"/>
                    </a:lnTo>
                    <a:lnTo>
                      <a:pt x="357188" y="416623"/>
                    </a:lnTo>
                    <a:close/>
                    <a:moveTo>
                      <a:pt x="505968" y="386905"/>
                    </a:moveTo>
                    <a:lnTo>
                      <a:pt x="476250" y="386905"/>
                    </a:lnTo>
                    <a:lnTo>
                      <a:pt x="476250" y="416623"/>
                    </a:lnTo>
                    <a:lnTo>
                      <a:pt x="446532" y="416623"/>
                    </a:lnTo>
                    <a:lnTo>
                      <a:pt x="446532" y="386905"/>
                    </a:lnTo>
                    <a:lnTo>
                      <a:pt x="416814" y="386905"/>
                    </a:lnTo>
                    <a:lnTo>
                      <a:pt x="416814" y="357188"/>
                    </a:lnTo>
                    <a:lnTo>
                      <a:pt x="446532" y="357188"/>
                    </a:lnTo>
                    <a:lnTo>
                      <a:pt x="446532" y="327470"/>
                    </a:lnTo>
                    <a:lnTo>
                      <a:pt x="476250" y="327470"/>
                    </a:lnTo>
                    <a:lnTo>
                      <a:pt x="476250" y="357188"/>
                    </a:lnTo>
                    <a:lnTo>
                      <a:pt x="505968" y="357188"/>
                    </a:lnTo>
                    <a:lnTo>
                      <a:pt x="505968" y="386905"/>
                    </a:lnTo>
                    <a:close/>
                    <a:moveTo>
                      <a:pt x="565499" y="297561"/>
                    </a:moveTo>
                    <a:lnTo>
                      <a:pt x="535781" y="297561"/>
                    </a:lnTo>
                    <a:lnTo>
                      <a:pt x="535781" y="267843"/>
                    </a:lnTo>
                    <a:lnTo>
                      <a:pt x="565499" y="267843"/>
                    </a:lnTo>
                    <a:lnTo>
                      <a:pt x="565499" y="297561"/>
                    </a:lnTo>
                    <a:close/>
                    <a:moveTo>
                      <a:pt x="654844" y="118967"/>
                    </a:moveTo>
                    <a:lnTo>
                      <a:pt x="625126" y="118967"/>
                    </a:lnTo>
                    <a:lnTo>
                      <a:pt x="625126" y="89249"/>
                    </a:lnTo>
                    <a:lnTo>
                      <a:pt x="654844" y="89249"/>
                    </a:lnTo>
                    <a:lnTo>
                      <a:pt x="654844" y="11896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29"/>
              <p:cNvSpPr/>
              <p:nvPr/>
            </p:nvSpPr>
            <p:spPr>
              <a:xfrm>
                <a:off x="6689502"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29"/>
              <p:cNvSpPr/>
              <p:nvPr/>
            </p:nvSpPr>
            <p:spPr>
              <a:xfrm>
                <a:off x="6957440"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29"/>
              <p:cNvSpPr/>
              <p:nvPr/>
            </p:nvSpPr>
            <p:spPr>
              <a:xfrm>
                <a:off x="7046689" y="48863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29"/>
              <p:cNvSpPr/>
              <p:nvPr/>
            </p:nvSpPr>
            <p:spPr>
              <a:xfrm>
                <a:off x="6749033" y="3993356"/>
                <a:ext cx="238125" cy="267938"/>
              </a:xfrm>
              <a:custGeom>
                <a:avLst/>
                <a:gdLst/>
                <a:ahLst/>
                <a:cxnLst/>
                <a:rect l="l" t="t" r="r" b="b"/>
                <a:pathLst>
                  <a:path w="238125" h="267938" extrusionOk="0">
                    <a:moveTo>
                      <a:pt x="238125" y="0"/>
                    </a:moveTo>
                    <a:lnTo>
                      <a:pt x="238125" y="29813"/>
                    </a:lnTo>
                    <a:lnTo>
                      <a:pt x="208407" y="29813"/>
                    </a:lnTo>
                    <a:lnTo>
                      <a:pt x="208407" y="89249"/>
                    </a:lnTo>
                    <a:lnTo>
                      <a:pt x="178594" y="89249"/>
                    </a:lnTo>
                    <a:lnTo>
                      <a:pt x="178594" y="119063"/>
                    </a:lnTo>
                    <a:lnTo>
                      <a:pt x="148876" y="119063"/>
                    </a:lnTo>
                    <a:lnTo>
                      <a:pt x="148876" y="178594"/>
                    </a:lnTo>
                    <a:lnTo>
                      <a:pt x="178594" y="178594"/>
                    </a:lnTo>
                    <a:lnTo>
                      <a:pt x="178594" y="208312"/>
                    </a:lnTo>
                    <a:lnTo>
                      <a:pt x="208407" y="208312"/>
                    </a:lnTo>
                    <a:lnTo>
                      <a:pt x="208407" y="238125"/>
                    </a:lnTo>
                    <a:lnTo>
                      <a:pt x="148876" y="238125"/>
                    </a:lnTo>
                    <a:lnTo>
                      <a:pt x="148876" y="267938"/>
                    </a:lnTo>
                    <a:lnTo>
                      <a:pt x="89345" y="267938"/>
                    </a:lnTo>
                    <a:lnTo>
                      <a:pt x="89345" y="238125"/>
                    </a:lnTo>
                    <a:lnTo>
                      <a:pt x="29813" y="238125"/>
                    </a:lnTo>
                    <a:lnTo>
                      <a:pt x="29813" y="208312"/>
                    </a:lnTo>
                    <a:lnTo>
                      <a:pt x="59531" y="208312"/>
                    </a:lnTo>
                    <a:lnTo>
                      <a:pt x="59531" y="178594"/>
                    </a:lnTo>
                    <a:lnTo>
                      <a:pt x="89345" y="178594"/>
                    </a:lnTo>
                    <a:lnTo>
                      <a:pt x="89345" y="119063"/>
                    </a:lnTo>
                    <a:lnTo>
                      <a:pt x="59531" y="119063"/>
                    </a:lnTo>
                    <a:lnTo>
                      <a:pt x="59531" y="89249"/>
                    </a:lnTo>
                    <a:lnTo>
                      <a:pt x="148876" y="89249"/>
                    </a:lnTo>
                    <a:lnTo>
                      <a:pt x="148876" y="59531"/>
                    </a:lnTo>
                    <a:lnTo>
                      <a:pt x="59531" y="59531"/>
                    </a:lnTo>
                    <a:lnTo>
                      <a:pt x="59531" y="89249"/>
                    </a:lnTo>
                    <a:lnTo>
                      <a:pt x="29813" y="89249"/>
                    </a:lnTo>
                    <a:lnTo>
                      <a:pt x="29813" y="29813"/>
                    </a:lnTo>
                    <a:lnTo>
                      <a:pt x="0" y="29813"/>
                    </a:lnTo>
                    <a:lnTo>
                      <a:pt x="0" y="0"/>
                    </a:lnTo>
                    <a:lnTo>
                      <a:pt x="59531" y="0"/>
                    </a:lnTo>
                    <a:lnTo>
                      <a:pt x="59531" y="29813"/>
                    </a:lnTo>
                    <a:lnTo>
                      <a:pt x="178594" y="29813"/>
                    </a:lnTo>
                    <a:lnTo>
                      <a:pt x="178594" y="0"/>
                    </a:lnTo>
                    <a:lnTo>
                      <a:pt x="238125"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29"/>
              <p:cNvSpPr/>
              <p:nvPr/>
            </p:nvSpPr>
            <p:spPr>
              <a:xfrm>
                <a:off x="6778846" y="4052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9"/>
              <p:cNvSpPr/>
              <p:nvPr/>
            </p:nvSpPr>
            <p:spPr>
              <a:xfrm>
                <a:off x="6808564"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29"/>
              <p:cNvSpPr/>
              <p:nvPr/>
            </p:nvSpPr>
            <p:spPr>
              <a:xfrm>
                <a:off x="6927627" y="4052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29"/>
              <p:cNvSpPr/>
              <p:nvPr/>
            </p:nvSpPr>
            <p:spPr>
              <a:xfrm>
                <a:off x="6897909"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29"/>
              <p:cNvSpPr/>
              <p:nvPr/>
            </p:nvSpPr>
            <p:spPr>
              <a:xfrm>
                <a:off x="6808564" y="405288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9"/>
              <p:cNvSpPr/>
              <p:nvPr/>
            </p:nvSpPr>
            <p:spPr>
              <a:xfrm>
                <a:off x="6838378" y="4112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9"/>
              <p:cNvSpPr/>
              <p:nvPr/>
            </p:nvSpPr>
            <p:spPr>
              <a:xfrm>
                <a:off x="6808564"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29"/>
              <p:cNvSpPr/>
              <p:nvPr/>
            </p:nvSpPr>
            <p:spPr>
              <a:xfrm>
                <a:off x="6897909"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29"/>
              <p:cNvSpPr/>
              <p:nvPr/>
            </p:nvSpPr>
            <p:spPr>
              <a:xfrm>
                <a:off x="6927627"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29"/>
              <p:cNvSpPr/>
              <p:nvPr/>
            </p:nvSpPr>
            <p:spPr>
              <a:xfrm>
                <a:off x="6778846"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29"/>
              <p:cNvSpPr/>
              <p:nvPr/>
            </p:nvSpPr>
            <p:spPr>
              <a:xfrm>
                <a:off x="6749033" y="39933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29"/>
              <p:cNvSpPr/>
              <p:nvPr/>
            </p:nvSpPr>
            <p:spPr>
              <a:xfrm>
                <a:off x="6927627" y="39933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29"/>
              <p:cNvSpPr/>
              <p:nvPr/>
            </p:nvSpPr>
            <p:spPr>
              <a:xfrm>
                <a:off x="6808564" y="4023169"/>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9"/>
              <p:cNvSpPr/>
              <p:nvPr/>
            </p:nvSpPr>
            <p:spPr>
              <a:xfrm>
                <a:off x="6481190" y="47672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29"/>
              <p:cNvSpPr/>
              <p:nvPr/>
            </p:nvSpPr>
            <p:spPr>
              <a:xfrm>
                <a:off x="6510908" y="4796980"/>
                <a:ext cx="89344" cy="208407"/>
              </a:xfrm>
              <a:custGeom>
                <a:avLst/>
                <a:gdLst/>
                <a:ahLst/>
                <a:cxnLst/>
                <a:rect l="l" t="t" r="r" b="b"/>
                <a:pathLst>
                  <a:path w="89344" h="208407" extrusionOk="0">
                    <a:moveTo>
                      <a:pt x="89345" y="119063"/>
                    </a:moveTo>
                    <a:lnTo>
                      <a:pt x="89345" y="208407"/>
                    </a:lnTo>
                    <a:lnTo>
                      <a:pt x="59531" y="208407"/>
                    </a:lnTo>
                    <a:lnTo>
                      <a:pt x="59531" y="148876"/>
                    </a:lnTo>
                    <a:lnTo>
                      <a:pt x="29813" y="148876"/>
                    </a:lnTo>
                    <a:lnTo>
                      <a:pt x="29813" y="89345"/>
                    </a:lnTo>
                    <a:lnTo>
                      <a:pt x="0" y="89345"/>
                    </a:lnTo>
                    <a:lnTo>
                      <a:pt x="0" y="0"/>
                    </a:lnTo>
                    <a:lnTo>
                      <a:pt x="29813" y="0"/>
                    </a:lnTo>
                    <a:lnTo>
                      <a:pt x="29813" y="59627"/>
                    </a:lnTo>
                    <a:lnTo>
                      <a:pt x="59531" y="59627"/>
                    </a:lnTo>
                    <a:lnTo>
                      <a:pt x="59531" y="119063"/>
                    </a:lnTo>
                    <a:lnTo>
                      <a:pt x="89345"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29"/>
              <p:cNvSpPr/>
              <p:nvPr/>
            </p:nvSpPr>
            <p:spPr>
              <a:xfrm>
                <a:off x="6600253" y="49756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9"/>
              <p:cNvSpPr/>
              <p:nvPr/>
            </p:nvSpPr>
            <p:spPr>
              <a:xfrm>
                <a:off x="6689502" y="5064918"/>
                <a:ext cx="148875" cy="119062"/>
              </a:xfrm>
              <a:custGeom>
                <a:avLst/>
                <a:gdLst/>
                <a:ahLst/>
                <a:cxnLst/>
                <a:rect l="l" t="t" r="r" b="b"/>
                <a:pathLst>
                  <a:path w="148875" h="119062" extrusionOk="0">
                    <a:moveTo>
                      <a:pt x="148876" y="89249"/>
                    </a:moveTo>
                    <a:lnTo>
                      <a:pt x="148876" y="119063"/>
                    </a:lnTo>
                    <a:lnTo>
                      <a:pt x="89345" y="119063"/>
                    </a:lnTo>
                    <a:lnTo>
                      <a:pt x="89345" y="89249"/>
                    </a:lnTo>
                    <a:lnTo>
                      <a:pt x="29813" y="89249"/>
                    </a:lnTo>
                    <a:lnTo>
                      <a:pt x="29813" y="59531"/>
                    </a:lnTo>
                    <a:lnTo>
                      <a:pt x="0" y="59531"/>
                    </a:lnTo>
                    <a:lnTo>
                      <a:pt x="0" y="0"/>
                    </a:lnTo>
                    <a:lnTo>
                      <a:pt x="29813" y="0"/>
                    </a:lnTo>
                    <a:lnTo>
                      <a:pt x="29813" y="29813"/>
                    </a:lnTo>
                    <a:lnTo>
                      <a:pt x="59531" y="29813"/>
                    </a:lnTo>
                    <a:lnTo>
                      <a:pt x="59531" y="59531"/>
                    </a:lnTo>
                    <a:lnTo>
                      <a:pt x="119063" y="59531"/>
                    </a:lnTo>
                    <a:lnTo>
                      <a:pt x="119063" y="89249"/>
                    </a:lnTo>
                    <a:lnTo>
                      <a:pt x="148876" y="8924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29"/>
              <p:cNvSpPr/>
              <p:nvPr/>
            </p:nvSpPr>
            <p:spPr>
              <a:xfrm>
                <a:off x="6629970" y="5005387"/>
                <a:ext cx="59531" cy="59531"/>
              </a:xfrm>
              <a:custGeom>
                <a:avLst/>
                <a:gdLst/>
                <a:ahLst/>
                <a:cxnLst/>
                <a:rect l="l" t="t" r="r" b="b"/>
                <a:pathLst>
                  <a:path w="59531" h="59531" extrusionOk="0">
                    <a:moveTo>
                      <a:pt x="59531" y="29718"/>
                    </a:moveTo>
                    <a:lnTo>
                      <a:pt x="59531" y="59531"/>
                    </a:lnTo>
                    <a:lnTo>
                      <a:pt x="0" y="59531"/>
                    </a:lnTo>
                    <a:lnTo>
                      <a:pt x="0" y="0"/>
                    </a:lnTo>
                    <a:lnTo>
                      <a:pt x="29813" y="0"/>
                    </a:lnTo>
                    <a:lnTo>
                      <a:pt x="29813" y="29718"/>
                    </a:lnTo>
                    <a:lnTo>
                      <a:pt x="59531"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29"/>
              <p:cNvSpPr/>
              <p:nvPr/>
            </p:nvSpPr>
            <p:spPr>
              <a:xfrm>
                <a:off x="6659784"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48" name="Google Shape;1648;p29"/>
              <p:cNvGrpSpPr/>
              <p:nvPr/>
            </p:nvGrpSpPr>
            <p:grpSpPr>
              <a:xfrm>
                <a:off x="6451662" y="4350734"/>
                <a:ext cx="833056" cy="595122"/>
                <a:chOff x="6451662" y="4350734"/>
                <a:chExt cx="833056" cy="595122"/>
              </a:xfrm>
            </p:grpSpPr>
            <p:sp>
              <p:nvSpPr>
                <p:cNvPr id="1649" name="Google Shape;1649;p29"/>
                <p:cNvSpPr/>
                <p:nvPr/>
              </p:nvSpPr>
              <p:spPr>
                <a:xfrm>
                  <a:off x="7106221" y="461848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0" name="Google Shape;1650;p29"/>
                <p:cNvSpPr/>
                <p:nvPr/>
              </p:nvSpPr>
              <p:spPr>
                <a:xfrm>
                  <a:off x="7046689" y="4588668"/>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9"/>
                <p:cNvSpPr/>
                <p:nvPr/>
              </p:nvSpPr>
              <p:spPr>
                <a:xfrm>
                  <a:off x="6987158" y="4648200"/>
                  <a:ext cx="59531" cy="59531"/>
                </a:xfrm>
                <a:custGeom>
                  <a:avLst/>
                  <a:gdLst/>
                  <a:ahLst/>
                  <a:cxnLst/>
                  <a:rect l="l" t="t" r="r" b="b"/>
                  <a:pathLst>
                    <a:path w="59531" h="59531" extrusionOk="0">
                      <a:moveTo>
                        <a:pt x="59531" y="0"/>
                      </a:moveTo>
                      <a:lnTo>
                        <a:pt x="59531" y="29718"/>
                      </a:lnTo>
                      <a:lnTo>
                        <a:pt x="29813" y="29718"/>
                      </a:lnTo>
                      <a:lnTo>
                        <a:pt x="29813" y="59531"/>
                      </a:lnTo>
                      <a:lnTo>
                        <a:pt x="0" y="59531"/>
                      </a:lnTo>
                      <a:lnTo>
                        <a:pt x="0" y="0"/>
                      </a:lnTo>
                      <a:lnTo>
                        <a:pt x="5953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2" name="Google Shape;1652;p29"/>
                <p:cNvSpPr/>
                <p:nvPr/>
              </p:nvSpPr>
              <p:spPr>
                <a:xfrm>
                  <a:off x="7046689" y="464820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3" name="Google Shape;1653;p29"/>
                <p:cNvSpPr/>
                <p:nvPr/>
              </p:nvSpPr>
              <p:spPr>
                <a:xfrm>
                  <a:off x="6451662" y="4350734"/>
                  <a:ext cx="833056" cy="595122"/>
                </a:xfrm>
                <a:custGeom>
                  <a:avLst/>
                  <a:gdLst/>
                  <a:ahLst/>
                  <a:cxnLst/>
                  <a:rect l="l" t="t" r="r" b="b"/>
                  <a:pathLst>
                    <a:path w="833056" h="595122" extrusionOk="0">
                      <a:moveTo>
                        <a:pt x="803434" y="267748"/>
                      </a:moveTo>
                      <a:lnTo>
                        <a:pt x="803434" y="208217"/>
                      </a:lnTo>
                      <a:lnTo>
                        <a:pt x="773716" y="208217"/>
                      </a:lnTo>
                      <a:lnTo>
                        <a:pt x="773716" y="148685"/>
                      </a:lnTo>
                      <a:lnTo>
                        <a:pt x="743998" y="148685"/>
                      </a:lnTo>
                      <a:lnTo>
                        <a:pt x="743998" y="118967"/>
                      </a:lnTo>
                      <a:lnTo>
                        <a:pt x="684467" y="118967"/>
                      </a:lnTo>
                      <a:lnTo>
                        <a:pt x="684467" y="89249"/>
                      </a:lnTo>
                      <a:lnTo>
                        <a:pt x="565404" y="89249"/>
                      </a:lnTo>
                      <a:lnTo>
                        <a:pt x="565404" y="118967"/>
                      </a:lnTo>
                      <a:lnTo>
                        <a:pt x="505873" y="118967"/>
                      </a:lnTo>
                      <a:lnTo>
                        <a:pt x="505873" y="148685"/>
                      </a:lnTo>
                      <a:lnTo>
                        <a:pt x="476155" y="148685"/>
                      </a:lnTo>
                      <a:lnTo>
                        <a:pt x="476155" y="178403"/>
                      </a:lnTo>
                      <a:lnTo>
                        <a:pt x="446437" y="178403"/>
                      </a:lnTo>
                      <a:lnTo>
                        <a:pt x="446437" y="148685"/>
                      </a:lnTo>
                      <a:lnTo>
                        <a:pt x="476155" y="148685"/>
                      </a:lnTo>
                      <a:lnTo>
                        <a:pt x="476155" y="118967"/>
                      </a:lnTo>
                      <a:lnTo>
                        <a:pt x="505873" y="118967"/>
                      </a:lnTo>
                      <a:lnTo>
                        <a:pt x="505873" y="89249"/>
                      </a:lnTo>
                      <a:lnTo>
                        <a:pt x="476155" y="89249"/>
                      </a:lnTo>
                      <a:lnTo>
                        <a:pt x="476155" y="29718"/>
                      </a:lnTo>
                      <a:lnTo>
                        <a:pt x="505873" y="29718"/>
                      </a:lnTo>
                      <a:lnTo>
                        <a:pt x="505873" y="0"/>
                      </a:lnTo>
                      <a:lnTo>
                        <a:pt x="446342" y="0"/>
                      </a:lnTo>
                      <a:lnTo>
                        <a:pt x="446342" y="29718"/>
                      </a:lnTo>
                      <a:lnTo>
                        <a:pt x="386810" y="29718"/>
                      </a:lnTo>
                      <a:lnTo>
                        <a:pt x="386810" y="0"/>
                      </a:lnTo>
                      <a:lnTo>
                        <a:pt x="327279" y="0"/>
                      </a:lnTo>
                      <a:lnTo>
                        <a:pt x="327279" y="29718"/>
                      </a:lnTo>
                      <a:lnTo>
                        <a:pt x="356997" y="29718"/>
                      </a:lnTo>
                      <a:lnTo>
                        <a:pt x="356997" y="89249"/>
                      </a:lnTo>
                      <a:lnTo>
                        <a:pt x="327279" y="89249"/>
                      </a:lnTo>
                      <a:lnTo>
                        <a:pt x="327279" y="118967"/>
                      </a:lnTo>
                      <a:lnTo>
                        <a:pt x="356997" y="118967"/>
                      </a:lnTo>
                      <a:lnTo>
                        <a:pt x="356997" y="148685"/>
                      </a:lnTo>
                      <a:lnTo>
                        <a:pt x="386715" y="148685"/>
                      </a:lnTo>
                      <a:lnTo>
                        <a:pt x="386715" y="178403"/>
                      </a:lnTo>
                      <a:lnTo>
                        <a:pt x="356997" y="178403"/>
                      </a:lnTo>
                      <a:lnTo>
                        <a:pt x="356997" y="148685"/>
                      </a:lnTo>
                      <a:lnTo>
                        <a:pt x="327279" y="148685"/>
                      </a:lnTo>
                      <a:lnTo>
                        <a:pt x="327279" y="118967"/>
                      </a:lnTo>
                      <a:lnTo>
                        <a:pt x="267748" y="118967"/>
                      </a:lnTo>
                      <a:lnTo>
                        <a:pt x="267748" y="89249"/>
                      </a:lnTo>
                      <a:lnTo>
                        <a:pt x="148685" y="89249"/>
                      </a:lnTo>
                      <a:lnTo>
                        <a:pt x="148685" y="118967"/>
                      </a:lnTo>
                      <a:lnTo>
                        <a:pt x="89154" y="118967"/>
                      </a:lnTo>
                      <a:lnTo>
                        <a:pt x="89154" y="148685"/>
                      </a:lnTo>
                      <a:lnTo>
                        <a:pt x="59436" y="148685"/>
                      </a:lnTo>
                      <a:lnTo>
                        <a:pt x="59436" y="208217"/>
                      </a:lnTo>
                      <a:lnTo>
                        <a:pt x="29718" y="208217"/>
                      </a:lnTo>
                      <a:lnTo>
                        <a:pt x="29718" y="267748"/>
                      </a:lnTo>
                      <a:lnTo>
                        <a:pt x="0" y="267748"/>
                      </a:lnTo>
                      <a:lnTo>
                        <a:pt x="0" y="386810"/>
                      </a:lnTo>
                      <a:lnTo>
                        <a:pt x="29718" y="386810"/>
                      </a:lnTo>
                      <a:lnTo>
                        <a:pt x="29718" y="416528"/>
                      </a:lnTo>
                      <a:lnTo>
                        <a:pt x="59436" y="416528"/>
                      </a:lnTo>
                      <a:lnTo>
                        <a:pt x="59436" y="356997"/>
                      </a:lnTo>
                      <a:lnTo>
                        <a:pt x="29718" y="356997"/>
                      </a:lnTo>
                      <a:lnTo>
                        <a:pt x="29718" y="297466"/>
                      </a:lnTo>
                      <a:lnTo>
                        <a:pt x="59436" y="297466"/>
                      </a:lnTo>
                      <a:lnTo>
                        <a:pt x="59436" y="237935"/>
                      </a:lnTo>
                      <a:lnTo>
                        <a:pt x="89154" y="237935"/>
                      </a:lnTo>
                      <a:lnTo>
                        <a:pt x="89154" y="178403"/>
                      </a:lnTo>
                      <a:lnTo>
                        <a:pt x="118872" y="178403"/>
                      </a:lnTo>
                      <a:lnTo>
                        <a:pt x="118872" y="148685"/>
                      </a:lnTo>
                      <a:lnTo>
                        <a:pt x="178403" y="148685"/>
                      </a:lnTo>
                      <a:lnTo>
                        <a:pt x="178403" y="118967"/>
                      </a:lnTo>
                      <a:lnTo>
                        <a:pt x="237935" y="118967"/>
                      </a:lnTo>
                      <a:lnTo>
                        <a:pt x="237935" y="148685"/>
                      </a:lnTo>
                      <a:lnTo>
                        <a:pt x="297466" y="148685"/>
                      </a:lnTo>
                      <a:lnTo>
                        <a:pt x="297466" y="178403"/>
                      </a:lnTo>
                      <a:lnTo>
                        <a:pt x="327184" y="178403"/>
                      </a:lnTo>
                      <a:lnTo>
                        <a:pt x="327184" y="208121"/>
                      </a:lnTo>
                      <a:lnTo>
                        <a:pt x="297466" y="208121"/>
                      </a:lnTo>
                      <a:lnTo>
                        <a:pt x="297466" y="178403"/>
                      </a:lnTo>
                      <a:lnTo>
                        <a:pt x="237935" y="178403"/>
                      </a:lnTo>
                      <a:lnTo>
                        <a:pt x="237935" y="148685"/>
                      </a:lnTo>
                      <a:lnTo>
                        <a:pt x="178403" y="148685"/>
                      </a:lnTo>
                      <a:lnTo>
                        <a:pt x="178403" y="178403"/>
                      </a:lnTo>
                      <a:lnTo>
                        <a:pt x="118872" y="178403"/>
                      </a:lnTo>
                      <a:lnTo>
                        <a:pt x="118872" y="237935"/>
                      </a:lnTo>
                      <a:lnTo>
                        <a:pt x="89154" y="237935"/>
                      </a:lnTo>
                      <a:lnTo>
                        <a:pt x="89154" y="297466"/>
                      </a:lnTo>
                      <a:lnTo>
                        <a:pt x="118872" y="297466"/>
                      </a:lnTo>
                      <a:lnTo>
                        <a:pt x="118872" y="267748"/>
                      </a:lnTo>
                      <a:lnTo>
                        <a:pt x="178403" y="267748"/>
                      </a:lnTo>
                      <a:lnTo>
                        <a:pt x="178403" y="238030"/>
                      </a:lnTo>
                      <a:lnTo>
                        <a:pt x="267748" y="238030"/>
                      </a:lnTo>
                      <a:lnTo>
                        <a:pt x="267748" y="267748"/>
                      </a:lnTo>
                      <a:lnTo>
                        <a:pt x="386810" y="267748"/>
                      </a:lnTo>
                      <a:lnTo>
                        <a:pt x="386810" y="297466"/>
                      </a:lnTo>
                      <a:lnTo>
                        <a:pt x="535591" y="297466"/>
                      </a:lnTo>
                      <a:lnTo>
                        <a:pt x="535591" y="267748"/>
                      </a:lnTo>
                      <a:lnTo>
                        <a:pt x="595122" y="267748"/>
                      </a:lnTo>
                      <a:lnTo>
                        <a:pt x="595122" y="208217"/>
                      </a:lnTo>
                      <a:lnTo>
                        <a:pt x="654653" y="208217"/>
                      </a:lnTo>
                      <a:lnTo>
                        <a:pt x="654653" y="237935"/>
                      </a:lnTo>
                      <a:lnTo>
                        <a:pt x="714185" y="237935"/>
                      </a:lnTo>
                      <a:lnTo>
                        <a:pt x="714185" y="178689"/>
                      </a:lnTo>
                      <a:lnTo>
                        <a:pt x="654653" y="178689"/>
                      </a:lnTo>
                      <a:lnTo>
                        <a:pt x="654653" y="148971"/>
                      </a:lnTo>
                      <a:lnTo>
                        <a:pt x="595122" y="148971"/>
                      </a:lnTo>
                      <a:lnTo>
                        <a:pt x="595122" y="178689"/>
                      </a:lnTo>
                      <a:lnTo>
                        <a:pt x="535591" y="178689"/>
                      </a:lnTo>
                      <a:lnTo>
                        <a:pt x="535591" y="208407"/>
                      </a:lnTo>
                      <a:lnTo>
                        <a:pt x="505873" y="208407"/>
                      </a:lnTo>
                      <a:lnTo>
                        <a:pt x="505873" y="178308"/>
                      </a:lnTo>
                      <a:lnTo>
                        <a:pt x="535591" y="178308"/>
                      </a:lnTo>
                      <a:lnTo>
                        <a:pt x="535591" y="148590"/>
                      </a:lnTo>
                      <a:lnTo>
                        <a:pt x="595122" y="148590"/>
                      </a:lnTo>
                      <a:lnTo>
                        <a:pt x="595122" y="118872"/>
                      </a:lnTo>
                      <a:lnTo>
                        <a:pt x="654653" y="118872"/>
                      </a:lnTo>
                      <a:lnTo>
                        <a:pt x="654653" y="148590"/>
                      </a:lnTo>
                      <a:lnTo>
                        <a:pt x="714185" y="148590"/>
                      </a:lnTo>
                      <a:lnTo>
                        <a:pt x="714185" y="178308"/>
                      </a:lnTo>
                      <a:lnTo>
                        <a:pt x="743903" y="178308"/>
                      </a:lnTo>
                      <a:lnTo>
                        <a:pt x="743903" y="237839"/>
                      </a:lnTo>
                      <a:lnTo>
                        <a:pt x="773621" y="237839"/>
                      </a:lnTo>
                      <a:lnTo>
                        <a:pt x="773621" y="297371"/>
                      </a:lnTo>
                      <a:lnTo>
                        <a:pt x="803338" y="297371"/>
                      </a:lnTo>
                      <a:lnTo>
                        <a:pt x="803338" y="356902"/>
                      </a:lnTo>
                      <a:lnTo>
                        <a:pt x="773621" y="356902"/>
                      </a:lnTo>
                      <a:lnTo>
                        <a:pt x="773621" y="446246"/>
                      </a:lnTo>
                      <a:lnTo>
                        <a:pt x="743903" y="446246"/>
                      </a:lnTo>
                      <a:lnTo>
                        <a:pt x="743903" y="505778"/>
                      </a:lnTo>
                      <a:lnTo>
                        <a:pt x="714185" y="505778"/>
                      </a:lnTo>
                      <a:lnTo>
                        <a:pt x="714185" y="595122"/>
                      </a:lnTo>
                      <a:lnTo>
                        <a:pt x="743903" y="595122"/>
                      </a:lnTo>
                      <a:lnTo>
                        <a:pt x="743903" y="535591"/>
                      </a:lnTo>
                      <a:lnTo>
                        <a:pt x="773621" y="535591"/>
                      </a:lnTo>
                      <a:lnTo>
                        <a:pt x="773621" y="476060"/>
                      </a:lnTo>
                      <a:lnTo>
                        <a:pt x="803338" y="476060"/>
                      </a:lnTo>
                      <a:lnTo>
                        <a:pt x="803338" y="386715"/>
                      </a:lnTo>
                      <a:lnTo>
                        <a:pt x="833056" y="386715"/>
                      </a:lnTo>
                      <a:lnTo>
                        <a:pt x="833056" y="267653"/>
                      </a:lnTo>
                      <a:lnTo>
                        <a:pt x="803338" y="267653"/>
                      </a:lnTo>
                      <a:close/>
                      <a:moveTo>
                        <a:pt x="416528" y="59341"/>
                      </a:moveTo>
                      <a:lnTo>
                        <a:pt x="446246" y="59341"/>
                      </a:lnTo>
                      <a:lnTo>
                        <a:pt x="446246" y="118872"/>
                      </a:lnTo>
                      <a:lnTo>
                        <a:pt x="416528" y="118872"/>
                      </a:lnTo>
                      <a:lnTo>
                        <a:pt x="416528" y="59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4" name="Google Shape;1654;p29"/>
                <p:cNvSpPr/>
                <p:nvPr/>
              </p:nvSpPr>
              <p:spPr>
                <a:xfrm>
                  <a:off x="7046689" y="4558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5" name="Google Shape;1655;p29"/>
              <p:cNvSpPr/>
              <p:nvPr/>
            </p:nvSpPr>
            <p:spPr>
              <a:xfrm>
                <a:off x="6719315"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6" name="Google Shape;1656;p29"/>
              <p:cNvSpPr/>
              <p:nvPr/>
            </p:nvSpPr>
            <p:spPr>
              <a:xfrm>
                <a:off x="6838378"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9"/>
              <p:cNvSpPr/>
              <p:nvPr/>
            </p:nvSpPr>
            <p:spPr>
              <a:xfrm>
                <a:off x="6629970" y="4707826"/>
                <a:ext cx="476345" cy="148589"/>
              </a:xfrm>
              <a:custGeom>
                <a:avLst/>
                <a:gdLst/>
                <a:ahLst/>
                <a:cxnLst/>
                <a:rect l="l" t="t" r="r" b="b"/>
                <a:pathLst>
                  <a:path w="476345" h="148589" extrusionOk="0">
                    <a:moveTo>
                      <a:pt x="416719" y="59436"/>
                    </a:moveTo>
                    <a:lnTo>
                      <a:pt x="416719" y="29718"/>
                    </a:lnTo>
                    <a:lnTo>
                      <a:pt x="357188" y="29718"/>
                    </a:lnTo>
                    <a:lnTo>
                      <a:pt x="357188" y="0"/>
                    </a:lnTo>
                    <a:lnTo>
                      <a:pt x="119063" y="0"/>
                    </a:lnTo>
                    <a:lnTo>
                      <a:pt x="119063" y="29718"/>
                    </a:lnTo>
                    <a:lnTo>
                      <a:pt x="59531" y="29718"/>
                    </a:lnTo>
                    <a:lnTo>
                      <a:pt x="59531" y="59436"/>
                    </a:lnTo>
                    <a:lnTo>
                      <a:pt x="0" y="59436"/>
                    </a:lnTo>
                    <a:lnTo>
                      <a:pt x="0" y="89154"/>
                    </a:lnTo>
                    <a:lnTo>
                      <a:pt x="59531" y="89154"/>
                    </a:lnTo>
                    <a:lnTo>
                      <a:pt x="59531" y="118872"/>
                    </a:lnTo>
                    <a:lnTo>
                      <a:pt x="148876" y="118872"/>
                    </a:lnTo>
                    <a:lnTo>
                      <a:pt x="148876" y="148590"/>
                    </a:lnTo>
                    <a:lnTo>
                      <a:pt x="327470" y="148590"/>
                    </a:lnTo>
                    <a:lnTo>
                      <a:pt x="327470" y="118872"/>
                    </a:lnTo>
                    <a:lnTo>
                      <a:pt x="416814" y="118872"/>
                    </a:lnTo>
                    <a:lnTo>
                      <a:pt x="416814" y="89154"/>
                    </a:lnTo>
                    <a:lnTo>
                      <a:pt x="476345" y="89154"/>
                    </a:lnTo>
                    <a:lnTo>
                      <a:pt x="476345" y="59436"/>
                    </a:lnTo>
                    <a:lnTo>
                      <a:pt x="416814" y="59436"/>
                    </a:lnTo>
                    <a:close/>
                    <a:moveTo>
                      <a:pt x="148876" y="89154"/>
                    </a:moveTo>
                    <a:lnTo>
                      <a:pt x="89345" y="89154"/>
                    </a:lnTo>
                    <a:lnTo>
                      <a:pt x="89345" y="59436"/>
                    </a:lnTo>
                    <a:lnTo>
                      <a:pt x="148876" y="59436"/>
                    </a:lnTo>
                    <a:lnTo>
                      <a:pt x="148876" y="89154"/>
                    </a:lnTo>
                    <a:close/>
                    <a:moveTo>
                      <a:pt x="267938" y="89154"/>
                    </a:moveTo>
                    <a:lnTo>
                      <a:pt x="208407" y="89154"/>
                    </a:lnTo>
                    <a:lnTo>
                      <a:pt x="208407" y="59436"/>
                    </a:lnTo>
                    <a:lnTo>
                      <a:pt x="267938" y="59436"/>
                    </a:lnTo>
                    <a:lnTo>
                      <a:pt x="267938" y="89154"/>
                    </a:lnTo>
                    <a:close/>
                    <a:moveTo>
                      <a:pt x="387001" y="89154"/>
                    </a:moveTo>
                    <a:lnTo>
                      <a:pt x="327470" y="89154"/>
                    </a:lnTo>
                    <a:lnTo>
                      <a:pt x="327470" y="59436"/>
                    </a:lnTo>
                    <a:lnTo>
                      <a:pt x="387001" y="59436"/>
                    </a:lnTo>
                    <a:lnTo>
                      <a:pt x="387001" y="8915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8" name="Google Shape;1658;p29"/>
              <p:cNvSpPr/>
              <p:nvPr/>
            </p:nvSpPr>
            <p:spPr>
              <a:xfrm>
                <a:off x="6957440"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9" name="Google Shape;1659;p29"/>
            <p:cNvSpPr/>
            <p:nvPr/>
          </p:nvSpPr>
          <p:spPr>
            <a:xfrm>
              <a:off x="7076503" y="4588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29"/>
            <p:cNvSpPr/>
            <p:nvPr/>
          </p:nvSpPr>
          <p:spPr>
            <a:xfrm>
              <a:off x="7046689" y="4618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29"/>
            <p:cNvSpPr/>
            <p:nvPr/>
          </p:nvSpPr>
          <p:spPr>
            <a:xfrm>
              <a:off x="6749033"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2" name="Google Shape;1662;p29"/>
            <p:cNvSpPr/>
            <p:nvPr/>
          </p:nvSpPr>
          <p:spPr>
            <a:xfrm>
              <a:off x="6659784" y="4826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3" name="Google Shape;1663;p29"/>
            <p:cNvSpPr/>
            <p:nvPr/>
          </p:nvSpPr>
          <p:spPr>
            <a:xfrm>
              <a:off x="6957440"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29"/>
            <p:cNvSpPr/>
            <p:nvPr/>
          </p:nvSpPr>
          <p:spPr>
            <a:xfrm>
              <a:off x="7046689" y="4826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9"/>
            <p:cNvSpPr/>
            <p:nvPr/>
          </p:nvSpPr>
          <p:spPr>
            <a:xfrm>
              <a:off x="7106221" y="4737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29"/>
            <p:cNvSpPr/>
            <p:nvPr/>
          </p:nvSpPr>
          <p:spPr>
            <a:xfrm>
              <a:off x="6600253" y="4737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7" name="Google Shape;1667;p29"/>
            <p:cNvSpPr/>
            <p:nvPr/>
          </p:nvSpPr>
          <p:spPr>
            <a:xfrm>
              <a:off x="6778846"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29"/>
            <p:cNvSpPr/>
            <p:nvPr/>
          </p:nvSpPr>
          <p:spPr>
            <a:xfrm>
              <a:off x="6838378" y="438035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29"/>
            <p:cNvSpPr/>
            <p:nvPr/>
          </p:nvSpPr>
          <p:spPr>
            <a:xfrm>
              <a:off x="6897909"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29"/>
            <p:cNvSpPr/>
            <p:nvPr/>
          </p:nvSpPr>
          <p:spPr>
            <a:xfrm>
              <a:off x="6778846" y="4261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29"/>
            <p:cNvSpPr/>
            <p:nvPr/>
          </p:nvSpPr>
          <p:spPr>
            <a:xfrm>
              <a:off x="7225283"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2" name="Google Shape;1672;p29"/>
            <p:cNvSpPr/>
            <p:nvPr/>
          </p:nvSpPr>
          <p:spPr>
            <a:xfrm>
              <a:off x="6570439" y="4529137"/>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29"/>
            <p:cNvSpPr/>
            <p:nvPr/>
          </p:nvSpPr>
          <p:spPr>
            <a:xfrm>
              <a:off x="6927627"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29"/>
            <p:cNvSpPr/>
            <p:nvPr/>
          </p:nvSpPr>
          <p:spPr>
            <a:xfrm>
              <a:off x="7046689"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29"/>
            <p:cNvSpPr/>
            <p:nvPr/>
          </p:nvSpPr>
          <p:spPr>
            <a:xfrm>
              <a:off x="7106221"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29"/>
            <p:cNvSpPr/>
            <p:nvPr/>
          </p:nvSpPr>
          <p:spPr>
            <a:xfrm>
              <a:off x="6629971"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7" name="Google Shape;1677;p29"/>
            <p:cNvSpPr/>
            <p:nvPr/>
          </p:nvSpPr>
          <p:spPr>
            <a:xfrm>
              <a:off x="6540721"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29"/>
            <p:cNvSpPr/>
            <p:nvPr/>
          </p:nvSpPr>
          <p:spPr>
            <a:xfrm>
              <a:off x="6778846"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9" name="Google Shape;1679;p29"/>
          <p:cNvGrpSpPr/>
          <p:nvPr/>
        </p:nvGrpSpPr>
        <p:grpSpPr>
          <a:xfrm>
            <a:off x="7422504" y="407117"/>
            <a:ext cx="892969" cy="1369314"/>
            <a:chOff x="4739829" y="1582292"/>
            <a:chExt cx="892969" cy="1369314"/>
          </a:xfrm>
        </p:grpSpPr>
        <p:sp>
          <p:nvSpPr>
            <p:cNvPr id="1680" name="Google Shape;1680;p29"/>
            <p:cNvSpPr/>
            <p:nvPr/>
          </p:nvSpPr>
          <p:spPr>
            <a:xfrm>
              <a:off x="4739829" y="1582292"/>
              <a:ext cx="892968" cy="1369314"/>
            </a:xfrm>
            <a:custGeom>
              <a:avLst/>
              <a:gdLst/>
              <a:ahLst/>
              <a:cxnLst/>
              <a:rect l="l" t="t" r="r" b="b"/>
              <a:pathLst>
                <a:path w="892968" h="1369314" extrusionOk="0">
                  <a:moveTo>
                    <a:pt x="387001" y="1339501"/>
                  </a:moveTo>
                  <a:lnTo>
                    <a:pt x="387001" y="1369314"/>
                  </a:lnTo>
                  <a:lnTo>
                    <a:pt x="684657" y="1369314"/>
                  </a:lnTo>
                  <a:lnTo>
                    <a:pt x="684657" y="1339501"/>
                  </a:lnTo>
                  <a:lnTo>
                    <a:pt x="803720" y="1339501"/>
                  </a:lnTo>
                  <a:lnTo>
                    <a:pt x="803720" y="1309688"/>
                  </a:lnTo>
                  <a:lnTo>
                    <a:pt x="833438" y="1309688"/>
                  </a:lnTo>
                  <a:lnTo>
                    <a:pt x="833438" y="1279970"/>
                  </a:lnTo>
                  <a:lnTo>
                    <a:pt x="863251" y="1279970"/>
                  </a:lnTo>
                  <a:lnTo>
                    <a:pt x="863251" y="1220438"/>
                  </a:lnTo>
                  <a:lnTo>
                    <a:pt x="833438" y="1220438"/>
                  </a:lnTo>
                  <a:lnTo>
                    <a:pt x="833438" y="1190625"/>
                  </a:lnTo>
                  <a:lnTo>
                    <a:pt x="803720" y="1190625"/>
                  </a:lnTo>
                  <a:lnTo>
                    <a:pt x="803720" y="1160907"/>
                  </a:lnTo>
                  <a:lnTo>
                    <a:pt x="773906" y="1160907"/>
                  </a:lnTo>
                  <a:lnTo>
                    <a:pt x="773906" y="1131189"/>
                  </a:lnTo>
                  <a:lnTo>
                    <a:pt x="803720" y="1131189"/>
                  </a:lnTo>
                  <a:lnTo>
                    <a:pt x="803720" y="1101376"/>
                  </a:lnTo>
                  <a:lnTo>
                    <a:pt x="833438" y="1101376"/>
                  </a:lnTo>
                  <a:lnTo>
                    <a:pt x="833438" y="1041845"/>
                  </a:lnTo>
                  <a:lnTo>
                    <a:pt x="863251" y="1041845"/>
                  </a:lnTo>
                  <a:lnTo>
                    <a:pt x="863251" y="952500"/>
                  </a:lnTo>
                  <a:lnTo>
                    <a:pt x="892969" y="952500"/>
                  </a:lnTo>
                  <a:lnTo>
                    <a:pt x="892969" y="774002"/>
                  </a:lnTo>
                  <a:lnTo>
                    <a:pt x="863251" y="774002"/>
                  </a:lnTo>
                  <a:lnTo>
                    <a:pt x="863251" y="684657"/>
                  </a:lnTo>
                  <a:lnTo>
                    <a:pt x="833438" y="684657"/>
                  </a:lnTo>
                  <a:lnTo>
                    <a:pt x="833438" y="625126"/>
                  </a:lnTo>
                  <a:lnTo>
                    <a:pt x="803720" y="625126"/>
                  </a:lnTo>
                  <a:lnTo>
                    <a:pt x="803720" y="595313"/>
                  </a:lnTo>
                  <a:lnTo>
                    <a:pt x="773906" y="595313"/>
                  </a:lnTo>
                  <a:lnTo>
                    <a:pt x="773906" y="565595"/>
                  </a:lnTo>
                  <a:lnTo>
                    <a:pt x="714375" y="565595"/>
                  </a:lnTo>
                  <a:lnTo>
                    <a:pt x="714375" y="535877"/>
                  </a:lnTo>
                  <a:lnTo>
                    <a:pt x="684657" y="535877"/>
                  </a:lnTo>
                  <a:lnTo>
                    <a:pt x="684657" y="506063"/>
                  </a:lnTo>
                  <a:lnTo>
                    <a:pt x="654844" y="506063"/>
                  </a:lnTo>
                  <a:lnTo>
                    <a:pt x="654844" y="476250"/>
                  </a:lnTo>
                  <a:lnTo>
                    <a:pt x="684657" y="476250"/>
                  </a:lnTo>
                  <a:lnTo>
                    <a:pt x="684657" y="446532"/>
                  </a:lnTo>
                  <a:lnTo>
                    <a:pt x="654844" y="446532"/>
                  </a:lnTo>
                  <a:lnTo>
                    <a:pt x="654844" y="416814"/>
                  </a:lnTo>
                  <a:lnTo>
                    <a:pt x="684657" y="416814"/>
                  </a:lnTo>
                  <a:lnTo>
                    <a:pt x="684657" y="357188"/>
                  </a:lnTo>
                  <a:lnTo>
                    <a:pt x="654844" y="357188"/>
                  </a:lnTo>
                  <a:lnTo>
                    <a:pt x="654844" y="327470"/>
                  </a:lnTo>
                  <a:lnTo>
                    <a:pt x="684657" y="327470"/>
                  </a:lnTo>
                  <a:lnTo>
                    <a:pt x="684657" y="267938"/>
                  </a:lnTo>
                  <a:lnTo>
                    <a:pt x="714375" y="267938"/>
                  </a:lnTo>
                  <a:lnTo>
                    <a:pt x="714375" y="178689"/>
                  </a:lnTo>
                  <a:lnTo>
                    <a:pt x="684657" y="178689"/>
                  </a:lnTo>
                  <a:lnTo>
                    <a:pt x="684657" y="59627"/>
                  </a:lnTo>
                  <a:lnTo>
                    <a:pt x="654844" y="59627"/>
                  </a:lnTo>
                  <a:lnTo>
                    <a:pt x="654844" y="29813"/>
                  </a:lnTo>
                  <a:lnTo>
                    <a:pt x="625126" y="29813"/>
                  </a:lnTo>
                  <a:lnTo>
                    <a:pt x="625126" y="0"/>
                  </a:lnTo>
                  <a:lnTo>
                    <a:pt x="535781" y="0"/>
                  </a:lnTo>
                  <a:lnTo>
                    <a:pt x="535781" y="29813"/>
                  </a:lnTo>
                  <a:lnTo>
                    <a:pt x="506063" y="29813"/>
                  </a:lnTo>
                  <a:lnTo>
                    <a:pt x="506063" y="59627"/>
                  </a:lnTo>
                  <a:lnTo>
                    <a:pt x="476250" y="59627"/>
                  </a:lnTo>
                  <a:lnTo>
                    <a:pt x="476250" y="89345"/>
                  </a:lnTo>
                  <a:lnTo>
                    <a:pt x="446532" y="89345"/>
                  </a:lnTo>
                  <a:lnTo>
                    <a:pt x="446532" y="119063"/>
                  </a:lnTo>
                  <a:lnTo>
                    <a:pt x="416719" y="119063"/>
                  </a:lnTo>
                  <a:lnTo>
                    <a:pt x="416719" y="208407"/>
                  </a:lnTo>
                  <a:lnTo>
                    <a:pt x="387001" y="208407"/>
                  </a:lnTo>
                  <a:lnTo>
                    <a:pt x="387001" y="267938"/>
                  </a:lnTo>
                  <a:lnTo>
                    <a:pt x="416719" y="267938"/>
                  </a:lnTo>
                  <a:lnTo>
                    <a:pt x="416719" y="327470"/>
                  </a:lnTo>
                  <a:lnTo>
                    <a:pt x="416719" y="357188"/>
                  </a:lnTo>
                  <a:lnTo>
                    <a:pt x="387001" y="357188"/>
                  </a:lnTo>
                  <a:lnTo>
                    <a:pt x="387001" y="416814"/>
                  </a:lnTo>
                  <a:lnTo>
                    <a:pt x="416719" y="416814"/>
                  </a:lnTo>
                  <a:lnTo>
                    <a:pt x="416719" y="446532"/>
                  </a:lnTo>
                  <a:lnTo>
                    <a:pt x="387001" y="446532"/>
                  </a:lnTo>
                  <a:lnTo>
                    <a:pt x="387001" y="476250"/>
                  </a:lnTo>
                  <a:lnTo>
                    <a:pt x="416719" y="476250"/>
                  </a:lnTo>
                  <a:lnTo>
                    <a:pt x="416719" y="506063"/>
                  </a:lnTo>
                  <a:lnTo>
                    <a:pt x="387001" y="506063"/>
                  </a:lnTo>
                  <a:lnTo>
                    <a:pt x="387001" y="535877"/>
                  </a:lnTo>
                  <a:lnTo>
                    <a:pt x="357188" y="535877"/>
                  </a:lnTo>
                  <a:lnTo>
                    <a:pt x="357188" y="565595"/>
                  </a:lnTo>
                  <a:lnTo>
                    <a:pt x="297656" y="565595"/>
                  </a:lnTo>
                  <a:lnTo>
                    <a:pt x="297656" y="595313"/>
                  </a:lnTo>
                  <a:lnTo>
                    <a:pt x="267938" y="595313"/>
                  </a:lnTo>
                  <a:lnTo>
                    <a:pt x="267938" y="625126"/>
                  </a:lnTo>
                  <a:lnTo>
                    <a:pt x="238125" y="625126"/>
                  </a:lnTo>
                  <a:lnTo>
                    <a:pt x="238125" y="684657"/>
                  </a:lnTo>
                  <a:lnTo>
                    <a:pt x="208407" y="684657"/>
                  </a:lnTo>
                  <a:lnTo>
                    <a:pt x="208407" y="774002"/>
                  </a:lnTo>
                  <a:lnTo>
                    <a:pt x="178594" y="774002"/>
                  </a:lnTo>
                  <a:lnTo>
                    <a:pt x="178594" y="952500"/>
                  </a:lnTo>
                  <a:lnTo>
                    <a:pt x="89345" y="952500"/>
                  </a:lnTo>
                  <a:lnTo>
                    <a:pt x="89345" y="982313"/>
                  </a:lnTo>
                  <a:lnTo>
                    <a:pt x="59531" y="982313"/>
                  </a:lnTo>
                  <a:lnTo>
                    <a:pt x="59531" y="1012127"/>
                  </a:lnTo>
                  <a:lnTo>
                    <a:pt x="29813" y="1012127"/>
                  </a:lnTo>
                  <a:lnTo>
                    <a:pt x="29813" y="1071563"/>
                  </a:lnTo>
                  <a:lnTo>
                    <a:pt x="0" y="1071563"/>
                  </a:lnTo>
                  <a:lnTo>
                    <a:pt x="0" y="1279970"/>
                  </a:lnTo>
                  <a:lnTo>
                    <a:pt x="29813" y="1279970"/>
                  </a:lnTo>
                  <a:lnTo>
                    <a:pt x="29813" y="1309688"/>
                  </a:lnTo>
                  <a:lnTo>
                    <a:pt x="267938" y="1309688"/>
                  </a:lnTo>
                  <a:lnTo>
                    <a:pt x="267938" y="1339501"/>
                  </a:lnTo>
                  <a:lnTo>
                    <a:pt x="387001" y="13395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1" name="Google Shape;1681;p29"/>
            <p:cNvSpPr/>
            <p:nvPr/>
          </p:nvSpPr>
          <p:spPr>
            <a:xfrm>
              <a:off x="5097017" y="2743200"/>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2" name="Google Shape;1682;p29"/>
            <p:cNvSpPr/>
            <p:nvPr/>
          </p:nvSpPr>
          <p:spPr>
            <a:xfrm>
              <a:off x="4948237" y="25347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9"/>
            <p:cNvSpPr/>
            <p:nvPr/>
          </p:nvSpPr>
          <p:spPr>
            <a:xfrm>
              <a:off x="5394673" y="2296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29"/>
            <p:cNvSpPr/>
            <p:nvPr/>
          </p:nvSpPr>
          <p:spPr>
            <a:xfrm>
              <a:off x="5394673" y="2326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5" name="Google Shape;1685;p29"/>
            <p:cNvSpPr/>
            <p:nvPr/>
          </p:nvSpPr>
          <p:spPr>
            <a:xfrm>
              <a:off x="5394673" y="2356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6" name="Google Shape;1686;p29"/>
            <p:cNvSpPr/>
            <p:nvPr/>
          </p:nvSpPr>
          <p:spPr>
            <a:xfrm>
              <a:off x="5394673" y="226695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29"/>
            <p:cNvSpPr/>
            <p:nvPr/>
          </p:nvSpPr>
          <p:spPr>
            <a:xfrm>
              <a:off x="5037486" y="2713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29"/>
            <p:cNvSpPr/>
            <p:nvPr/>
          </p:nvSpPr>
          <p:spPr>
            <a:xfrm>
              <a:off x="4977955"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9" name="Google Shape;1689;p29"/>
            <p:cNvSpPr/>
            <p:nvPr/>
          </p:nvSpPr>
          <p:spPr>
            <a:xfrm>
              <a:off x="5007768" y="2683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0" name="Google Shape;1690;p29"/>
            <p:cNvSpPr/>
            <p:nvPr/>
          </p:nvSpPr>
          <p:spPr>
            <a:xfrm>
              <a:off x="4918423" y="235629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1" name="Google Shape;1691;p29"/>
            <p:cNvSpPr/>
            <p:nvPr/>
          </p:nvSpPr>
          <p:spPr>
            <a:xfrm>
              <a:off x="5186362" y="2088356"/>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2" name="Google Shape;1692;p29"/>
            <p:cNvSpPr/>
            <p:nvPr/>
          </p:nvSpPr>
          <p:spPr>
            <a:xfrm>
              <a:off x="5186362" y="2772918"/>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3" name="Google Shape;1693;p29"/>
            <p:cNvSpPr/>
            <p:nvPr/>
          </p:nvSpPr>
          <p:spPr>
            <a:xfrm>
              <a:off x="5335142" y="2683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4" name="Google Shape;1694;p29"/>
            <p:cNvSpPr/>
            <p:nvPr/>
          </p:nvSpPr>
          <p:spPr>
            <a:xfrm>
              <a:off x="5126830" y="268366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5" name="Google Shape;1695;p29"/>
            <p:cNvSpPr/>
            <p:nvPr/>
          </p:nvSpPr>
          <p:spPr>
            <a:xfrm>
              <a:off x="5216080" y="2713482"/>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6" name="Google Shape;1696;p29"/>
            <p:cNvSpPr/>
            <p:nvPr/>
          </p:nvSpPr>
          <p:spPr>
            <a:xfrm>
              <a:off x="5216080" y="214788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7" name="Google Shape;1697;p29"/>
            <p:cNvSpPr/>
            <p:nvPr/>
          </p:nvSpPr>
          <p:spPr>
            <a:xfrm>
              <a:off x="5335142"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8" name="Google Shape;1698;p29"/>
            <p:cNvSpPr/>
            <p:nvPr/>
          </p:nvSpPr>
          <p:spPr>
            <a:xfrm>
              <a:off x="5126830"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29"/>
            <p:cNvSpPr/>
            <p:nvPr/>
          </p:nvSpPr>
          <p:spPr>
            <a:xfrm>
              <a:off x="5097017" y="21181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29"/>
            <p:cNvSpPr/>
            <p:nvPr/>
          </p:nvSpPr>
          <p:spPr>
            <a:xfrm>
              <a:off x="4948237" y="2266950"/>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1" name="Google Shape;1701;p29"/>
            <p:cNvSpPr/>
            <p:nvPr/>
          </p:nvSpPr>
          <p:spPr>
            <a:xfrm>
              <a:off x="5037486" y="21478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29"/>
            <p:cNvSpPr/>
            <p:nvPr/>
          </p:nvSpPr>
          <p:spPr>
            <a:xfrm>
              <a:off x="4977955" y="2207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29"/>
            <p:cNvSpPr/>
            <p:nvPr/>
          </p:nvSpPr>
          <p:spPr>
            <a:xfrm>
              <a:off x="5007768" y="2177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9"/>
            <p:cNvSpPr/>
            <p:nvPr/>
          </p:nvSpPr>
          <p:spPr>
            <a:xfrm>
              <a:off x="5364955" y="2743200"/>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5" name="Google Shape;1705;p29"/>
            <p:cNvSpPr/>
            <p:nvPr/>
          </p:nvSpPr>
          <p:spPr>
            <a:xfrm>
              <a:off x="5573267" y="25347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29"/>
            <p:cNvSpPr/>
            <p:nvPr/>
          </p:nvSpPr>
          <p:spPr>
            <a:xfrm>
              <a:off x="5454205" y="2713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29"/>
            <p:cNvSpPr/>
            <p:nvPr/>
          </p:nvSpPr>
          <p:spPr>
            <a:xfrm>
              <a:off x="5543549"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29"/>
            <p:cNvSpPr/>
            <p:nvPr/>
          </p:nvSpPr>
          <p:spPr>
            <a:xfrm>
              <a:off x="5513736"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29"/>
            <p:cNvSpPr/>
            <p:nvPr/>
          </p:nvSpPr>
          <p:spPr>
            <a:xfrm>
              <a:off x="5603080" y="235629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29"/>
            <p:cNvSpPr/>
            <p:nvPr/>
          </p:nvSpPr>
          <p:spPr>
            <a:xfrm>
              <a:off x="5424487"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1" name="Google Shape;1711;p29"/>
            <p:cNvSpPr/>
            <p:nvPr/>
          </p:nvSpPr>
          <p:spPr>
            <a:xfrm>
              <a:off x="5573267" y="2266950"/>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29"/>
            <p:cNvSpPr/>
            <p:nvPr/>
          </p:nvSpPr>
          <p:spPr>
            <a:xfrm>
              <a:off x="5454205" y="21478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3" name="Google Shape;1713;p29"/>
            <p:cNvSpPr/>
            <p:nvPr/>
          </p:nvSpPr>
          <p:spPr>
            <a:xfrm>
              <a:off x="5543549" y="2207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4" name="Google Shape;1714;p29"/>
            <p:cNvSpPr/>
            <p:nvPr/>
          </p:nvSpPr>
          <p:spPr>
            <a:xfrm>
              <a:off x="5513736" y="2177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29"/>
            <p:cNvSpPr/>
            <p:nvPr/>
          </p:nvSpPr>
          <p:spPr>
            <a:xfrm>
              <a:off x="5126830" y="2921793"/>
              <a:ext cx="297656" cy="29718"/>
            </a:xfrm>
            <a:custGeom>
              <a:avLst/>
              <a:gdLst/>
              <a:ahLst/>
              <a:cxnLst/>
              <a:rect l="l" t="t" r="r" b="b"/>
              <a:pathLst>
                <a:path w="297656" h="29718" extrusionOk="0">
                  <a:moveTo>
                    <a:pt x="0" y="0"/>
                  </a:moveTo>
                  <a:lnTo>
                    <a:pt x="297656" y="0"/>
                  </a:lnTo>
                  <a:lnTo>
                    <a:pt x="297656"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29"/>
            <p:cNvSpPr/>
            <p:nvPr/>
          </p:nvSpPr>
          <p:spPr>
            <a:xfrm>
              <a:off x="5424487" y="28919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29"/>
            <p:cNvSpPr/>
            <p:nvPr/>
          </p:nvSpPr>
          <p:spPr>
            <a:xfrm>
              <a:off x="5007768" y="28919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8" name="Google Shape;1718;p29"/>
            <p:cNvSpPr/>
            <p:nvPr/>
          </p:nvSpPr>
          <p:spPr>
            <a:xfrm>
              <a:off x="5543549" y="2862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9" name="Google Shape;1719;p29"/>
            <p:cNvSpPr/>
            <p:nvPr/>
          </p:nvSpPr>
          <p:spPr>
            <a:xfrm>
              <a:off x="4948237" y="28027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0" name="Google Shape;1720;p29"/>
            <p:cNvSpPr/>
            <p:nvPr/>
          </p:nvSpPr>
          <p:spPr>
            <a:xfrm>
              <a:off x="5007768" y="2802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29"/>
            <p:cNvSpPr/>
            <p:nvPr/>
          </p:nvSpPr>
          <p:spPr>
            <a:xfrm>
              <a:off x="5513736"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29"/>
            <p:cNvSpPr/>
            <p:nvPr/>
          </p:nvSpPr>
          <p:spPr>
            <a:xfrm>
              <a:off x="5037486" y="2832544"/>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29"/>
            <p:cNvSpPr/>
            <p:nvPr/>
          </p:nvSpPr>
          <p:spPr>
            <a:xfrm>
              <a:off x="5394673" y="2832544"/>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4" name="Google Shape;1724;p29"/>
            <p:cNvSpPr/>
            <p:nvPr/>
          </p:nvSpPr>
          <p:spPr>
            <a:xfrm>
              <a:off x="5156548" y="2862262"/>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29"/>
            <p:cNvSpPr/>
            <p:nvPr/>
          </p:nvSpPr>
          <p:spPr>
            <a:xfrm>
              <a:off x="5573267" y="28027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29"/>
            <p:cNvSpPr/>
            <p:nvPr/>
          </p:nvSpPr>
          <p:spPr>
            <a:xfrm>
              <a:off x="497795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29"/>
            <p:cNvSpPr/>
            <p:nvPr/>
          </p:nvSpPr>
          <p:spPr>
            <a:xfrm>
              <a:off x="5543549"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29"/>
            <p:cNvSpPr/>
            <p:nvPr/>
          </p:nvSpPr>
          <p:spPr>
            <a:xfrm>
              <a:off x="5007768" y="27432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29"/>
            <p:cNvSpPr/>
            <p:nvPr/>
          </p:nvSpPr>
          <p:spPr>
            <a:xfrm>
              <a:off x="5007768" y="2743200"/>
              <a:ext cx="535781" cy="119062"/>
            </a:xfrm>
            <a:custGeom>
              <a:avLst/>
              <a:gdLst/>
              <a:ahLst/>
              <a:cxnLst/>
              <a:rect l="l" t="t" r="r" b="b"/>
              <a:pathLst>
                <a:path w="535781" h="119062" extrusionOk="0">
                  <a:moveTo>
                    <a:pt x="535781" y="29718"/>
                  </a:moveTo>
                  <a:lnTo>
                    <a:pt x="535781" y="59531"/>
                  </a:lnTo>
                  <a:lnTo>
                    <a:pt x="505968" y="59531"/>
                  </a:lnTo>
                  <a:lnTo>
                    <a:pt x="505968" y="89345"/>
                  </a:lnTo>
                  <a:lnTo>
                    <a:pt x="386906" y="89345"/>
                  </a:lnTo>
                  <a:lnTo>
                    <a:pt x="386906" y="119063"/>
                  </a:lnTo>
                  <a:lnTo>
                    <a:pt x="148780" y="119063"/>
                  </a:lnTo>
                  <a:lnTo>
                    <a:pt x="148780" y="89345"/>
                  </a:lnTo>
                  <a:lnTo>
                    <a:pt x="29718" y="89345"/>
                  </a:lnTo>
                  <a:lnTo>
                    <a:pt x="29718" y="59531"/>
                  </a:lnTo>
                  <a:lnTo>
                    <a:pt x="0" y="59531"/>
                  </a:lnTo>
                  <a:lnTo>
                    <a:pt x="0" y="29718"/>
                  </a:lnTo>
                  <a:lnTo>
                    <a:pt x="29718" y="29718"/>
                  </a:lnTo>
                  <a:lnTo>
                    <a:pt x="29718" y="0"/>
                  </a:lnTo>
                  <a:lnTo>
                    <a:pt x="89249" y="0"/>
                  </a:lnTo>
                  <a:lnTo>
                    <a:pt x="89249" y="29718"/>
                  </a:lnTo>
                  <a:lnTo>
                    <a:pt x="178594" y="29718"/>
                  </a:lnTo>
                  <a:lnTo>
                    <a:pt x="178594" y="59531"/>
                  </a:lnTo>
                  <a:lnTo>
                    <a:pt x="357188" y="59531"/>
                  </a:lnTo>
                  <a:lnTo>
                    <a:pt x="357188" y="29718"/>
                  </a:lnTo>
                  <a:lnTo>
                    <a:pt x="446437" y="29718"/>
                  </a:lnTo>
                  <a:lnTo>
                    <a:pt x="446437" y="0"/>
                  </a:lnTo>
                  <a:lnTo>
                    <a:pt x="505968" y="0"/>
                  </a:lnTo>
                  <a:lnTo>
                    <a:pt x="505968" y="29718"/>
                  </a:lnTo>
                  <a:lnTo>
                    <a:pt x="535781"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9"/>
            <p:cNvSpPr/>
            <p:nvPr/>
          </p:nvSpPr>
          <p:spPr>
            <a:xfrm>
              <a:off x="5513736"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9"/>
            <p:cNvSpPr/>
            <p:nvPr/>
          </p:nvSpPr>
          <p:spPr>
            <a:xfrm>
              <a:off x="5394673" y="265385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29"/>
            <p:cNvSpPr/>
            <p:nvPr/>
          </p:nvSpPr>
          <p:spPr>
            <a:xfrm>
              <a:off x="5424487" y="2207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29"/>
            <p:cNvSpPr/>
            <p:nvPr/>
          </p:nvSpPr>
          <p:spPr>
            <a:xfrm>
              <a:off x="5067299" y="2207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4" name="Google Shape;1734;p29"/>
            <p:cNvSpPr/>
            <p:nvPr/>
          </p:nvSpPr>
          <p:spPr>
            <a:xfrm>
              <a:off x="5067299"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5" name="Google Shape;1735;p29"/>
            <p:cNvSpPr/>
            <p:nvPr/>
          </p:nvSpPr>
          <p:spPr>
            <a:xfrm>
              <a:off x="5484018" y="2594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29"/>
            <p:cNvSpPr/>
            <p:nvPr/>
          </p:nvSpPr>
          <p:spPr>
            <a:xfrm>
              <a:off x="5484018" y="223723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29"/>
            <p:cNvSpPr/>
            <p:nvPr/>
          </p:nvSpPr>
          <p:spPr>
            <a:xfrm>
              <a:off x="5037486" y="223723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29"/>
            <p:cNvSpPr/>
            <p:nvPr/>
          </p:nvSpPr>
          <p:spPr>
            <a:xfrm>
              <a:off x="5037486" y="25944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29"/>
            <p:cNvSpPr/>
            <p:nvPr/>
          </p:nvSpPr>
          <p:spPr>
            <a:xfrm>
              <a:off x="5007768" y="2445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29"/>
            <p:cNvSpPr/>
            <p:nvPr/>
          </p:nvSpPr>
          <p:spPr>
            <a:xfrm>
              <a:off x="5335142" y="24455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29"/>
            <p:cNvSpPr/>
            <p:nvPr/>
          </p:nvSpPr>
          <p:spPr>
            <a:xfrm>
              <a:off x="5364955" y="250507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29"/>
            <p:cNvSpPr/>
            <p:nvPr/>
          </p:nvSpPr>
          <p:spPr>
            <a:xfrm>
              <a:off x="5484018"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29"/>
            <p:cNvSpPr/>
            <p:nvPr/>
          </p:nvSpPr>
          <p:spPr>
            <a:xfrm>
              <a:off x="5335142" y="24157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29"/>
            <p:cNvSpPr/>
            <p:nvPr/>
          </p:nvSpPr>
          <p:spPr>
            <a:xfrm>
              <a:off x="5364955" y="2445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29"/>
            <p:cNvSpPr/>
            <p:nvPr/>
          </p:nvSpPr>
          <p:spPr>
            <a:xfrm>
              <a:off x="5424487" y="241573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29"/>
            <p:cNvSpPr/>
            <p:nvPr/>
          </p:nvSpPr>
          <p:spPr>
            <a:xfrm>
              <a:off x="5424487" y="2534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9"/>
            <p:cNvSpPr/>
            <p:nvPr/>
          </p:nvSpPr>
          <p:spPr>
            <a:xfrm>
              <a:off x="5067299"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29"/>
            <p:cNvSpPr/>
            <p:nvPr/>
          </p:nvSpPr>
          <p:spPr>
            <a:xfrm>
              <a:off x="5275611"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29"/>
            <p:cNvSpPr/>
            <p:nvPr/>
          </p:nvSpPr>
          <p:spPr>
            <a:xfrm>
              <a:off x="5126830" y="2386012"/>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9"/>
            <p:cNvSpPr/>
            <p:nvPr/>
          </p:nvSpPr>
          <p:spPr>
            <a:xfrm>
              <a:off x="5543549" y="23860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29"/>
            <p:cNvSpPr/>
            <p:nvPr/>
          </p:nvSpPr>
          <p:spPr>
            <a:xfrm>
              <a:off x="4977955" y="23860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29"/>
            <p:cNvSpPr/>
            <p:nvPr/>
          </p:nvSpPr>
          <p:spPr>
            <a:xfrm>
              <a:off x="5364955" y="2445543"/>
              <a:ext cx="178593" cy="89249"/>
            </a:xfrm>
            <a:custGeom>
              <a:avLst/>
              <a:gdLst/>
              <a:ahLst/>
              <a:cxnLst/>
              <a:rect l="l" t="t" r="r" b="b"/>
              <a:pathLst>
                <a:path w="178593" h="89249" extrusionOk="0">
                  <a:moveTo>
                    <a:pt x="178594" y="0"/>
                  </a:moveTo>
                  <a:lnTo>
                    <a:pt x="178594" y="59531"/>
                  </a:lnTo>
                  <a:lnTo>
                    <a:pt x="119063" y="59531"/>
                  </a:lnTo>
                  <a:lnTo>
                    <a:pt x="119063" y="89249"/>
                  </a:lnTo>
                  <a:lnTo>
                    <a:pt x="59531" y="89249"/>
                  </a:lnTo>
                  <a:lnTo>
                    <a:pt x="59531" y="59531"/>
                  </a:lnTo>
                  <a:lnTo>
                    <a:pt x="0" y="59531"/>
                  </a:lnTo>
                  <a:lnTo>
                    <a:pt x="0" y="29813"/>
                  </a:lnTo>
                  <a:lnTo>
                    <a:pt x="59531" y="29813"/>
                  </a:lnTo>
                  <a:lnTo>
                    <a:pt x="59531" y="0"/>
                  </a:lnTo>
                  <a:lnTo>
                    <a:pt x="17859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9"/>
            <p:cNvSpPr/>
            <p:nvPr/>
          </p:nvSpPr>
          <p:spPr>
            <a:xfrm>
              <a:off x="5513736" y="2505075"/>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29"/>
            <p:cNvSpPr/>
            <p:nvPr/>
          </p:nvSpPr>
          <p:spPr>
            <a:xfrm>
              <a:off x="5513736" y="22966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5" name="Google Shape;1755;p29"/>
            <p:cNvSpPr/>
            <p:nvPr/>
          </p:nvSpPr>
          <p:spPr>
            <a:xfrm>
              <a:off x="5007958" y="2177700"/>
              <a:ext cx="535686" cy="267843"/>
            </a:xfrm>
            <a:custGeom>
              <a:avLst/>
              <a:gdLst/>
              <a:ahLst/>
              <a:cxnLst/>
              <a:rect l="l" t="t" r="r" b="b"/>
              <a:pathLst>
                <a:path w="535686" h="267843" extrusionOk="0">
                  <a:moveTo>
                    <a:pt x="505778" y="208312"/>
                  </a:moveTo>
                  <a:lnTo>
                    <a:pt x="505778" y="118967"/>
                  </a:lnTo>
                  <a:lnTo>
                    <a:pt x="476060" y="118967"/>
                  </a:lnTo>
                  <a:lnTo>
                    <a:pt x="476060" y="59436"/>
                  </a:lnTo>
                  <a:lnTo>
                    <a:pt x="416528" y="59436"/>
                  </a:lnTo>
                  <a:lnTo>
                    <a:pt x="416528" y="29718"/>
                  </a:lnTo>
                  <a:lnTo>
                    <a:pt x="327279" y="29718"/>
                  </a:lnTo>
                  <a:lnTo>
                    <a:pt x="327279" y="0"/>
                  </a:lnTo>
                  <a:lnTo>
                    <a:pt x="208217" y="0"/>
                  </a:lnTo>
                  <a:lnTo>
                    <a:pt x="208217" y="29718"/>
                  </a:lnTo>
                  <a:lnTo>
                    <a:pt x="118967" y="29718"/>
                  </a:lnTo>
                  <a:lnTo>
                    <a:pt x="118967" y="59436"/>
                  </a:lnTo>
                  <a:lnTo>
                    <a:pt x="59436" y="59436"/>
                  </a:lnTo>
                  <a:lnTo>
                    <a:pt x="59436" y="118967"/>
                  </a:lnTo>
                  <a:lnTo>
                    <a:pt x="29718" y="118967"/>
                  </a:lnTo>
                  <a:lnTo>
                    <a:pt x="29718" y="208312"/>
                  </a:lnTo>
                  <a:lnTo>
                    <a:pt x="0" y="208312"/>
                  </a:lnTo>
                  <a:lnTo>
                    <a:pt x="0" y="267843"/>
                  </a:lnTo>
                  <a:lnTo>
                    <a:pt x="59531" y="267843"/>
                  </a:lnTo>
                  <a:lnTo>
                    <a:pt x="59531" y="238125"/>
                  </a:lnTo>
                  <a:lnTo>
                    <a:pt x="119063" y="238125"/>
                  </a:lnTo>
                  <a:lnTo>
                    <a:pt x="119063" y="208407"/>
                  </a:lnTo>
                  <a:lnTo>
                    <a:pt x="267843" y="208407"/>
                  </a:lnTo>
                  <a:lnTo>
                    <a:pt x="267843" y="238125"/>
                  </a:lnTo>
                  <a:lnTo>
                    <a:pt x="357092" y="238125"/>
                  </a:lnTo>
                  <a:lnTo>
                    <a:pt x="357092" y="267843"/>
                  </a:lnTo>
                  <a:lnTo>
                    <a:pt x="416624" y="267843"/>
                  </a:lnTo>
                  <a:lnTo>
                    <a:pt x="416624" y="238125"/>
                  </a:lnTo>
                  <a:lnTo>
                    <a:pt x="535686" y="238125"/>
                  </a:lnTo>
                  <a:lnTo>
                    <a:pt x="535686" y="208407"/>
                  </a:lnTo>
                  <a:lnTo>
                    <a:pt x="505968" y="208407"/>
                  </a:lnTo>
                  <a:close/>
                  <a:moveTo>
                    <a:pt x="446246" y="208312"/>
                  </a:moveTo>
                  <a:lnTo>
                    <a:pt x="386715" y="208312"/>
                  </a:lnTo>
                  <a:lnTo>
                    <a:pt x="386715" y="89249"/>
                  </a:lnTo>
                  <a:lnTo>
                    <a:pt x="446246" y="89249"/>
                  </a:lnTo>
                  <a:lnTo>
                    <a:pt x="446246" y="2083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6" name="Google Shape;1756;p29"/>
            <p:cNvSpPr/>
            <p:nvPr/>
          </p:nvSpPr>
          <p:spPr>
            <a:xfrm>
              <a:off x="5007768" y="2296668"/>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29"/>
            <p:cNvSpPr/>
            <p:nvPr/>
          </p:nvSpPr>
          <p:spPr>
            <a:xfrm>
              <a:off x="5007768" y="2505075"/>
              <a:ext cx="29717" cy="89344"/>
            </a:xfrm>
            <a:custGeom>
              <a:avLst/>
              <a:gdLst/>
              <a:ahLst/>
              <a:cxnLst/>
              <a:rect l="l" t="t" r="r" b="b"/>
              <a:pathLst>
                <a:path w="29717" h="89344" extrusionOk="0">
                  <a:moveTo>
                    <a:pt x="0" y="0"/>
                  </a:moveTo>
                  <a:lnTo>
                    <a:pt x="29718" y="0"/>
                  </a:lnTo>
                  <a:lnTo>
                    <a:pt x="29718" y="89344"/>
                  </a:lnTo>
                  <a:lnTo>
                    <a:pt x="0" y="893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8" name="Google Shape;1758;p29"/>
            <p:cNvSpPr/>
            <p:nvPr/>
          </p:nvSpPr>
          <p:spPr>
            <a:xfrm>
              <a:off x="536495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9" name="Google Shape;1759;p29"/>
            <p:cNvSpPr/>
            <p:nvPr/>
          </p:nvSpPr>
          <p:spPr>
            <a:xfrm>
              <a:off x="5394673"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29"/>
            <p:cNvSpPr/>
            <p:nvPr/>
          </p:nvSpPr>
          <p:spPr>
            <a:xfrm>
              <a:off x="5335142"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1" name="Google Shape;1761;p29"/>
            <p:cNvSpPr/>
            <p:nvPr/>
          </p:nvSpPr>
          <p:spPr>
            <a:xfrm>
              <a:off x="5364955"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2" name="Google Shape;1762;p29"/>
            <p:cNvSpPr/>
            <p:nvPr/>
          </p:nvSpPr>
          <p:spPr>
            <a:xfrm>
              <a:off x="5364955"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29"/>
            <p:cNvSpPr/>
            <p:nvPr/>
          </p:nvSpPr>
          <p:spPr>
            <a:xfrm>
              <a:off x="5275611"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4" name="Google Shape;1764;p29"/>
            <p:cNvSpPr/>
            <p:nvPr/>
          </p:nvSpPr>
          <p:spPr>
            <a:xfrm>
              <a:off x="5245893" y="26241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5" name="Google Shape;1765;p29"/>
            <p:cNvSpPr/>
            <p:nvPr/>
          </p:nvSpPr>
          <p:spPr>
            <a:xfrm>
              <a:off x="5126830"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6" name="Google Shape;1766;p29"/>
            <p:cNvSpPr/>
            <p:nvPr/>
          </p:nvSpPr>
          <p:spPr>
            <a:xfrm>
              <a:off x="5156548"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7" name="Google Shape;1767;p29"/>
            <p:cNvSpPr/>
            <p:nvPr/>
          </p:nvSpPr>
          <p:spPr>
            <a:xfrm>
              <a:off x="5097017"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8" name="Google Shape;1768;p29"/>
            <p:cNvSpPr/>
            <p:nvPr/>
          </p:nvSpPr>
          <p:spPr>
            <a:xfrm>
              <a:off x="5007863" y="2415825"/>
              <a:ext cx="505777" cy="297465"/>
            </a:xfrm>
            <a:custGeom>
              <a:avLst/>
              <a:gdLst/>
              <a:ahLst/>
              <a:cxnLst/>
              <a:rect l="l" t="t" r="r" b="b"/>
              <a:pathLst>
                <a:path w="505777" h="297465" extrusionOk="0">
                  <a:moveTo>
                    <a:pt x="476155" y="118967"/>
                  </a:moveTo>
                  <a:lnTo>
                    <a:pt x="476155" y="148685"/>
                  </a:lnTo>
                  <a:lnTo>
                    <a:pt x="416624" y="148685"/>
                  </a:lnTo>
                  <a:lnTo>
                    <a:pt x="416624" y="118967"/>
                  </a:lnTo>
                  <a:lnTo>
                    <a:pt x="357092" y="118967"/>
                  </a:lnTo>
                  <a:lnTo>
                    <a:pt x="357092" y="89249"/>
                  </a:lnTo>
                  <a:lnTo>
                    <a:pt x="327374" y="89249"/>
                  </a:lnTo>
                  <a:lnTo>
                    <a:pt x="327374" y="29718"/>
                  </a:lnTo>
                  <a:lnTo>
                    <a:pt x="267843" y="29718"/>
                  </a:lnTo>
                  <a:lnTo>
                    <a:pt x="267843" y="0"/>
                  </a:lnTo>
                  <a:lnTo>
                    <a:pt x="119062" y="0"/>
                  </a:lnTo>
                  <a:lnTo>
                    <a:pt x="119062" y="29718"/>
                  </a:lnTo>
                  <a:lnTo>
                    <a:pt x="59531" y="29718"/>
                  </a:lnTo>
                  <a:lnTo>
                    <a:pt x="59531" y="59436"/>
                  </a:lnTo>
                  <a:lnTo>
                    <a:pt x="0" y="59436"/>
                  </a:lnTo>
                  <a:lnTo>
                    <a:pt x="0" y="89154"/>
                  </a:lnTo>
                  <a:lnTo>
                    <a:pt x="29718" y="89154"/>
                  </a:lnTo>
                  <a:lnTo>
                    <a:pt x="29718" y="178499"/>
                  </a:lnTo>
                  <a:lnTo>
                    <a:pt x="59436" y="178499"/>
                  </a:lnTo>
                  <a:lnTo>
                    <a:pt x="59436" y="238030"/>
                  </a:lnTo>
                  <a:lnTo>
                    <a:pt x="118967" y="238030"/>
                  </a:lnTo>
                  <a:lnTo>
                    <a:pt x="118967" y="208312"/>
                  </a:lnTo>
                  <a:lnTo>
                    <a:pt x="89249" y="208312"/>
                  </a:lnTo>
                  <a:lnTo>
                    <a:pt x="89249" y="178594"/>
                  </a:lnTo>
                  <a:lnTo>
                    <a:pt x="118967" y="178594"/>
                  </a:lnTo>
                  <a:lnTo>
                    <a:pt x="118967" y="148876"/>
                  </a:lnTo>
                  <a:lnTo>
                    <a:pt x="148685" y="148876"/>
                  </a:lnTo>
                  <a:lnTo>
                    <a:pt x="148685" y="178594"/>
                  </a:lnTo>
                  <a:lnTo>
                    <a:pt x="178403" y="178594"/>
                  </a:lnTo>
                  <a:lnTo>
                    <a:pt x="178403" y="208312"/>
                  </a:lnTo>
                  <a:lnTo>
                    <a:pt x="148685" y="208312"/>
                  </a:lnTo>
                  <a:lnTo>
                    <a:pt x="148685" y="238030"/>
                  </a:lnTo>
                  <a:lnTo>
                    <a:pt x="118967" y="238030"/>
                  </a:lnTo>
                  <a:lnTo>
                    <a:pt x="118967" y="267748"/>
                  </a:lnTo>
                  <a:lnTo>
                    <a:pt x="208216" y="267748"/>
                  </a:lnTo>
                  <a:lnTo>
                    <a:pt x="208216" y="297466"/>
                  </a:lnTo>
                  <a:lnTo>
                    <a:pt x="327279" y="297466"/>
                  </a:lnTo>
                  <a:lnTo>
                    <a:pt x="327279" y="267748"/>
                  </a:lnTo>
                  <a:lnTo>
                    <a:pt x="386810" y="267748"/>
                  </a:lnTo>
                  <a:lnTo>
                    <a:pt x="386810" y="238030"/>
                  </a:lnTo>
                  <a:lnTo>
                    <a:pt x="357092" y="238030"/>
                  </a:lnTo>
                  <a:lnTo>
                    <a:pt x="357092" y="208312"/>
                  </a:lnTo>
                  <a:lnTo>
                    <a:pt x="327374" y="208312"/>
                  </a:lnTo>
                  <a:lnTo>
                    <a:pt x="327374" y="178594"/>
                  </a:lnTo>
                  <a:lnTo>
                    <a:pt x="357092" y="178594"/>
                  </a:lnTo>
                  <a:lnTo>
                    <a:pt x="357092" y="148876"/>
                  </a:lnTo>
                  <a:lnTo>
                    <a:pt x="386810" y="148876"/>
                  </a:lnTo>
                  <a:lnTo>
                    <a:pt x="386810" y="178594"/>
                  </a:lnTo>
                  <a:lnTo>
                    <a:pt x="416528" y="178594"/>
                  </a:lnTo>
                  <a:lnTo>
                    <a:pt x="416528" y="208312"/>
                  </a:lnTo>
                  <a:lnTo>
                    <a:pt x="386810" y="208312"/>
                  </a:lnTo>
                  <a:lnTo>
                    <a:pt x="386810" y="238030"/>
                  </a:lnTo>
                  <a:lnTo>
                    <a:pt x="476059" y="238030"/>
                  </a:lnTo>
                  <a:lnTo>
                    <a:pt x="476059" y="178499"/>
                  </a:lnTo>
                  <a:lnTo>
                    <a:pt x="505778" y="178499"/>
                  </a:lnTo>
                  <a:lnTo>
                    <a:pt x="505778" y="118967"/>
                  </a:lnTo>
                  <a:lnTo>
                    <a:pt x="476059" y="118967"/>
                  </a:lnTo>
                  <a:close/>
                  <a:moveTo>
                    <a:pt x="267843" y="238030"/>
                  </a:moveTo>
                  <a:lnTo>
                    <a:pt x="238125" y="238030"/>
                  </a:lnTo>
                  <a:lnTo>
                    <a:pt x="238125" y="208312"/>
                  </a:lnTo>
                  <a:lnTo>
                    <a:pt x="267843" y="208312"/>
                  </a:lnTo>
                  <a:lnTo>
                    <a:pt x="267843" y="238030"/>
                  </a:lnTo>
                  <a:close/>
                  <a:moveTo>
                    <a:pt x="297561" y="178499"/>
                  </a:moveTo>
                  <a:lnTo>
                    <a:pt x="267843" y="178499"/>
                  </a:lnTo>
                  <a:lnTo>
                    <a:pt x="267843" y="148781"/>
                  </a:lnTo>
                  <a:lnTo>
                    <a:pt x="297561" y="148781"/>
                  </a:lnTo>
                  <a:lnTo>
                    <a:pt x="297561" y="17849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9" name="Google Shape;1769;p29"/>
            <p:cNvSpPr/>
            <p:nvPr/>
          </p:nvSpPr>
          <p:spPr>
            <a:xfrm>
              <a:off x="5126830"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0" name="Google Shape;1770;p29"/>
            <p:cNvSpPr/>
            <p:nvPr/>
          </p:nvSpPr>
          <p:spPr>
            <a:xfrm>
              <a:off x="5126830" y="26241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1" name="Google Shape;1771;p29"/>
            <p:cNvSpPr/>
            <p:nvPr/>
          </p:nvSpPr>
          <p:spPr>
            <a:xfrm>
              <a:off x="5186362" y="2028825"/>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2" name="Google Shape;1772;p29"/>
            <p:cNvSpPr/>
            <p:nvPr/>
          </p:nvSpPr>
          <p:spPr>
            <a:xfrm>
              <a:off x="5186362" y="1969293"/>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3" name="Google Shape;1773;p29"/>
            <p:cNvSpPr/>
            <p:nvPr/>
          </p:nvSpPr>
          <p:spPr>
            <a:xfrm>
              <a:off x="5186362" y="1880044"/>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4" name="Google Shape;1774;p29"/>
            <p:cNvSpPr/>
            <p:nvPr/>
          </p:nvSpPr>
          <p:spPr>
            <a:xfrm>
              <a:off x="5394673"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5" name="Google Shape;1775;p29"/>
            <p:cNvSpPr/>
            <p:nvPr/>
          </p:nvSpPr>
          <p:spPr>
            <a:xfrm>
              <a:off x="5364955" y="21181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6" name="Google Shape;1776;p29"/>
            <p:cNvSpPr/>
            <p:nvPr/>
          </p:nvSpPr>
          <p:spPr>
            <a:xfrm>
              <a:off x="5126830" y="2088356"/>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7" name="Google Shape;1777;p29"/>
            <p:cNvSpPr/>
            <p:nvPr/>
          </p:nvSpPr>
          <p:spPr>
            <a:xfrm>
              <a:off x="5364955"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8" name="Google Shape;1778;p29"/>
            <p:cNvSpPr/>
            <p:nvPr/>
          </p:nvSpPr>
          <p:spPr>
            <a:xfrm>
              <a:off x="5364955"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9" name="Google Shape;1779;p29"/>
            <p:cNvSpPr/>
            <p:nvPr/>
          </p:nvSpPr>
          <p:spPr>
            <a:xfrm>
              <a:off x="5156548" y="2088356"/>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0" name="Google Shape;1780;p29"/>
            <p:cNvSpPr/>
            <p:nvPr/>
          </p:nvSpPr>
          <p:spPr>
            <a:xfrm>
              <a:off x="5156548" y="2058543"/>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29"/>
            <p:cNvSpPr/>
            <p:nvPr/>
          </p:nvSpPr>
          <p:spPr>
            <a:xfrm>
              <a:off x="5156548" y="1999107"/>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29"/>
            <p:cNvSpPr/>
            <p:nvPr/>
          </p:nvSpPr>
          <p:spPr>
            <a:xfrm>
              <a:off x="5364955" y="199910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29"/>
            <p:cNvSpPr/>
            <p:nvPr/>
          </p:nvSpPr>
          <p:spPr>
            <a:xfrm>
              <a:off x="5364955"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4" name="Google Shape;1784;p29"/>
            <p:cNvSpPr/>
            <p:nvPr/>
          </p:nvSpPr>
          <p:spPr>
            <a:xfrm>
              <a:off x="5156548" y="190976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5" name="Google Shape;1785;p29"/>
            <p:cNvSpPr/>
            <p:nvPr/>
          </p:nvSpPr>
          <p:spPr>
            <a:xfrm>
              <a:off x="5394673" y="19394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6" name="Google Shape;1786;p29"/>
            <p:cNvSpPr/>
            <p:nvPr/>
          </p:nvSpPr>
          <p:spPr>
            <a:xfrm>
              <a:off x="5156548" y="1909762"/>
              <a:ext cx="238125" cy="89344"/>
            </a:xfrm>
            <a:custGeom>
              <a:avLst/>
              <a:gdLst/>
              <a:ahLst/>
              <a:cxnLst/>
              <a:rect l="l" t="t" r="r" b="b"/>
              <a:pathLst>
                <a:path w="238125" h="89344" extrusionOk="0">
                  <a:moveTo>
                    <a:pt x="238125" y="29718"/>
                  </a:moveTo>
                  <a:lnTo>
                    <a:pt x="238125" y="89345"/>
                  </a:lnTo>
                  <a:lnTo>
                    <a:pt x="208407" y="89345"/>
                  </a:lnTo>
                  <a:lnTo>
                    <a:pt x="208407" y="59531"/>
                  </a:lnTo>
                  <a:lnTo>
                    <a:pt x="29813" y="59531"/>
                  </a:lnTo>
                  <a:lnTo>
                    <a:pt x="29813" y="89345"/>
                  </a:lnTo>
                  <a:lnTo>
                    <a:pt x="0" y="89345"/>
                  </a:lnTo>
                  <a:lnTo>
                    <a:pt x="0" y="29718"/>
                  </a:lnTo>
                  <a:lnTo>
                    <a:pt x="29813" y="29718"/>
                  </a:lnTo>
                  <a:lnTo>
                    <a:pt x="29813" y="0"/>
                  </a:lnTo>
                  <a:lnTo>
                    <a:pt x="208407" y="0"/>
                  </a:lnTo>
                  <a:lnTo>
                    <a:pt x="208407" y="29718"/>
                  </a:lnTo>
                  <a:lnTo>
                    <a:pt x="238125"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7" name="Google Shape;1787;p29"/>
            <p:cNvSpPr/>
            <p:nvPr/>
          </p:nvSpPr>
          <p:spPr>
            <a:xfrm>
              <a:off x="5126830" y="193948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8" name="Google Shape;1788;p29"/>
            <p:cNvSpPr/>
            <p:nvPr/>
          </p:nvSpPr>
          <p:spPr>
            <a:xfrm>
              <a:off x="5156548" y="202882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9" name="Google Shape;1789;p29"/>
            <p:cNvSpPr/>
            <p:nvPr/>
          </p:nvSpPr>
          <p:spPr>
            <a:xfrm>
              <a:off x="5126830" y="202882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0" name="Google Shape;1790;p29"/>
            <p:cNvSpPr/>
            <p:nvPr/>
          </p:nvSpPr>
          <p:spPr>
            <a:xfrm>
              <a:off x="5364955" y="202882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1" name="Google Shape;1791;p29"/>
            <p:cNvSpPr/>
            <p:nvPr/>
          </p:nvSpPr>
          <p:spPr>
            <a:xfrm>
              <a:off x="5394673" y="202882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2" name="Google Shape;1792;p29"/>
            <p:cNvSpPr/>
            <p:nvPr/>
          </p:nvSpPr>
          <p:spPr>
            <a:xfrm>
              <a:off x="5156548" y="1850231"/>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3" name="Google Shape;1793;p29"/>
            <p:cNvSpPr/>
            <p:nvPr/>
          </p:nvSpPr>
          <p:spPr>
            <a:xfrm>
              <a:off x="5394673"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4" name="Google Shape;1794;p29"/>
            <p:cNvSpPr/>
            <p:nvPr/>
          </p:nvSpPr>
          <p:spPr>
            <a:xfrm>
              <a:off x="5126830" y="179070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5" name="Google Shape;1795;p29"/>
            <p:cNvSpPr/>
            <p:nvPr/>
          </p:nvSpPr>
          <p:spPr>
            <a:xfrm>
              <a:off x="5424487"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6" name="Google Shape;1796;p29"/>
            <p:cNvSpPr/>
            <p:nvPr/>
          </p:nvSpPr>
          <p:spPr>
            <a:xfrm>
              <a:off x="5156548" y="170135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7" name="Google Shape;1797;p29"/>
            <p:cNvSpPr/>
            <p:nvPr/>
          </p:nvSpPr>
          <p:spPr>
            <a:xfrm>
              <a:off x="5394673" y="164191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8" name="Google Shape;1798;p29"/>
            <p:cNvSpPr/>
            <p:nvPr/>
          </p:nvSpPr>
          <p:spPr>
            <a:xfrm>
              <a:off x="5186362" y="16716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29"/>
            <p:cNvSpPr/>
            <p:nvPr/>
          </p:nvSpPr>
          <p:spPr>
            <a:xfrm>
              <a:off x="5216080" y="164191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0" name="Google Shape;1800;p29"/>
            <p:cNvSpPr/>
            <p:nvPr/>
          </p:nvSpPr>
          <p:spPr>
            <a:xfrm>
              <a:off x="5216080" y="170135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29"/>
            <p:cNvSpPr/>
            <p:nvPr/>
          </p:nvSpPr>
          <p:spPr>
            <a:xfrm>
              <a:off x="5245893" y="17907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29"/>
            <p:cNvSpPr/>
            <p:nvPr/>
          </p:nvSpPr>
          <p:spPr>
            <a:xfrm>
              <a:off x="5305424"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29"/>
            <p:cNvSpPr/>
            <p:nvPr/>
          </p:nvSpPr>
          <p:spPr>
            <a:xfrm>
              <a:off x="5156548" y="1701355"/>
              <a:ext cx="148875" cy="178689"/>
            </a:xfrm>
            <a:custGeom>
              <a:avLst/>
              <a:gdLst/>
              <a:ahLst/>
              <a:cxnLst/>
              <a:rect l="l" t="t" r="r" b="b"/>
              <a:pathLst>
                <a:path w="148875" h="178689" extrusionOk="0">
                  <a:moveTo>
                    <a:pt x="148876" y="148876"/>
                  </a:moveTo>
                  <a:lnTo>
                    <a:pt x="148876" y="178689"/>
                  </a:lnTo>
                  <a:lnTo>
                    <a:pt x="29813" y="178689"/>
                  </a:lnTo>
                  <a:lnTo>
                    <a:pt x="29813" y="148876"/>
                  </a:lnTo>
                  <a:lnTo>
                    <a:pt x="0" y="148876"/>
                  </a:lnTo>
                  <a:lnTo>
                    <a:pt x="0" y="89345"/>
                  </a:lnTo>
                  <a:lnTo>
                    <a:pt x="29813" y="89345"/>
                  </a:lnTo>
                  <a:lnTo>
                    <a:pt x="29813" y="0"/>
                  </a:lnTo>
                  <a:lnTo>
                    <a:pt x="59531" y="0"/>
                  </a:lnTo>
                  <a:lnTo>
                    <a:pt x="59531" y="89345"/>
                  </a:lnTo>
                  <a:lnTo>
                    <a:pt x="89345" y="89345"/>
                  </a:lnTo>
                  <a:lnTo>
                    <a:pt x="89345" y="119063"/>
                  </a:lnTo>
                  <a:lnTo>
                    <a:pt x="119063" y="119063"/>
                  </a:lnTo>
                  <a:lnTo>
                    <a:pt x="119063" y="148876"/>
                  </a:lnTo>
                  <a:lnTo>
                    <a:pt x="148876" y="1488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29"/>
            <p:cNvSpPr/>
            <p:nvPr/>
          </p:nvSpPr>
          <p:spPr>
            <a:xfrm>
              <a:off x="5275611"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29"/>
            <p:cNvSpPr/>
            <p:nvPr/>
          </p:nvSpPr>
          <p:spPr>
            <a:xfrm>
              <a:off x="5364955" y="16121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29"/>
            <p:cNvSpPr/>
            <p:nvPr/>
          </p:nvSpPr>
          <p:spPr>
            <a:xfrm>
              <a:off x="5245893" y="16121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29"/>
            <p:cNvSpPr/>
            <p:nvPr/>
          </p:nvSpPr>
          <p:spPr>
            <a:xfrm>
              <a:off x="5305424"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29"/>
            <p:cNvSpPr/>
            <p:nvPr/>
          </p:nvSpPr>
          <p:spPr>
            <a:xfrm>
              <a:off x="5275611" y="17609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29"/>
            <p:cNvSpPr/>
            <p:nvPr/>
          </p:nvSpPr>
          <p:spPr>
            <a:xfrm>
              <a:off x="5335142" y="17013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29"/>
            <p:cNvSpPr/>
            <p:nvPr/>
          </p:nvSpPr>
          <p:spPr>
            <a:xfrm>
              <a:off x="5275611" y="1701355"/>
              <a:ext cx="148875" cy="208407"/>
            </a:xfrm>
            <a:custGeom>
              <a:avLst/>
              <a:gdLst/>
              <a:ahLst/>
              <a:cxnLst/>
              <a:rect l="l" t="t" r="r" b="b"/>
              <a:pathLst>
                <a:path w="148875" h="208407" extrusionOk="0">
                  <a:moveTo>
                    <a:pt x="148876" y="59626"/>
                  </a:moveTo>
                  <a:lnTo>
                    <a:pt x="148876" y="148876"/>
                  </a:lnTo>
                  <a:lnTo>
                    <a:pt x="119063" y="148876"/>
                  </a:lnTo>
                  <a:lnTo>
                    <a:pt x="119063" y="208407"/>
                  </a:lnTo>
                  <a:lnTo>
                    <a:pt x="89345" y="208407"/>
                  </a:lnTo>
                  <a:lnTo>
                    <a:pt x="89345" y="178689"/>
                  </a:lnTo>
                  <a:lnTo>
                    <a:pt x="59531" y="178689"/>
                  </a:lnTo>
                  <a:lnTo>
                    <a:pt x="59531" y="148876"/>
                  </a:lnTo>
                  <a:lnTo>
                    <a:pt x="29813" y="148876"/>
                  </a:lnTo>
                  <a:lnTo>
                    <a:pt x="29813" y="119063"/>
                  </a:lnTo>
                  <a:lnTo>
                    <a:pt x="0" y="119063"/>
                  </a:lnTo>
                  <a:lnTo>
                    <a:pt x="0" y="89345"/>
                  </a:lnTo>
                  <a:lnTo>
                    <a:pt x="29813" y="89345"/>
                  </a:lnTo>
                  <a:lnTo>
                    <a:pt x="29813" y="59626"/>
                  </a:lnTo>
                  <a:lnTo>
                    <a:pt x="59531" y="59626"/>
                  </a:lnTo>
                  <a:lnTo>
                    <a:pt x="59531" y="29813"/>
                  </a:lnTo>
                  <a:lnTo>
                    <a:pt x="89345" y="29813"/>
                  </a:lnTo>
                  <a:lnTo>
                    <a:pt x="89345" y="0"/>
                  </a:lnTo>
                  <a:lnTo>
                    <a:pt x="119063" y="0"/>
                  </a:lnTo>
                  <a:lnTo>
                    <a:pt x="119063" y="59626"/>
                  </a:lnTo>
                  <a:lnTo>
                    <a:pt x="148876" y="5962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29"/>
            <p:cNvSpPr/>
            <p:nvPr/>
          </p:nvSpPr>
          <p:spPr>
            <a:xfrm>
              <a:off x="5364955" y="16716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29"/>
            <p:cNvSpPr/>
            <p:nvPr/>
          </p:nvSpPr>
          <p:spPr>
            <a:xfrm>
              <a:off x="5216079" y="1612106"/>
              <a:ext cx="178593" cy="178593"/>
            </a:xfrm>
            <a:custGeom>
              <a:avLst/>
              <a:gdLst/>
              <a:ahLst/>
              <a:cxnLst/>
              <a:rect l="l" t="t" r="r" b="b"/>
              <a:pathLst>
                <a:path w="178593" h="178593" extrusionOk="0">
                  <a:moveTo>
                    <a:pt x="178594" y="29813"/>
                  </a:moveTo>
                  <a:lnTo>
                    <a:pt x="178594" y="59531"/>
                  </a:lnTo>
                  <a:lnTo>
                    <a:pt x="148876" y="59531"/>
                  </a:lnTo>
                  <a:lnTo>
                    <a:pt x="148876" y="89249"/>
                  </a:lnTo>
                  <a:lnTo>
                    <a:pt x="119063" y="89249"/>
                  </a:lnTo>
                  <a:lnTo>
                    <a:pt x="119063" y="119063"/>
                  </a:lnTo>
                  <a:lnTo>
                    <a:pt x="89345" y="119063"/>
                  </a:lnTo>
                  <a:lnTo>
                    <a:pt x="89345" y="148876"/>
                  </a:lnTo>
                  <a:lnTo>
                    <a:pt x="59531" y="148876"/>
                  </a:lnTo>
                  <a:lnTo>
                    <a:pt x="59531" y="178594"/>
                  </a:lnTo>
                  <a:lnTo>
                    <a:pt x="29813" y="178594"/>
                  </a:lnTo>
                  <a:lnTo>
                    <a:pt x="29813" y="89249"/>
                  </a:lnTo>
                  <a:lnTo>
                    <a:pt x="0" y="89249"/>
                  </a:lnTo>
                  <a:lnTo>
                    <a:pt x="0" y="59531"/>
                  </a:lnTo>
                  <a:lnTo>
                    <a:pt x="29813" y="59531"/>
                  </a:lnTo>
                  <a:lnTo>
                    <a:pt x="29813" y="29813"/>
                  </a:lnTo>
                  <a:lnTo>
                    <a:pt x="59531" y="29813"/>
                  </a:lnTo>
                  <a:lnTo>
                    <a:pt x="59531" y="0"/>
                  </a:lnTo>
                  <a:lnTo>
                    <a:pt x="148876" y="0"/>
                  </a:lnTo>
                  <a:lnTo>
                    <a:pt x="148876" y="29813"/>
                  </a:lnTo>
                  <a:lnTo>
                    <a:pt x="178594" y="2981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3" name="Google Shape;1813;p29"/>
            <p:cNvSpPr/>
            <p:nvPr/>
          </p:nvSpPr>
          <p:spPr>
            <a:xfrm>
              <a:off x="5275611" y="15822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29"/>
            <p:cNvSpPr/>
            <p:nvPr/>
          </p:nvSpPr>
          <p:spPr>
            <a:xfrm>
              <a:off x="4769643" y="2594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29"/>
            <p:cNvSpPr/>
            <p:nvPr/>
          </p:nvSpPr>
          <p:spPr>
            <a:xfrm>
              <a:off x="4739830" y="2653855"/>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29"/>
            <p:cNvSpPr/>
            <p:nvPr/>
          </p:nvSpPr>
          <p:spPr>
            <a:xfrm>
              <a:off x="4977955" y="2802731"/>
              <a:ext cx="595312" cy="119062"/>
            </a:xfrm>
            <a:custGeom>
              <a:avLst/>
              <a:gdLst/>
              <a:ahLst/>
              <a:cxnLst/>
              <a:rect l="l" t="t" r="r" b="b"/>
              <a:pathLst>
                <a:path w="595312" h="119062" extrusionOk="0">
                  <a:moveTo>
                    <a:pt x="595313" y="0"/>
                  </a:moveTo>
                  <a:lnTo>
                    <a:pt x="595313" y="59531"/>
                  </a:lnTo>
                  <a:lnTo>
                    <a:pt x="565595" y="59531"/>
                  </a:lnTo>
                  <a:lnTo>
                    <a:pt x="565595" y="89249"/>
                  </a:lnTo>
                  <a:lnTo>
                    <a:pt x="446532" y="89249"/>
                  </a:lnTo>
                  <a:lnTo>
                    <a:pt x="446532" y="119063"/>
                  </a:lnTo>
                  <a:lnTo>
                    <a:pt x="148876" y="119063"/>
                  </a:lnTo>
                  <a:lnTo>
                    <a:pt x="148876" y="89249"/>
                  </a:lnTo>
                  <a:lnTo>
                    <a:pt x="29813" y="89249"/>
                  </a:lnTo>
                  <a:lnTo>
                    <a:pt x="29813" y="59531"/>
                  </a:lnTo>
                  <a:lnTo>
                    <a:pt x="0" y="59531"/>
                  </a:lnTo>
                  <a:lnTo>
                    <a:pt x="0" y="0"/>
                  </a:lnTo>
                  <a:lnTo>
                    <a:pt x="29813" y="0"/>
                  </a:lnTo>
                  <a:lnTo>
                    <a:pt x="29813" y="29813"/>
                  </a:lnTo>
                  <a:lnTo>
                    <a:pt x="59531" y="29813"/>
                  </a:lnTo>
                  <a:lnTo>
                    <a:pt x="59531" y="59531"/>
                  </a:lnTo>
                  <a:lnTo>
                    <a:pt x="178594" y="59531"/>
                  </a:lnTo>
                  <a:lnTo>
                    <a:pt x="178594" y="89249"/>
                  </a:lnTo>
                  <a:lnTo>
                    <a:pt x="416719" y="89249"/>
                  </a:lnTo>
                  <a:lnTo>
                    <a:pt x="416719" y="59531"/>
                  </a:lnTo>
                  <a:lnTo>
                    <a:pt x="535781" y="59531"/>
                  </a:lnTo>
                  <a:lnTo>
                    <a:pt x="535781" y="29813"/>
                  </a:lnTo>
                  <a:lnTo>
                    <a:pt x="565595" y="29813"/>
                  </a:lnTo>
                  <a:lnTo>
                    <a:pt x="565595" y="0"/>
                  </a:lnTo>
                  <a:lnTo>
                    <a:pt x="595313" y="0"/>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29"/>
            <p:cNvSpPr/>
            <p:nvPr/>
          </p:nvSpPr>
          <p:spPr>
            <a:xfrm>
              <a:off x="4769643" y="2862262"/>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29"/>
            <p:cNvSpPr/>
            <p:nvPr/>
          </p:nvSpPr>
          <p:spPr>
            <a:xfrm>
              <a:off x="4799361"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29"/>
            <p:cNvSpPr/>
            <p:nvPr/>
          </p:nvSpPr>
          <p:spPr>
            <a:xfrm>
              <a:off x="4829174" y="25347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0" name="Google Shape;1820;p29"/>
            <p:cNvSpPr/>
            <p:nvPr/>
          </p:nvSpPr>
          <p:spPr>
            <a:xfrm>
              <a:off x="4858892" y="2594419"/>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1" name="Google Shape;1821;p29"/>
            <p:cNvSpPr/>
            <p:nvPr/>
          </p:nvSpPr>
          <p:spPr>
            <a:xfrm>
              <a:off x="4799361" y="2802731"/>
              <a:ext cx="148780" cy="29718"/>
            </a:xfrm>
            <a:custGeom>
              <a:avLst/>
              <a:gdLst/>
              <a:ahLst/>
              <a:cxnLst/>
              <a:rect l="l" t="t" r="r" b="b"/>
              <a:pathLst>
                <a:path w="148780" h="29718" extrusionOk="0">
                  <a:moveTo>
                    <a:pt x="0" y="0"/>
                  </a:moveTo>
                  <a:lnTo>
                    <a:pt x="148781" y="0"/>
                  </a:lnTo>
                  <a:lnTo>
                    <a:pt x="14878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29"/>
            <p:cNvSpPr/>
            <p:nvPr/>
          </p:nvSpPr>
          <p:spPr>
            <a:xfrm>
              <a:off x="4829174"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29"/>
            <p:cNvSpPr/>
            <p:nvPr/>
          </p:nvSpPr>
          <p:spPr>
            <a:xfrm>
              <a:off x="4769643" y="2534793"/>
              <a:ext cx="178593" cy="327469"/>
            </a:xfrm>
            <a:custGeom>
              <a:avLst/>
              <a:gdLst/>
              <a:ahLst/>
              <a:cxnLst/>
              <a:rect l="l" t="t" r="r" b="b"/>
              <a:pathLst>
                <a:path w="178593" h="327469" extrusionOk="0">
                  <a:moveTo>
                    <a:pt x="29718" y="297752"/>
                  </a:moveTo>
                  <a:lnTo>
                    <a:pt x="178594" y="297752"/>
                  </a:lnTo>
                  <a:lnTo>
                    <a:pt x="178594" y="327469"/>
                  </a:lnTo>
                  <a:lnTo>
                    <a:pt x="0" y="327469"/>
                  </a:lnTo>
                  <a:lnTo>
                    <a:pt x="0" y="119063"/>
                  </a:lnTo>
                  <a:lnTo>
                    <a:pt x="29718" y="119063"/>
                  </a:lnTo>
                  <a:lnTo>
                    <a:pt x="29718" y="59626"/>
                  </a:lnTo>
                  <a:lnTo>
                    <a:pt x="59531" y="59626"/>
                  </a:lnTo>
                  <a:lnTo>
                    <a:pt x="59531" y="29813"/>
                  </a:lnTo>
                  <a:lnTo>
                    <a:pt x="148781" y="29813"/>
                  </a:lnTo>
                  <a:lnTo>
                    <a:pt x="148781" y="0"/>
                  </a:lnTo>
                  <a:lnTo>
                    <a:pt x="178594" y="0"/>
                  </a:lnTo>
                  <a:lnTo>
                    <a:pt x="178594" y="59626"/>
                  </a:lnTo>
                  <a:lnTo>
                    <a:pt x="89249" y="59626"/>
                  </a:lnTo>
                  <a:lnTo>
                    <a:pt x="89249" y="89344"/>
                  </a:lnTo>
                  <a:lnTo>
                    <a:pt x="59531" y="89344"/>
                  </a:lnTo>
                  <a:lnTo>
                    <a:pt x="59531" y="148876"/>
                  </a:lnTo>
                  <a:lnTo>
                    <a:pt x="29718" y="148876"/>
                  </a:lnTo>
                  <a:lnTo>
                    <a:pt x="29718" y="29775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29"/>
            <p:cNvSpPr/>
            <p:nvPr/>
          </p:nvSpPr>
          <p:spPr>
            <a:xfrm>
              <a:off x="4799361" y="2683668"/>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29"/>
            <p:cNvSpPr/>
            <p:nvPr/>
          </p:nvSpPr>
          <p:spPr>
            <a:xfrm>
              <a:off x="5007768" y="27134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29"/>
            <p:cNvSpPr/>
            <p:nvPr/>
          </p:nvSpPr>
          <p:spPr>
            <a:xfrm>
              <a:off x="4977955" y="26836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29"/>
            <p:cNvSpPr/>
            <p:nvPr/>
          </p:nvSpPr>
          <p:spPr>
            <a:xfrm>
              <a:off x="4829174" y="2624137"/>
              <a:ext cx="148780" cy="178593"/>
            </a:xfrm>
            <a:custGeom>
              <a:avLst/>
              <a:gdLst/>
              <a:ahLst/>
              <a:cxnLst/>
              <a:rect l="l" t="t" r="r" b="b"/>
              <a:pathLst>
                <a:path w="148780" h="178593" extrusionOk="0">
                  <a:moveTo>
                    <a:pt x="148781" y="59531"/>
                  </a:moveTo>
                  <a:lnTo>
                    <a:pt x="148781" y="178594"/>
                  </a:lnTo>
                  <a:lnTo>
                    <a:pt x="0" y="178594"/>
                  </a:lnTo>
                  <a:lnTo>
                    <a:pt x="0" y="59531"/>
                  </a:lnTo>
                  <a:lnTo>
                    <a:pt x="29718" y="59531"/>
                  </a:lnTo>
                  <a:lnTo>
                    <a:pt x="29718" y="0"/>
                  </a:lnTo>
                  <a:lnTo>
                    <a:pt x="119063" y="0"/>
                  </a:lnTo>
                  <a:lnTo>
                    <a:pt x="119063" y="59531"/>
                  </a:lnTo>
                  <a:lnTo>
                    <a:pt x="148781"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29"/>
            <p:cNvSpPr/>
            <p:nvPr/>
          </p:nvSpPr>
          <p:spPr>
            <a:xfrm>
              <a:off x="4948237"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29"/>
            <p:cNvSpPr/>
            <p:nvPr/>
          </p:nvSpPr>
          <p:spPr>
            <a:xfrm>
              <a:off x="5037486" y="2683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29"/>
            <p:cNvSpPr/>
            <p:nvPr/>
          </p:nvSpPr>
          <p:spPr>
            <a:xfrm>
              <a:off x="5097017" y="2683668"/>
              <a:ext cx="267938" cy="89249"/>
            </a:xfrm>
            <a:custGeom>
              <a:avLst/>
              <a:gdLst/>
              <a:ahLst/>
              <a:cxnLst/>
              <a:rect l="l" t="t" r="r" b="b"/>
              <a:pathLst>
                <a:path w="267938" h="89249" extrusionOk="0">
                  <a:moveTo>
                    <a:pt x="267938" y="29813"/>
                  </a:moveTo>
                  <a:lnTo>
                    <a:pt x="267938" y="89249"/>
                  </a:lnTo>
                  <a:lnTo>
                    <a:pt x="89345" y="89249"/>
                  </a:lnTo>
                  <a:lnTo>
                    <a:pt x="89345" y="59531"/>
                  </a:lnTo>
                  <a:lnTo>
                    <a:pt x="0" y="59531"/>
                  </a:lnTo>
                  <a:lnTo>
                    <a:pt x="0" y="0"/>
                  </a:lnTo>
                  <a:lnTo>
                    <a:pt x="29813" y="0"/>
                  </a:lnTo>
                  <a:lnTo>
                    <a:pt x="29813" y="29813"/>
                  </a:lnTo>
                  <a:lnTo>
                    <a:pt x="119063" y="29813"/>
                  </a:lnTo>
                  <a:lnTo>
                    <a:pt x="119063" y="59531"/>
                  </a:lnTo>
                  <a:lnTo>
                    <a:pt x="238125" y="59531"/>
                  </a:lnTo>
                  <a:lnTo>
                    <a:pt x="238125" y="29813"/>
                  </a:lnTo>
                  <a:lnTo>
                    <a:pt x="267938" y="298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29"/>
            <p:cNvSpPr/>
            <p:nvPr/>
          </p:nvSpPr>
          <p:spPr>
            <a:xfrm>
              <a:off x="5364955"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29"/>
            <p:cNvSpPr/>
            <p:nvPr/>
          </p:nvSpPr>
          <p:spPr>
            <a:xfrm>
              <a:off x="5007768" y="2624137"/>
              <a:ext cx="59531" cy="59531"/>
            </a:xfrm>
            <a:custGeom>
              <a:avLst/>
              <a:gdLst/>
              <a:ahLst/>
              <a:cxnLst/>
              <a:rect l="l" t="t" r="r" b="b"/>
              <a:pathLst>
                <a:path w="59531" h="59531" extrusionOk="0">
                  <a:moveTo>
                    <a:pt x="59531" y="29718"/>
                  </a:moveTo>
                  <a:lnTo>
                    <a:pt x="59531" y="59531"/>
                  </a:lnTo>
                  <a:lnTo>
                    <a:pt x="0" y="59531"/>
                  </a:lnTo>
                  <a:lnTo>
                    <a:pt x="0" y="0"/>
                  </a:lnTo>
                  <a:lnTo>
                    <a:pt x="29718" y="0"/>
                  </a:lnTo>
                  <a:lnTo>
                    <a:pt x="29718" y="29718"/>
                  </a:lnTo>
                  <a:lnTo>
                    <a:pt x="59531"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29"/>
            <p:cNvSpPr/>
            <p:nvPr/>
          </p:nvSpPr>
          <p:spPr>
            <a:xfrm>
              <a:off x="4977955" y="2594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29"/>
            <p:cNvSpPr/>
            <p:nvPr/>
          </p:nvSpPr>
          <p:spPr>
            <a:xfrm>
              <a:off x="4977955" y="2534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29"/>
            <p:cNvSpPr/>
            <p:nvPr/>
          </p:nvSpPr>
          <p:spPr>
            <a:xfrm>
              <a:off x="497795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29"/>
            <p:cNvSpPr/>
            <p:nvPr/>
          </p:nvSpPr>
          <p:spPr>
            <a:xfrm>
              <a:off x="4948237" y="2118169"/>
              <a:ext cx="654843" cy="565499"/>
            </a:xfrm>
            <a:custGeom>
              <a:avLst/>
              <a:gdLst/>
              <a:ahLst/>
              <a:cxnLst/>
              <a:rect l="l" t="t" r="r" b="b"/>
              <a:pathLst>
                <a:path w="654843" h="565499" extrusionOk="0">
                  <a:moveTo>
                    <a:pt x="654844" y="238125"/>
                  </a:moveTo>
                  <a:lnTo>
                    <a:pt x="654844" y="416624"/>
                  </a:lnTo>
                  <a:lnTo>
                    <a:pt x="625031" y="416624"/>
                  </a:lnTo>
                  <a:lnTo>
                    <a:pt x="625031" y="505968"/>
                  </a:lnTo>
                  <a:lnTo>
                    <a:pt x="595313" y="505968"/>
                  </a:lnTo>
                  <a:lnTo>
                    <a:pt x="595313" y="565499"/>
                  </a:lnTo>
                  <a:lnTo>
                    <a:pt x="565499" y="565499"/>
                  </a:lnTo>
                  <a:lnTo>
                    <a:pt x="565499" y="476250"/>
                  </a:lnTo>
                  <a:lnTo>
                    <a:pt x="595313" y="476250"/>
                  </a:lnTo>
                  <a:lnTo>
                    <a:pt x="595313" y="386906"/>
                  </a:lnTo>
                  <a:lnTo>
                    <a:pt x="625031" y="386906"/>
                  </a:lnTo>
                  <a:lnTo>
                    <a:pt x="625031" y="267843"/>
                  </a:lnTo>
                  <a:lnTo>
                    <a:pt x="595313" y="267843"/>
                  </a:lnTo>
                  <a:lnTo>
                    <a:pt x="595313" y="178499"/>
                  </a:lnTo>
                  <a:lnTo>
                    <a:pt x="565499" y="178499"/>
                  </a:lnTo>
                  <a:lnTo>
                    <a:pt x="565499" y="119062"/>
                  </a:lnTo>
                  <a:lnTo>
                    <a:pt x="535781" y="119062"/>
                  </a:lnTo>
                  <a:lnTo>
                    <a:pt x="535781" y="89249"/>
                  </a:lnTo>
                  <a:lnTo>
                    <a:pt x="476250" y="89249"/>
                  </a:lnTo>
                  <a:lnTo>
                    <a:pt x="476250" y="59436"/>
                  </a:lnTo>
                  <a:lnTo>
                    <a:pt x="386906" y="59436"/>
                  </a:lnTo>
                  <a:lnTo>
                    <a:pt x="386906" y="29718"/>
                  </a:lnTo>
                  <a:lnTo>
                    <a:pt x="267843" y="29718"/>
                  </a:lnTo>
                  <a:lnTo>
                    <a:pt x="267843" y="59436"/>
                  </a:lnTo>
                  <a:lnTo>
                    <a:pt x="178594" y="59436"/>
                  </a:lnTo>
                  <a:lnTo>
                    <a:pt x="178594" y="89249"/>
                  </a:lnTo>
                  <a:lnTo>
                    <a:pt x="119063" y="89249"/>
                  </a:lnTo>
                  <a:lnTo>
                    <a:pt x="119063" y="119062"/>
                  </a:lnTo>
                  <a:lnTo>
                    <a:pt x="89249" y="119062"/>
                  </a:lnTo>
                  <a:lnTo>
                    <a:pt x="89249" y="178499"/>
                  </a:lnTo>
                  <a:lnTo>
                    <a:pt x="59531" y="178499"/>
                  </a:lnTo>
                  <a:lnTo>
                    <a:pt x="59531" y="267843"/>
                  </a:lnTo>
                  <a:lnTo>
                    <a:pt x="29718" y="267843"/>
                  </a:lnTo>
                  <a:lnTo>
                    <a:pt x="29718" y="416624"/>
                  </a:lnTo>
                  <a:lnTo>
                    <a:pt x="0" y="416624"/>
                  </a:lnTo>
                  <a:lnTo>
                    <a:pt x="0" y="238125"/>
                  </a:lnTo>
                  <a:lnTo>
                    <a:pt x="29718" y="238125"/>
                  </a:lnTo>
                  <a:lnTo>
                    <a:pt x="29718" y="148780"/>
                  </a:lnTo>
                  <a:lnTo>
                    <a:pt x="59531" y="148780"/>
                  </a:lnTo>
                  <a:lnTo>
                    <a:pt x="59531" y="89249"/>
                  </a:lnTo>
                  <a:lnTo>
                    <a:pt x="89249" y="89249"/>
                  </a:lnTo>
                  <a:lnTo>
                    <a:pt x="89249" y="59436"/>
                  </a:lnTo>
                  <a:lnTo>
                    <a:pt x="148780" y="59436"/>
                  </a:lnTo>
                  <a:lnTo>
                    <a:pt x="148780" y="29718"/>
                  </a:lnTo>
                  <a:lnTo>
                    <a:pt x="238125" y="29718"/>
                  </a:lnTo>
                  <a:lnTo>
                    <a:pt x="238125" y="0"/>
                  </a:lnTo>
                  <a:lnTo>
                    <a:pt x="416719" y="0"/>
                  </a:lnTo>
                  <a:lnTo>
                    <a:pt x="416719" y="29718"/>
                  </a:lnTo>
                  <a:lnTo>
                    <a:pt x="505968" y="29718"/>
                  </a:lnTo>
                  <a:lnTo>
                    <a:pt x="505968" y="59436"/>
                  </a:lnTo>
                  <a:lnTo>
                    <a:pt x="565499" y="59436"/>
                  </a:lnTo>
                  <a:lnTo>
                    <a:pt x="565499" y="89249"/>
                  </a:lnTo>
                  <a:lnTo>
                    <a:pt x="595313" y="89249"/>
                  </a:lnTo>
                  <a:lnTo>
                    <a:pt x="595313" y="148780"/>
                  </a:lnTo>
                  <a:lnTo>
                    <a:pt x="625031" y="148780"/>
                  </a:lnTo>
                  <a:lnTo>
                    <a:pt x="625031" y="238125"/>
                  </a:lnTo>
                  <a:lnTo>
                    <a:pt x="654844"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29"/>
            <p:cNvSpPr/>
            <p:nvPr/>
          </p:nvSpPr>
          <p:spPr>
            <a:xfrm>
              <a:off x="5394673" y="2683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29"/>
            <p:cNvSpPr/>
            <p:nvPr/>
          </p:nvSpPr>
          <p:spPr>
            <a:xfrm>
              <a:off x="5484018"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29"/>
            <p:cNvSpPr/>
            <p:nvPr/>
          </p:nvSpPr>
          <p:spPr>
            <a:xfrm>
              <a:off x="5186362" y="205854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29"/>
            <p:cNvSpPr/>
            <p:nvPr/>
          </p:nvSpPr>
          <p:spPr>
            <a:xfrm>
              <a:off x="5335142"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29"/>
            <p:cNvSpPr/>
            <p:nvPr/>
          </p:nvSpPr>
          <p:spPr>
            <a:xfrm>
              <a:off x="5245893" y="2058543"/>
              <a:ext cx="89249" cy="29717"/>
            </a:xfrm>
            <a:custGeom>
              <a:avLst/>
              <a:gdLst/>
              <a:ahLst/>
              <a:cxnLst/>
              <a:rect l="l" t="t" r="r" b="b"/>
              <a:pathLst>
                <a:path w="89249" h="29717" extrusionOk="0">
                  <a:moveTo>
                    <a:pt x="0" y="0"/>
                  </a:moveTo>
                  <a:lnTo>
                    <a:pt x="89249" y="0"/>
                  </a:lnTo>
                  <a:lnTo>
                    <a:pt x="89249"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29"/>
            <p:cNvSpPr/>
            <p:nvPr/>
          </p:nvSpPr>
          <p:spPr>
            <a:xfrm>
              <a:off x="5245893" y="1999107"/>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29"/>
            <p:cNvSpPr/>
            <p:nvPr/>
          </p:nvSpPr>
          <p:spPr>
            <a:xfrm>
              <a:off x="5186362" y="199910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29"/>
            <p:cNvSpPr/>
            <p:nvPr/>
          </p:nvSpPr>
          <p:spPr>
            <a:xfrm>
              <a:off x="5126830" y="21181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29"/>
            <p:cNvSpPr/>
            <p:nvPr/>
          </p:nvSpPr>
          <p:spPr>
            <a:xfrm>
              <a:off x="5037486" y="2802731"/>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29"/>
            <p:cNvSpPr/>
            <p:nvPr/>
          </p:nvSpPr>
          <p:spPr>
            <a:xfrm>
              <a:off x="5156548"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29"/>
            <p:cNvSpPr/>
            <p:nvPr/>
          </p:nvSpPr>
          <p:spPr>
            <a:xfrm>
              <a:off x="5394673" y="2802731"/>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29"/>
            <p:cNvSpPr/>
            <p:nvPr/>
          </p:nvSpPr>
          <p:spPr>
            <a:xfrm>
              <a:off x="5513736"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29"/>
            <p:cNvSpPr/>
            <p:nvPr/>
          </p:nvSpPr>
          <p:spPr>
            <a:xfrm>
              <a:off x="5126830" y="28919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29"/>
            <p:cNvSpPr/>
            <p:nvPr/>
          </p:nvSpPr>
          <p:spPr>
            <a:xfrm>
              <a:off x="5007768" y="2862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29"/>
            <p:cNvSpPr/>
            <p:nvPr/>
          </p:nvSpPr>
          <p:spPr>
            <a:xfrm>
              <a:off x="4977955"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29"/>
            <p:cNvSpPr/>
            <p:nvPr/>
          </p:nvSpPr>
          <p:spPr>
            <a:xfrm>
              <a:off x="5364955" y="2891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29"/>
            <p:cNvSpPr/>
            <p:nvPr/>
          </p:nvSpPr>
          <p:spPr>
            <a:xfrm>
              <a:off x="5543549"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29"/>
            <p:cNvSpPr/>
            <p:nvPr/>
          </p:nvSpPr>
          <p:spPr>
            <a:xfrm>
              <a:off x="5394673" y="286226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29"/>
            <p:cNvSpPr/>
            <p:nvPr/>
          </p:nvSpPr>
          <p:spPr>
            <a:xfrm>
              <a:off x="4858892"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29"/>
            <p:cNvSpPr/>
            <p:nvPr/>
          </p:nvSpPr>
          <p:spPr>
            <a:xfrm>
              <a:off x="4918423"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29"/>
            <p:cNvSpPr/>
            <p:nvPr/>
          </p:nvSpPr>
          <p:spPr>
            <a:xfrm>
              <a:off x="488870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29"/>
            <p:cNvSpPr/>
            <p:nvPr/>
          </p:nvSpPr>
          <p:spPr>
            <a:xfrm>
              <a:off x="4977955" y="271348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9" name="Google Shape;1859;p29"/>
            <p:cNvSpPr/>
            <p:nvPr/>
          </p:nvSpPr>
          <p:spPr>
            <a:xfrm>
              <a:off x="4948237"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0" name="Google Shape;1860;p29"/>
            <p:cNvSpPr/>
            <p:nvPr/>
          </p:nvSpPr>
          <p:spPr>
            <a:xfrm>
              <a:off x="4918423" y="2713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1" name="Google Shape;1861;p29"/>
            <p:cNvSpPr/>
            <p:nvPr/>
          </p:nvSpPr>
          <p:spPr>
            <a:xfrm>
              <a:off x="4829174"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2" name="Google Shape;1862;p29"/>
            <p:cNvSpPr/>
            <p:nvPr/>
          </p:nvSpPr>
          <p:spPr>
            <a:xfrm>
              <a:off x="488870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29"/>
            <p:cNvSpPr/>
            <p:nvPr/>
          </p:nvSpPr>
          <p:spPr>
            <a:xfrm>
              <a:off x="5186362" y="21181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4" name="Google Shape;1864;p29"/>
            <p:cNvSpPr/>
            <p:nvPr/>
          </p:nvSpPr>
          <p:spPr>
            <a:xfrm>
              <a:off x="5186362" y="1939480"/>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5" name="Google Shape;1865;p29"/>
            <p:cNvSpPr/>
            <p:nvPr/>
          </p:nvSpPr>
          <p:spPr>
            <a:xfrm>
              <a:off x="5364955" y="164191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6" name="Google Shape;1866;p29"/>
            <p:cNvSpPr/>
            <p:nvPr/>
          </p:nvSpPr>
          <p:spPr>
            <a:xfrm>
              <a:off x="5335142" y="164191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29"/>
            <p:cNvSpPr/>
            <p:nvPr/>
          </p:nvSpPr>
          <p:spPr>
            <a:xfrm>
              <a:off x="5335142" y="16121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29"/>
            <p:cNvSpPr/>
            <p:nvPr/>
          </p:nvSpPr>
          <p:spPr>
            <a:xfrm>
              <a:off x="5335142" y="16716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29"/>
            <p:cNvSpPr/>
            <p:nvPr/>
          </p:nvSpPr>
          <p:spPr>
            <a:xfrm>
              <a:off x="5245893" y="17609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29"/>
            <p:cNvSpPr/>
            <p:nvPr/>
          </p:nvSpPr>
          <p:spPr>
            <a:xfrm>
              <a:off x="5186362" y="1731168"/>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29"/>
            <p:cNvSpPr/>
            <p:nvPr/>
          </p:nvSpPr>
          <p:spPr>
            <a:xfrm>
              <a:off x="5216080" y="17907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29"/>
            <p:cNvSpPr/>
            <p:nvPr/>
          </p:nvSpPr>
          <p:spPr>
            <a:xfrm>
              <a:off x="5156548"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3" name="Google Shape;1873;p29"/>
            <p:cNvSpPr/>
            <p:nvPr/>
          </p:nvSpPr>
          <p:spPr>
            <a:xfrm>
              <a:off x="5245893"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4" name="Google Shape;1874;p29"/>
            <p:cNvSpPr/>
            <p:nvPr/>
          </p:nvSpPr>
          <p:spPr>
            <a:xfrm>
              <a:off x="5186362" y="170135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5" name="Google Shape;1875;p29"/>
            <p:cNvSpPr/>
            <p:nvPr/>
          </p:nvSpPr>
          <p:spPr>
            <a:xfrm>
              <a:off x="5364955"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6" name="Google Shape;1876;p29"/>
            <p:cNvSpPr/>
            <p:nvPr/>
          </p:nvSpPr>
          <p:spPr>
            <a:xfrm>
              <a:off x="5335142"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7" name="Google Shape;1877;p29"/>
            <p:cNvSpPr/>
            <p:nvPr/>
          </p:nvSpPr>
          <p:spPr>
            <a:xfrm>
              <a:off x="5364955"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29"/>
            <p:cNvSpPr/>
            <p:nvPr/>
          </p:nvSpPr>
          <p:spPr>
            <a:xfrm>
              <a:off x="5394673"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29"/>
            <p:cNvSpPr/>
            <p:nvPr/>
          </p:nvSpPr>
          <p:spPr>
            <a:xfrm>
              <a:off x="5364955"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29"/>
            <p:cNvSpPr/>
            <p:nvPr/>
          </p:nvSpPr>
          <p:spPr>
            <a:xfrm>
              <a:off x="5394673"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27"/>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CHALLENGES</a:t>
            </a:r>
            <a:endParaRPr dirty="0"/>
          </a:p>
        </p:txBody>
      </p:sp>
      <p:graphicFrame>
        <p:nvGraphicFramePr>
          <p:cNvPr id="1444" name="Google Shape;1444;p27"/>
          <p:cNvGraphicFramePr/>
          <p:nvPr>
            <p:extLst>
              <p:ext uri="{D42A27DB-BD31-4B8C-83A1-F6EECF244321}">
                <p14:modId xmlns:p14="http://schemas.microsoft.com/office/powerpoint/2010/main" val="2273906026"/>
              </p:ext>
            </p:extLst>
          </p:nvPr>
        </p:nvGraphicFramePr>
        <p:xfrm>
          <a:off x="713225" y="1611000"/>
          <a:ext cx="7713175" cy="2651640"/>
        </p:xfrm>
        <a:graphic>
          <a:graphicData uri="http://schemas.openxmlformats.org/drawingml/2006/table">
            <a:tbl>
              <a:tblPr>
                <a:noFill/>
                <a:tableStyleId>{C1C254FA-DB2C-4DEF-89B4-2998B2D509E9}</a:tableStyleId>
              </a:tblPr>
              <a:tblGrid>
                <a:gridCol w="2713100">
                  <a:extLst>
                    <a:ext uri="{9D8B030D-6E8A-4147-A177-3AD203B41FA5}">
                      <a16:colId xmlns:a16="http://schemas.microsoft.com/office/drawing/2014/main" val="20000"/>
                    </a:ext>
                  </a:extLst>
                </a:gridCol>
                <a:gridCol w="5000075">
                  <a:extLst>
                    <a:ext uri="{9D8B030D-6E8A-4147-A177-3AD203B41FA5}">
                      <a16:colId xmlns:a16="http://schemas.microsoft.com/office/drawing/2014/main" val="20001"/>
                    </a:ext>
                  </a:extLst>
                </a:gridCol>
              </a:tblGrid>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DATA</a:t>
                      </a:r>
                      <a:endParaRPr lang="en-US" sz="1800" dirty="0">
                        <a:solidFill>
                          <a:schemeClr val="lt1"/>
                        </a:solidFill>
                        <a:latin typeface="Segoe UI Black" panose="020B0A02040204020203" pitchFamily="34" charset="0"/>
                        <a:ea typeface="Press Start 2P"/>
                        <a:cs typeface="Segoe UI Semibold" panose="020B0702040204020203" pitchFamily="34" charset="0"/>
                        <a:sym typeface="Press Start 2P"/>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No dataset except run files (event- based JSON)</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DECK STATE</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marR="0" lvl="0" indent="0" algn="l" rtl="0">
                        <a:lnSpc>
                          <a:spcPct val="100000"/>
                        </a:lnSpc>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1300 possible cards, up to 50 cards in a deck, up to 65k Dimensions per record</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HIGH VARIANCE</a:t>
                      </a:r>
                    </a:p>
                  </a:txBody>
                  <a:tcPr marL="91425" marR="91425" marT="91425" marB="91425"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Neural network output predictions “jitter” too much between timesteps</a:t>
                      </a:r>
                    </a:p>
                  </a:txBody>
                  <a:tcPr marL="91425" marR="91425" marT="91425" marB="91425"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ASSESSING MODEL QUALITY</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800" dirty="0">
                          <a:solidFill>
                            <a:schemeClr val="dk1"/>
                          </a:solidFill>
                          <a:latin typeface="Aptos Narrow" panose="020B0004020202020204" pitchFamily="34" charset="0"/>
                          <a:ea typeface="Archivo"/>
                          <a:cs typeface="Archivo"/>
                          <a:sym typeface="Archivo"/>
                        </a:rPr>
                        <a:t>80% of runs lose. Ideal model should gradually build confidence, and lose it when a player “chokes”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sp>
        <p:nvSpPr>
          <p:cNvPr id="1452" name="Google Shape;1452;p28"/>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Data Processing – Encoding The Deck</a:t>
            </a:r>
            <a:endParaRPr dirty="0"/>
          </a:p>
        </p:txBody>
      </p:sp>
      <p:sp>
        <p:nvSpPr>
          <p:cNvPr id="1453" name="Google Shape;1453;p28"/>
          <p:cNvSpPr txBox="1">
            <a:spLocks noGrp="1"/>
          </p:cNvSpPr>
          <p:nvPr>
            <p:ph type="subTitle" idx="1"/>
          </p:nvPr>
        </p:nvSpPr>
        <p:spPr>
          <a:xfrm>
            <a:off x="804550" y="2253982"/>
            <a:ext cx="238860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126k Runs</a:t>
            </a:r>
            <a:endParaRPr sz="2400" dirty="0"/>
          </a:p>
        </p:txBody>
      </p:sp>
      <p:sp>
        <p:nvSpPr>
          <p:cNvPr id="1454" name="Google Shape;1454;p28"/>
          <p:cNvSpPr txBox="1">
            <a:spLocks noGrp="1"/>
          </p:cNvSpPr>
          <p:nvPr>
            <p:ph type="subTitle" idx="2"/>
          </p:nvPr>
        </p:nvSpPr>
        <p:spPr>
          <a:xfrm>
            <a:off x="804550" y="2675425"/>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Segoe UI Semibold" panose="020B0702040204020203" pitchFamily="34" charset="0"/>
              </a:rPr>
              <a:t>Published by a Slay the Spire Developer on Reddit!</a:t>
            </a:r>
            <a:endParaRPr sz="1500" dirty="0">
              <a:latin typeface="Segoe UI Semibold" panose="020B0702040204020203" pitchFamily="34" charset="0"/>
            </a:endParaRPr>
          </a:p>
        </p:txBody>
      </p:sp>
      <p:sp>
        <p:nvSpPr>
          <p:cNvPr id="1455" name="Google Shape;1455;p28"/>
          <p:cNvSpPr txBox="1">
            <a:spLocks noGrp="1"/>
          </p:cNvSpPr>
          <p:nvPr>
            <p:ph type="subTitle" idx="3"/>
          </p:nvPr>
        </p:nvSpPr>
        <p:spPr>
          <a:xfrm>
            <a:off x="3377700" y="2253985"/>
            <a:ext cx="238860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3M Floors</a:t>
            </a:r>
            <a:endParaRPr sz="2400" dirty="0"/>
          </a:p>
        </p:txBody>
      </p:sp>
      <p:sp>
        <p:nvSpPr>
          <p:cNvPr id="1456" name="Google Shape;1456;p28"/>
          <p:cNvSpPr txBox="1">
            <a:spLocks noGrp="1"/>
          </p:cNvSpPr>
          <p:nvPr>
            <p:ph type="subTitle" idx="4"/>
          </p:nvPr>
        </p:nvSpPr>
        <p:spPr>
          <a:xfrm>
            <a:off x="3377700" y="2675428"/>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500" dirty="0">
                <a:latin typeface="Segoe UI Semibold" panose="020B0702040204020203" pitchFamily="34" charset="0"/>
              </a:rPr>
              <a:t>Each with a running deck state array</a:t>
            </a:r>
          </a:p>
          <a:p>
            <a:pPr marL="0" lvl="0" indent="0" algn="ctr" rtl="0">
              <a:spcBef>
                <a:spcPts val="0"/>
              </a:spcBef>
              <a:spcAft>
                <a:spcPts val="0"/>
              </a:spcAft>
              <a:buNone/>
            </a:pPr>
            <a:endParaRPr lang="en-US" sz="1500" dirty="0">
              <a:latin typeface="Segoe UI Semibold" panose="020B0702040204020203" pitchFamily="34" charset="0"/>
            </a:endParaRPr>
          </a:p>
        </p:txBody>
      </p:sp>
      <p:sp>
        <p:nvSpPr>
          <p:cNvPr id="1457" name="Google Shape;1457;p28"/>
          <p:cNvSpPr txBox="1">
            <a:spLocks noGrp="1"/>
          </p:cNvSpPr>
          <p:nvPr>
            <p:ph type="subTitle" idx="5"/>
          </p:nvPr>
        </p:nvSpPr>
        <p:spPr>
          <a:xfrm>
            <a:off x="5675790" y="2253985"/>
            <a:ext cx="292552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400" dirty="0"/>
              <a:t>Encode Deck</a:t>
            </a:r>
            <a:endParaRPr sz="2400" dirty="0"/>
          </a:p>
        </p:txBody>
      </p:sp>
      <p:sp>
        <p:nvSpPr>
          <p:cNvPr id="1458" name="Google Shape;1458;p28"/>
          <p:cNvSpPr txBox="1">
            <a:spLocks noGrp="1"/>
          </p:cNvSpPr>
          <p:nvPr>
            <p:ph type="subTitle" idx="6"/>
          </p:nvPr>
        </p:nvSpPr>
        <p:spPr>
          <a:xfrm>
            <a:off x="5950850" y="2675428"/>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Segoe UI Semibold" panose="020B0702040204020203" pitchFamily="34" charset="0"/>
              </a:rPr>
              <a:t>C</a:t>
            </a:r>
            <a:r>
              <a:rPr lang="en-US" sz="1500" dirty="0">
                <a:latin typeface="Segoe UI Semibold" panose="020B0702040204020203" pitchFamily="34" charset="0"/>
              </a:rPr>
              <a:t>ount occurences of each card. Then reduce dimensionality</a:t>
            </a:r>
            <a:endParaRPr lang="en" sz="1500" dirty="0">
              <a:latin typeface="Segoe UI Semibold" panose="020B0702040204020203" pitchFamily="34" charset="0"/>
            </a:endParaRPr>
          </a:p>
          <a:p>
            <a:pPr marL="0" lvl="0" indent="0" algn="ctr" rtl="0">
              <a:spcBef>
                <a:spcPts val="0"/>
              </a:spcBef>
              <a:spcAft>
                <a:spcPts val="0"/>
              </a:spcAft>
              <a:buNone/>
            </a:pPr>
            <a:endParaRPr sz="1500" dirty="0">
              <a:latin typeface="Segoe UI Semibold" panose="020B0702040204020203" pitchFamily="34" charset="0"/>
            </a:endParaRPr>
          </a:p>
        </p:txBody>
      </p:sp>
      <p:sp>
        <p:nvSpPr>
          <p:cNvPr id="1459" name="Google Shape;1459;p28"/>
          <p:cNvSpPr txBox="1">
            <a:spLocks noGrp="1"/>
          </p:cNvSpPr>
          <p:nvPr>
            <p:ph type="title" idx="7"/>
          </p:nvPr>
        </p:nvSpPr>
        <p:spPr>
          <a:xfrm>
            <a:off x="152815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460" name="Google Shape;1460;p28"/>
          <p:cNvSpPr txBox="1">
            <a:spLocks noGrp="1"/>
          </p:cNvSpPr>
          <p:nvPr>
            <p:ph type="title" idx="8"/>
          </p:nvPr>
        </p:nvSpPr>
        <p:spPr>
          <a:xfrm>
            <a:off x="410130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1461" name="Google Shape;1461;p28"/>
          <p:cNvSpPr txBox="1">
            <a:spLocks noGrp="1"/>
          </p:cNvSpPr>
          <p:nvPr>
            <p:ph type="title" idx="9"/>
          </p:nvPr>
        </p:nvSpPr>
        <p:spPr>
          <a:xfrm>
            <a:off x="667445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 name="Arrow: Right 1">
            <a:extLst>
              <a:ext uri="{FF2B5EF4-FFF2-40B4-BE49-F238E27FC236}">
                <a16:creationId xmlns:a16="http://schemas.microsoft.com/office/drawing/2014/main" id="{53C1EFEC-D54B-E435-8048-EEDEEF73FC6D}"/>
              </a:ext>
            </a:extLst>
          </p:cNvPr>
          <p:cNvSpPr/>
          <p:nvPr/>
        </p:nvSpPr>
        <p:spPr>
          <a:xfrm>
            <a:off x="2906486" y="1796143"/>
            <a:ext cx="849085" cy="451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extLst>
              <a:ext uri="{FF2B5EF4-FFF2-40B4-BE49-F238E27FC236}">
                <a16:creationId xmlns:a16="http://schemas.microsoft.com/office/drawing/2014/main" id="{110DC83C-DDFD-BC35-96C3-6872597969CD}"/>
              </a:ext>
            </a:extLst>
          </p:cNvPr>
          <p:cNvSpPr/>
          <p:nvPr/>
        </p:nvSpPr>
        <p:spPr>
          <a:xfrm>
            <a:off x="5387321" y="1737675"/>
            <a:ext cx="849085" cy="451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sp>
        <p:nvSpPr>
          <p:cNvPr id="1886" name="Google Shape;1886;p30"/>
          <p:cNvSpPr txBox="1">
            <a:spLocks noGrp="1"/>
          </p:cNvSpPr>
          <p:nvPr>
            <p:ph type="title"/>
          </p:nvPr>
        </p:nvSpPr>
        <p:spPr>
          <a:xfrm>
            <a:off x="202657" y="399927"/>
            <a:ext cx="8738686" cy="8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Dimensionality Reduction – Singular Value Decomposition</a:t>
            </a:r>
            <a:endParaRPr dirty="0"/>
          </a:p>
        </p:txBody>
      </p:sp>
      <p:sp>
        <p:nvSpPr>
          <p:cNvPr id="3" name="Subtitle 2">
            <a:extLst>
              <a:ext uri="{FF2B5EF4-FFF2-40B4-BE49-F238E27FC236}">
                <a16:creationId xmlns:a16="http://schemas.microsoft.com/office/drawing/2014/main" id="{72FCC379-1082-E5DF-ABDC-F78492562278}"/>
              </a:ext>
            </a:extLst>
          </p:cNvPr>
          <p:cNvSpPr>
            <a:spLocks noGrp="1"/>
          </p:cNvSpPr>
          <p:nvPr>
            <p:ph type="subTitle" idx="1"/>
          </p:nvPr>
        </p:nvSpPr>
        <p:spPr>
          <a:xfrm>
            <a:off x="713225" y="4036741"/>
            <a:ext cx="3722700" cy="484583"/>
          </a:xfrm>
        </p:spPr>
        <p:txBody>
          <a:bodyPr/>
          <a:lstStyle/>
          <a:p>
            <a:pPr marL="114300" indent="0">
              <a:buNone/>
            </a:pPr>
            <a:r>
              <a:rPr lang="en-US" dirty="0">
                <a:latin typeface="Segoe UI Semibold" panose="020B0702040204020203" pitchFamily="34" charset="0"/>
              </a:rPr>
              <a:t>86% of </a:t>
            </a:r>
            <a:r>
              <a:rPr lang="en-US" b="1" u="sng" dirty="0">
                <a:latin typeface="Segoe UI Semibold" panose="020B0702040204020203" pitchFamily="34" charset="0"/>
              </a:rPr>
              <a:t>deck</a:t>
            </a:r>
            <a:r>
              <a:rPr lang="en-US" b="1" dirty="0">
                <a:latin typeface="Segoe UI Semibold" panose="020B0702040204020203" pitchFamily="34" charset="0"/>
              </a:rPr>
              <a:t> variance captured in 128 Components</a:t>
            </a:r>
            <a:endParaRPr lang="en-US" dirty="0">
              <a:latin typeface="Segoe UI Semibold" panose="020B0702040204020203" pitchFamily="34" charset="0"/>
            </a:endParaRPr>
          </a:p>
        </p:txBody>
      </p:sp>
      <p:pic>
        <p:nvPicPr>
          <p:cNvPr id="2050" name="Picture 2">
            <a:extLst>
              <a:ext uri="{FF2B5EF4-FFF2-40B4-BE49-F238E27FC236}">
                <a16:creationId xmlns:a16="http://schemas.microsoft.com/office/drawing/2014/main" id="{B23579F7-A9B4-5B4D-F193-09E173273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234" y="1471503"/>
            <a:ext cx="3196682" cy="256523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C8C62078-C926-41E9-61A7-02A630806245}"/>
              </a:ext>
            </a:extLst>
          </p:cNvPr>
          <p:cNvSpPr txBox="1">
            <a:spLocks/>
          </p:cNvSpPr>
          <p:nvPr/>
        </p:nvSpPr>
        <p:spPr>
          <a:xfrm>
            <a:off x="5088220" y="4036740"/>
            <a:ext cx="3722700" cy="4845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100"/>
              <a:buFont typeface="Nunito Light"/>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chemeClr val="dk1"/>
              </a:buClr>
              <a:buSzPts val="1600"/>
              <a:buFont typeface="Nunito Light"/>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chemeClr val="dk1"/>
              </a:buClr>
              <a:buSzPts val="1500"/>
              <a:buFont typeface="Nunito Light"/>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chemeClr val="dk1"/>
              </a:buClr>
              <a:buSzPts val="1500"/>
              <a:buFont typeface="Nunito Light"/>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chemeClr val="dk1"/>
              </a:buClr>
              <a:buSzPts val="1300"/>
              <a:buFont typeface="Nunito Light"/>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chemeClr val="dk1"/>
              </a:buClr>
              <a:buSzPts val="1300"/>
              <a:buFont typeface="Nunito Light"/>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9pPr>
          </a:lstStyle>
          <a:p>
            <a:pPr marL="114300" indent="0">
              <a:buFont typeface="Nunito Light"/>
              <a:buNone/>
            </a:pPr>
            <a:r>
              <a:rPr lang="en-US" dirty="0">
                <a:latin typeface="Segoe UI Semibold" panose="020B0702040204020203" pitchFamily="34" charset="0"/>
              </a:rPr>
              <a:t>SVD components track how well a deck scales into the late game (SVD4 clusters run-deciding cards)</a:t>
            </a:r>
          </a:p>
        </p:txBody>
      </p:sp>
      <p:pic>
        <p:nvPicPr>
          <p:cNvPr id="2052" name="Picture 4">
            <a:extLst>
              <a:ext uri="{FF2B5EF4-FFF2-40B4-BE49-F238E27FC236}">
                <a16:creationId xmlns:a16="http://schemas.microsoft.com/office/drawing/2014/main" id="{DD8A15CB-A7E4-4DE5-DB3E-D8167ABFAF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9783" y="1471503"/>
            <a:ext cx="3139574" cy="25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34"/>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Models</a:t>
            </a:r>
            <a:endParaRPr dirty="0"/>
          </a:p>
        </p:txBody>
      </p:sp>
      <p:sp>
        <p:nvSpPr>
          <p:cNvPr id="2260" name="Google Shape;2260;p34"/>
          <p:cNvSpPr txBox="1"/>
          <p:nvPr/>
        </p:nvSpPr>
        <p:spPr>
          <a:xfrm flipH="1">
            <a:off x="11308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Segoe UI Black" panose="020B0A02040204020203" pitchFamily="34" charset="0"/>
                <a:ea typeface="Archivo"/>
                <a:cs typeface="Archivo"/>
                <a:sym typeface="Archivo"/>
              </a:rPr>
              <a:t>Baseline: Majority by floor</a:t>
            </a:r>
            <a:endParaRPr sz="1200" dirty="0">
              <a:solidFill>
                <a:schemeClr val="dk1"/>
              </a:solidFill>
              <a:latin typeface="Segoe UI Black" panose="020B0A02040204020203" pitchFamily="34" charset="0"/>
              <a:ea typeface="Archivo"/>
              <a:cs typeface="Archivo"/>
              <a:sym typeface="Archivo"/>
            </a:endParaRPr>
          </a:p>
        </p:txBody>
      </p:sp>
      <p:sp>
        <p:nvSpPr>
          <p:cNvPr id="2261" name="Google Shape;2261;p34"/>
          <p:cNvSpPr txBox="1"/>
          <p:nvPr/>
        </p:nvSpPr>
        <p:spPr>
          <a:xfrm flipH="1">
            <a:off x="1305450"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01</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2" name="Google Shape;2262;p34"/>
          <p:cNvSpPr txBox="1"/>
          <p:nvPr/>
        </p:nvSpPr>
        <p:spPr>
          <a:xfrm flipH="1">
            <a:off x="29959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4C2A19"/>
              </a:buClr>
              <a:buSzPts val="1100"/>
              <a:buFont typeface="Arial"/>
              <a:buNone/>
            </a:pPr>
            <a:r>
              <a:rPr lang="en-US" sz="1200" dirty="0">
                <a:solidFill>
                  <a:schemeClr val="dk1"/>
                </a:solidFill>
                <a:latin typeface="Segoe UI Black" panose="020B0A02040204020203" pitchFamily="34" charset="0"/>
                <a:ea typeface="Archivo"/>
                <a:cs typeface="Archivo"/>
                <a:sym typeface="Archivo"/>
              </a:rPr>
              <a:t>Logistic Regression</a:t>
            </a:r>
            <a:endParaRPr sz="1200" dirty="0">
              <a:solidFill>
                <a:schemeClr val="dk1"/>
              </a:solidFill>
              <a:latin typeface="Segoe UI Black" panose="020B0A02040204020203" pitchFamily="34" charset="0"/>
              <a:ea typeface="Archivo"/>
              <a:cs typeface="Archivo"/>
              <a:sym typeface="Archivo"/>
            </a:endParaRPr>
          </a:p>
        </p:txBody>
      </p:sp>
      <p:sp>
        <p:nvSpPr>
          <p:cNvPr id="2263" name="Google Shape;2263;p34"/>
          <p:cNvSpPr txBox="1"/>
          <p:nvPr/>
        </p:nvSpPr>
        <p:spPr>
          <a:xfrm flipH="1">
            <a:off x="3170517"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02</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4" name="Google Shape;2264;p34"/>
          <p:cNvSpPr txBox="1"/>
          <p:nvPr/>
        </p:nvSpPr>
        <p:spPr>
          <a:xfrm flipH="1">
            <a:off x="48610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Segoe UI Black" panose="020B0A02040204020203" pitchFamily="34" charset="0"/>
                <a:ea typeface="Archivo"/>
                <a:cs typeface="Archivo"/>
                <a:sym typeface="Archivo"/>
              </a:rPr>
              <a:t>Neural Networks / DNNs</a:t>
            </a:r>
            <a:endParaRPr sz="1200" dirty="0">
              <a:solidFill>
                <a:schemeClr val="dk1"/>
              </a:solidFill>
              <a:latin typeface="Segoe UI Black" panose="020B0A02040204020203" pitchFamily="34" charset="0"/>
              <a:ea typeface="Archivo"/>
              <a:cs typeface="Archivo"/>
              <a:sym typeface="Archivo"/>
            </a:endParaRPr>
          </a:p>
        </p:txBody>
      </p:sp>
      <p:sp>
        <p:nvSpPr>
          <p:cNvPr id="2265" name="Google Shape;2265;p34"/>
          <p:cNvSpPr txBox="1"/>
          <p:nvPr/>
        </p:nvSpPr>
        <p:spPr>
          <a:xfrm flipH="1">
            <a:off x="5035658"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03</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6" name="Google Shape;2266;p34"/>
          <p:cNvSpPr txBox="1"/>
          <p:nvPr/>
        </p:nvSpPr>
        <p:spPr>
          <a:xfrm flipH="1">
            <a:off x="67261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200" dirty="0">
                <a:solidFill>
                  <a:schemeClr val="dk1"/>
                </a:solidFill>
                <a:latin typeface="Segoe UI Black" panose="020B0A02040204020203" pitchFamily="34" charset="0"/>
                <a:ea typeface="Archivo"/>
                <a:cs typeface="Archivo"/>
                <a:sym typeface="Archivo"/>
              </a:rPr>
              <a:t>LSTMs</a:t>
            </a:r>
          </a:p>
          <a:p>
            <a:pPr marL="0" lvl="0" indent="0" algn="ctr" rtl="0">
              <a:spcBef>
                <a:spcPts val="0"/>
              </a:spcBef>
              <a:spcAft>
                <a:spcPts val="0"/>
              </a:spcAft>
              <a:buClr>
                <a:srgbClr val="000000"/>
              </a:buClr>
              <a:buSzPts val="1100"/>
              <a:buFont typeface="Arial"/>
              <a:buNone/>
            </a:pPr>
            <a:r>
              <a:rPr lang="en" sz="1200" dirty="0">
                <a:solidFill>
                  <a:schemeClr val="dk1"/>
                </a:solidFill>
                <a:latin typeface="Segoe UI Black" panose="020B0A02040204020203" pitchFamily="34" charset="0"/>
                <a:ea typeface="Archivo"/>
                <a:cs typeface="Archivo"/>
                <a:sym typeface="Archivo"/>
              </a:rPr>
              <a:t>(RMSProp)</a:t>
            </a:r>
            <a:endParaRPr sz="1200" dirty="0">
              <a:solidFill>
                <a:schemeClr val="dk1"/>
              </a:solidFill>
              <a:latin typeface="Segoe UI Black" panose="020B0A02040204020203" pitchFamily="34" charset="0"/>
              <a:ea typeface="Archivo"/>
              <a:cs typeface="Archivo"/>
              <a:sym typeface="Archivo"/>
            </a:endParaRPr>
          </a:p>
        </p:txBody>
      </p:sp>
      <p:sp>
        <p:nvSpPr>
          <p:cNvPr id="2267" name="Google Shape;2267;p34"/>
          <p:cNvSpPr txBox="1"/>
          <p:nvPr/>
        </p:nvSpPr>
        <p:spPr>
          <a:xfrm flipH="1">
            <a:off x="6900750"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04</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cxnSp>
        <p:nvCxnSpPr>
          <p:cNvPr id="2268" name="Google Shape;2268;p34"/>
          <p:cNvCxnSpPr>
            <a:stCxn id="2260" idx="0"/>
            <a:endCxn id="2269" idx="2"/>
          </p:cNvCxnSpPr>
          <p:nvPr/>
        </p:nvCxnSpPr>
        <p:spPr>
          <a:xfrm rot="10800000">
            <a:off x="17743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69" name="Google Shape;2269;p34"/>
          <p:cNvSpPr/>
          <p:nvPr/>
        </p:nvSpPr>
        <p:spPr>
          <a:xfrm>
            <a:off x="17376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0" name="Google Shape;2270;p34"/>
          <p:cNvCxnSpPr>
            <a:stCxn id="2271" idx="1"/>
            <a:endCxn id="2261" idx="1"/>
          </p:cNvCxnSpPr>
          <p:nvPr/>
        </p:nvCxnSpPr>
        <p:spPr>
          <a:xfrm rot="10800000">
            <a:off x="2243188"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1" name="Google Shape;2271;p34"/>
          <p:cNvSpPr/>
          <p:nvPr/>
        </p:nvSpPr>
        <p:spPr>
          <a:xfrm>
            <a:off x="2670088"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2" name="Google Shape;2272;p34"/>
          <p:cNvCxnSpPr>
            <a:stCxn id="2273" idx="1"/>
            <a:endCxn id="2263" idx="1"/>
          </p:cNvCxnSpPr>
          <p:nvPr/>
        </p:nvCxnSpPr>
        <p:spPr>
          <a:xfrm rot="10800000">
            <a:off x="4108325"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3" name="Google Shape;2273;p34"/>
          <p:cNvSpPr/>
          <p:nvPr/>
        </p:nvSpPr>
        <p:spPr>
          <a:xfrm>
            <a:off x="4535225"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4" name="Google Shape;2274;p34"/>
          <p:cNvCxnSpPr>
            <a:stCxn id="2275" idx="1"/>
            <a:endCxn id="2265" idx="1"/>
          </p:cNvCxnSpPr>
          <p:nvPr/>
        </p:nvCxnSpPr>
        <p:spPr>
          <a:xfrm rot="10800000">
            <a:off x="5973475"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5" name="Google Shape;2275;p34"/>
          <p:cNvSpPr/>
          <p:nvPr/>
        </p:nvSpPr>
        <p:spPr>
          <a:xfrm>
            <a:off x="6400375"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6" name="Google Shape;2276;p34"/>
          <p:cNvCxnSpPr>
            <a:stCxn id="2269" idx="0"/>
            <a:endCxn id="2261" idx="2"/>
          </p:cNvCxnSpPr>
          <p:nvPr/>
        </p:nvCxnSpPr>
        <p:spPr>
          <a:xfrm rot="10800000">
            <a:off x="17743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77" name="Google Shape;2277;p34"/>
          <p:cNvCxnSpPr>
            <a:stCxn id="2262" idx="0"/>
            <a:endCxn id="2278" idx="2"/>
          </p:cNvCxnSpPr>
          <p:nvPr/>
        </p:nvCxnSpPr>
        <p:spPr>
          <a:xfrm rot="10800000">
            <a:off x="36394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78" name="Google Shape;2278;p34"/>
          <p:cNvSpPr/>
          <p:nvPr/>
        </p:nvSpPr>
        <p:spPr>
          <a:xfrm>
            <a:off x="36027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9" name="Google Shape;2279;p34"/>
          <p:cNvCxnSpPr>
            <a:stCxn id="2278" idx="0"/>
            <a:endCxn id="2263" idx="2"/>
          </p:cNvCxnSpPr>
          <p:nvPr/>
        </p:nvCxnSpPr>
        <p:spPr>
          <a:xfrm rot="10800000">
            <a:off x="36394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0" name="Google Shape;2280;p34"/>
          <p:cNvCxnSpPr>
            <a:stCxn id="2264" idx="0"/>
            <a:endCxn id="2281" idx="2"/>
          </p:cNvCxnSpPr>
          <p:nvPr/>
        </p:nvCxnSpPr>
        <p:spPr>
          <a:xfrm rot="10800000">
            <a:off x="55045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81" name="Google Shape;2281;p34"/>
          <p:cNvSpPr/>
          <p:nvPr/>
        </p:nvSpPr>
        <p:spPr>
          <a:xfrm>
            <a:off x="54678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82" name="Google Shape;2282;p34"/>
          <p:cNvCxnSpPr>
            <a:stCxn id="2281" idx="0"/>
            <a:endCxn id="2265" idx="2"/>
          </p:cNvCxnSpPr>
          <p:nvPr/>
        </p:nvCxnSpPr>
        <p:spPr>
          <a:xfrm rot="10800000">
            <a:off x="55045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3" name="Google Shape;2283;p34"/>
          <p:cNvCxnSpPr>
            <a:stCxn id="2266" idx="0"/>
            <a:endCxn id="2284" idx="2"/>
          </p:cNvCxnSpPr>
          <p:nvPr/>
        </p:nvCxnSpPr>
        <p:spPr>
          <a:xfrm rot="10800000">
            <a:off x="73696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84" name="Google Shape;2284;p34"/>
          <p:cNvSpPr/>
          <p:nvPr/>
        </p:nvSpPr>
        <p:spPr>
          <a:xfrm>
            <a:off x="73329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85" name="Google Shape;2285;p34"/>
          <p:cNvCxnSpPr>
            <a:stCxn id="2284" idx="0"/>
            <a:endCxn id="2267" idx="2"/>
          </p:cNvCxnSpPr>
          <p:nvPr/>
        </p:nvCxnSpPr>
        <p:spPr>
          <a:xfrm rot="10800000">
            <a:off x="73696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6" name="Google Shape;2286;p34"/>
          <p:cNvCxnSpPr>
            <a:stCxn id="2263" idx="3"/>
            <a:endCxn id="2271" idx="3"/>
          </p:cNvCxnSpPr>
          <p:nvPr/>
        </p:nvCxnSpPr>
        <p:spPr>
          <a:xfrm rot="10800000">
            <a:off x="2743617" y="2173338"/>
            <a:ext cx="426900" cy="0"/>
          </a:xfrm>
          <a:prstGeom prst="straightConnector1">
            <a:avLst/>
          </a:prstGeom>
          <a:noFill/>
          <a:ln w="19050" cap="flat" cmpd="sng">
            <a:solidFill>
              <a:schemeClr val="dk1"/>
            </a:solidFill>
            <a:prstDash val="solid"/>
            <a:round/>
            <a:headEnd type="none" w="med" len="med"/>
            <a:tailEnd type="none" w="med" len="med"/>
          </a:ln>
        </p:spPr>
      </p:cxnSp>
      <p:cxnSp>
        <p:nvCxnSpPr>
          <p:cNvPr id="2287" name="Google Shape;2287;p34"/>
          <p:cNvCxnSpPr>
            <a:stCxn id="2265" idx="3"/>
            <a:endCxn id="2273" idx="3"/>
          </p:cNvCxnSpPr>
          <p:nvPr/>
        </p:nvCxnSpPr>
        <p:spPr>
          <a:xfrm rot="10800000">
            <a:off x="4608758" y="2173338"/>
            <a:ext cx="426900" cy="0"/>
          </a:xfrm>
          <a:prstGeom prst="straightConnector1">
            <a:avLst/>
          </a:prstGeom>
          <a:noFill/>
          <a:ln w="19050" cap="flat" cmpd="sng">
            <a:solidFill>
              <a:schemeClr val="dk1"/>
            </a:solidFill>
            <a:prstDash val="solid"/>
            <a:round/>
            <a:headEnd type="none" w="med" len="med"/>
            <a:tailEnd type="none" w="med" len="med"/>
          </a:ln>
        </p:spPr>
      </p:cxnSp>
      <p:cxnSp>
        <p:nvCxnSpPr>
          <p:cNvPr id="2288" name="Google Shape;2288;p34"/>
          <p:cNvCxnSpPr>
            <a:stCxn id="2267" idx="3"/>
            <a:endCxn id="2275" idx="3"/>
          </p:cNvCxnSpPr>
          <p:nvPr/>
        </p:nvCxnSpPr>
        <p:spPr>
          <a:xfrm rot="10800000">
            <a:off x="6473850" y="2173338"/>
            <a:ext cx="426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4" name="Google Shape;2254;p33"/>
          <p:cNvSpPr txBox="1">
            <a:spLocks noGrp="1"/>
          </p:cNvSpPr>
          <p:nvPr>
            <p:ph type="title"/>
          </p:nvPr>
        </p:nvSpPr>
        <p:spPr>
          <a:xfrm>
            <a:off x="408878" y="521225"/>
            <a:ext cx="8021922" cy="80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 Comparison</a:t>
            </a:r>
            <a:endParaRPr dirty="0"/>
          </a:p>
        </p:txBody>
      </p:sp>
      <p:sp>
        <p:nvSpPr>
          <p:cNvPr id="7" name="Subtitle 6">
            <a:extLst>
              <a:ext uri="{FF2B5EF4-FFF2-40B4-BE49-F238E27FC236}">
                <a16:creationId xmlns:a16="http://schemas.microsoft.com/office/drawing/2014/main" id="{8E8DF9FB-C1A6-69E4-6790-FCC688429A3C}"/>
              </a:ext>
            </a:extLst>
          </p:cNvPr>
          <p:cNvSpPr>
            <a:spLocks noGrp="1"/>
          </p:cNvSpPr>
          <p:nvPr>
            <p:ph type="subTitle" idx="1"/>
          </p:nvPr>
        </p:nvSpPr>
        <p:spPr>
          <a:xfrm>
            <a:off x="4980878" y="3902927"/>
            <a:ext cx="3449922" cy="570998"/>
          </a:xfrm>
        </p:spPr>
        <p:txBody>
          <a:bodyPr/>
          <a:lstStyle/>
          <a:p>
            <a:pPr marL="114300" indent="0">
              <a:buNone/>
            </a:pPr>
            <a:r>
              <a:rPr lang="en-US" dirty="0">
                <a:latin typeface="Segoe UI Semibold" panose="020B0702040204020203" pitchFamily="34" charset="0"/>
              </a:rPr>
              <a:t>High recall throughout run, confident earlier, smooth predictions. Still finds “choke” points.</a:t>
            </a:r>
          </a:p>
        </p:txBody>
      </p:sp>
      <p:sp>
        <p:nvSpPr>
          <p:cNvPr id="8" name="Subtitle 6">
            <a:extLst>
              <a:ext uri="{FF2B5EF4-FFF2-40B4-BE49-F238E27FC236}">
                <a16:creationId xmlns:a16="http://schemas.microsoft.com/office/drawing/2014/main" id="{A2E35FFD-BAD7-A932-7AFF-C101F8793A78}"/>
              </a:ext>
            </a:extLst>
          </p:cNvPr>
          <p:cNvSpPr txBox="1">
            <a:spLocks/>
          </p:cNvSpPr>
          <p:nvPr/>
        </p:nvSpPr>
        <p:spPr>
          <a:xfrm>
            <a:off x="0" y="3902927"/>
            <a:ext cx="4364400" cy="5709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200"/>
              <a:buFont typeface="Chivo"/>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9pPr>
          </a:lstStyle>
          <a:p>
            <a:pPr marL="114300" indent="0">
              <a:buFont typeface="Chivo"/>
              <a:buNone/>
            </a:pPr>
            <a:endParaRPr lang="en-US" b="1" dirty="0"/>
          </a:p>
        </p:txBody>
      </p:sp>
      <p:pic>
        <p:nvPicPr>
          <p:cNvPr id="5122" name="Picture 2">
            <a:extLst>
              <a:ext uri="{FF2B5EF4-FFF2-40B4-BE49-F238E27FC236}">
                <a16:creationId xmlns:a16="http://schemas.microsoft.com/office/drawing/2014/main" id="{C1ECF36A-8B03-BE03-99B6-4A3BBB03A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31" y="1620188"/>
            <a:ext cx="3917794" cy="1903123"/>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6">
            <a:extLst>
              <a:ext uri="{FF2B5EF4-FFF2-40B4-BE49-F238E27FC236}">
                <a16:creationId xmlns:a16="http://schemas.microsoft.com/office/drawing/2014/main" id="{9ACF55E3-C3E9-E435-5E36-FC5AF5E8AE8C}"/>
              </a:ext>
            </a:extLst>
          </p:cNvPr>
          <p:cNvSpPr txBox="1">
            <a:spLocks/>
          </p:cNvSpPr>
          <p:nvPr/>
        </p:nvSpPr>
        <p:spPr>
          <a:xfrm>
            <a:off x="408878" y="3973551"/>
            <a:ext cx="3449922" cy="5709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200"/>
              <a:buFont typeface="Chivo"/>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9pPr>
          </a:lstStyle>
          <a:p>
            <a:pPr marL="114300" indent="0">
              <a:buFont typeface="Chivo"/>
              <a:buNone/>
            </a:pPr>
            <a:r>
              <a:rPr lang="en-US" dirty="0">
                <a:latin typeface="Segoe UI Semibold" panose="020B0702040204020203" pitchFamily="34" charset="0"/>
              </a:rPr>
              <a:t>Can determine when a run “chokes”, but is too volatiles</a:t>
            </a:r>
          </a:p>
        </p:txBody>
      </p:sp>
      <p:pic>
        <p:nvPicPr>
          <p:cNvPr id="5124" name="Picture 4">
            <a:extLst>
              <a:ext uri="{FF2B5EF4-FFF2-40B4-BE49-F238E27FC236}">
                <a16:creationId xmlns:a16="http://schemas.microsoft.com/office/drawing/2014/main" id="{63836A3E-CFD3-4101-F304-0CCB6B7FF7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4966" y="1620188"/>
            <a:ext cx="3808116" cy="1849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31"/>
          <p:cNvSpPr txBox="1">
            <a:spLocks noGrp="1"/>
          </p:cNvSpPr>
          <p:nvPr>
            <p:ph type="title"/>
          </p:nvPr>
        </p:nvSpPr>
        <p:spPr>
          <a:xfrm flipH="1">
            <a:off x="1803150" y="564466"/>
            <a:ext cx="5537700" cy="7200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30352"/>
              </a:buClr>
              <a:buSzPts val="1100"/>
              <a:buFont typeface="Arial"/>
              <a:buNone/>
            </a:pPr>
            <a:r>
              <a:rPr lang="en" sz="4000" dirty="0"/>
              <a:t>Are We Leaking?</a:t>
            </a:r>
            <a:endParaRPr sz="4000" dirty="0"/>
          </a:p>
        </p:txBody>
      </p:sp>
      <p:grpSp>
        <p:nvGrpSpPr>
          <p:cNvPr id="1894" name="Google Shape;1894;p31"/>
          <p:cNvGrpSpPr/>
          <p:nvPr/>
        </p:nvGrpSpPr>
        <p:grpSpPr>
          <a:xfrm>
            <a:off x="713235" y="680088"/>
            <a:ext cx="784608" cy="1082159"/>
            <a:chOff x="6585298" y="1701355"/>
            <a:chExt cx="863250" cy="1190625"/>
          </a:xfrm>
        </p:grpSpPr>
        <p:sp>
          <p:nvSpPr>
            <p:cNvPr id="1895" name="Google Shape;1895;p31"/>
            <p:cNvSpPr/>
            <p:nvPr/>
          </p:nvSpPr>
          <p:spPr>
            <a:xfrm>
              <a:off x="6585298" y="1701355"/>
              <a:ext cx="863250" cy="1190624"/>
            </a:xfrm>
            <a:custGeom>
              <a:avLst/>
              <a:gdLst/>
              <a:ahLst/>
              <a:cxnLst/>
              <a:rect l="l" t="t" r="r" b="b"/>
              <a:pathLst>
                <a:path w="863250" h="1190624" extrusionOk="0">
                  <a:moveTo>
                    <a:pt x="833438" y="893064"/>
                  </a:moveTo>
                  <a:lnTo>
                    <a:pt x="833438" y="833438"/>
                  </a:lnTo>
                  <a:lnTo>
                    <a:pt x="803720" y="833438"/>
                  </a:lnTo>
                  <a:lnTo>
                    <a:pt x="803720" y="803720"/>
                  </a:lnTo>
                  <a:lnTo>
                    <a:pt x="773906" y="803720"/>
                  </a:lnTo>
                  <a:lnTo>
                    <a:pt x="773906" y="774002"/>
                  </a:lnTo>
                  <a:lnTo>
                    <a:pt x="714375" y="774002"/>
                  </a:lnTo>
                  <a:lnTo>
                    <a:pt x="714375" y="714375"/>
                  </a:lnTo>
                  <a:lnTo>
                    <a:pt x="684657" y="714375"/>
                  </a:lnTo>
                  <a:lnTo>
                    <a:pt x="684657" y="774002"/>
                  </a:lnTo>
                  <a:lnTo>
                    <a:pt x="654844" y="774002"/>
                  </a:lnTo>
                  <a:lnTo>
                    <a:pt x="654844" y="803720"/>
                  </a:lnTo>
                  <a:lnTo>
                    <a:pt x="625126" y="803720"/>
                  </a:lnTo>
                  <a:lnTo>
                    <a:pt x="625126" y="595313"/>
                  </a:lnTo>
                  <a:lnTo>
                    <a:pt x="654844" y="595313"/>
                  </a:lnTo>
                  <a:lnTo>
                    <a:pt x="654844" y="535877"/>
                  </a:lnTo>
                  <a:lnTo>
                    <a:pt x="625126" y="535877"/>
                  </a:lnTo>
                  <a:lnTo>
                    <a:pt x="625126" y="506063"/>
                  </a:lnTo>
                  <a:lnTo>
                    <a:pt x="595313" y="506063"/>
                  </a:lnTo>
                  <a:lnTo>
                    <a:pt x="595313" y="446532"/>
                  </a:lnTo>
                  <a:lnTo>
                    <a:pt x="565595" y="446532"/>
                  </a:lnTo>
                  <a:lnTo>
                    <a:pt x="565595" y="416814"/>
                  </a:lnTo>
                  <a:lnTo>
                    <a:pt x="535781" y="416814"/>
                  </a:lnTo>
                  <a:lnTo>
                    <a:pt x="535781" y="387001"/>
                  </a:lnTo>
                  <a:lnTo>
                    <a:pt x="506063" y="387001"/>
                  </a:lnTo>
                  <a:lnTo>
                    <a:pt x="506063" y="357188"/>
                  </a:lnTo>
                  <a:lnTo>
                    <a:pt x="476250" y="357188"/>
                  </a:lnTo>
                  <a:lnTo>
                    <a:pt x="476250" y="267938"/>
                  </a:lnTo>
                  <a:lnTo>
                    <a:pt x="446532" y="267938"/>
                  </a:lnTo>
                  <a:lnTo>
                    <a:pt x="446532" y="238125"/>
                  </a:lnTo>
                  <a:lnTo>
                    <a:pt x="446532" y="208407"/>
                  </a:lnTo>
                  <a:lnTo>
                    <a:pt x="476250" y="208407"/>
                  </a:lnTo>
                  <a:lnTo>
                    <a:pt x="476250" y="148876"/>
                  </a:lnTo>
                  <a:lnTo>
                    <a:pt x="506063" y="148876"/>
                  </a:lnTo>
                  <a:lnTo>
                    <a:pt x="506063" y="59626"/>
                  </a:lnTo>
                  <a:lnTo>
                    <a:pt x="476250" y="59626"/>
                  </a:lnTo>
                  <a:lnTo>
                    <a:pt x="476250" y="29813"/>
                  </a:lnTo>
                  <a:lnTo>
                    <a:pt x="446532" y="29813"/>
                  </a:lnTo>
                  <a:lnTo>
                    <a:pt x="446532" y="0"/>
                  </a:lnTo>
                  <a:lnTo>
                    <a:pt x="178594" y="0"/>
                  </a:lnTo>
                  <a:lnTo>
                    <a:pt x="178594" y="29813"/>
                  </a:lnTo>
                  <a:lnTo>
                    <a:pt x="148876" y="29813"/>
                  </a:lnTo>
                  <a:lnTo>
                    <a:pt x="148876" y="59626"/>
                  </a:lnTo>
                  <a:lnTo>
                    <a:pt x="119063" y="59626"/>
                  </a:lnTo>
                  <a:lnTo>
                    <a:pt x="119063" y="148876"/>
                  </a:lnTo>
                  <a:lnTo>
                    <a:pt x="148876" y="148876"/>
                  </a:lnTo>
                  <a:lnTo>
                    <a:pt x="148876" y="208407"/>
                  </a:lnTo>
                  <a:lnTo>
                    <a:pt x="178594" y="208407"/>
                  </a:lnTo>
                  <a:lnTo>
                    <a:pt x="178594" y="238125"/>
                  </a:lnTo>
                  <a:lnTo>
                    <a:pt x="178594" y="267938"/>
                  </a:lnTo>
                  <a:lnTo>
                    <a:pt x="148876" y="267938"/>
                  </a:lnTo>
                  <a:lnTo>
                    <a:pt x="148876" y="357188"/>
                  </a:lnTo>
                  <a:lnTo>
                    <a:pt x="119063" y="357188"/>
                  </a:lnTo>
                  <a:lnTo>
                    <a:pt x="119063" y="387001"/>
                  </a:lnTo>
                  <a:lnTo>
                    <a:pt x="89345" y="387001"/>
                  </a:lnTo>
                  <a:lnTo>
                    <a:pt x="89345" y="416814"/>
                  </a:lnTo>
                  <a:lnTo>
                    <a:pt x="59531" y="416814"/>
                  </a:lnTo>
                  <a:lnTo>
                    <a:pt x="59531" y="446532"/>
                  </a:lnTo>
                  <a:lnTo>
                    <a:pt x="29813" y="446532"/>
                  </a:lnTo>
                  <a:lnTo>
                    <a:pt x="29813" y="506063"/>
                  </a:lnTo>
                  <a:lnTo>
                    <a:pt x="0" y="506063"/>
                  </a:lnTo>
                  <a:lnTo>
                    <a:pt x="0" y="1071563"/>
                  </a:lnTo>
                  <a:lnTo>
                    <a:pt x="29813" y="1071563"/>
                  </a:lnTo>
                  <a:lnTo>
                    <a:pt x="29813" y="1101376"/>
                  </a:lnTo>
                  <a:lnTo>
                    <a:pt x="59531" y="1101376"/>
                  </a:lnTo>
                  <a:lnTo>
                    <a:pt x="59531" y="1131189"/>
                  </a:lnTo>
                  <a:lnTo>
                    <a:pt x="89345" y="1131189"/>
                  </a:lnTo>
                  <a:lnTo>
                    <a:pt x="89345" y="1160907"/>
                  </a:lnTo>
                  <a:lnTo>
                    <a:pt x="178594" y="1160907"/>
                  </a:lnTo>
                  <a:lnTo>
                    <a:pt x="178594" y="1190625"/>
                  </a:lnTo>
                  <a:lnTo>
                    <a:pt x="446532" y="1190625"/>
                  </a:lnTo>
                  <a:lnTo>
                    <a:pt x="446532" y="1160907"/>
                  </a:lnTo>
                  <a:lnTo>
                    <a:pt x="535781" y="1160907"/>
                  </a:lnTo>
                  <a:lnTo>
                    <a:pt x="535781" y="1131189"/>
                  </a:lnTo>
                  <a:lnTo>
                    <a:pt x="565595" y="1131189"/>
                  </a:lnTo>
                  <a:lnTo>
                    <a:pt x="565595" y="1101376"/>
                  </a:lnTo>
                  <a:lnTo>
                    <a:pt x="595313" y="1101376"/>
                  </a:lnTo>
                  <a:lnTo>
                    <a:pt x="595313" y="1131189"/>
                  </a:lnTo>
                  <a:lnTo>
                    <a:pt x="833438" y="1131189"/>
                  </a:lnTo>
                  <a:lnTo>
                    <a:pt x="833438" y="1101376"/>
                  </a:lnTo>
                  <a:lnTo>
                    <a:pt x="863251" y="1101376"/>
                  </a:lnTo>
                  <a:lnTo>
                    <a:pt x="863251" y="893064"/>
                  </a:lnTo>
                  <a:lnTo>
                    <a:pt x="833438" y="893064"/>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31"/>
            <p:cNvSpPr/>
            <p:nvPr/>
          </p:nvSpPr>
          <p:spPr>
            <a:xfrm>
              <a:off x="7240142" y="2296668"/>
              <a:ext cx="29718" cy="119062"/>
            </a:xfrm>
            <a:custGeom>
              <a:avLst/>
              <a:gdLst/>
              <a:ahLst/>
              <a:cxnLst/>
              <a:rect l="l" t="t" r="r" b="b"/>
              <a:pathLst>
                <a:path w="29718" h="119062" extrusionOk="0">
                  <a:moveTo>
                    <a:pt x="0" y="0"/>
                  </a:moveTo>
                  <a:lnTo>
                    <a:pt x="29718" y="0"/>
                  </a:lnTo>
                  <a:lnTo>
                    <a:pt x="29718" y="119063"/>
                  </a:lnTo>
                  <a:lnTo>
                    <a:pt x="0" y="119063"/>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31"/>
            <p:cNvSpPr/>
            <p:nvPr/>
          </p:nvSpPr>
          <p:spPr>
            <a:xfrm>
              <a:off x="7389018" y="2534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31"/>
            <p:cNvSpPr/>
            <p:nvPr/>
          </p:nvSpPr>
          <p:spPr>
            <a:xfrm>
              <a:off x="7418736" y="2594419"/>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31"/>
            <p:cNvSpPr/>
            <p:nvPr/>
          </p:nvSpPr>
          <p:spPr>
            <a:xfrm>
              <a:off x="7180611" y="2802731"/>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31"/>
            <p:cNvSpPr/>
            <p:nvPr/>
          </p:nvSpPr>
          <p:spPr>
            <a:xfrm>
              <a:off x="735920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31"/>
            <p:cNvSpPr/>
            <p:nvPr/>
          </p:nvSpPr>
          <p:spPr>
            <a:xfrm>
              <a:off x="7210424"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31"/>
            <p:cNvSpPr/>
            <p:nvPr/>
          </p:nvSpPr>
          <p:spPr>
            <a:xfrm>
              <a:off x="7240142" y="247535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31"/>
            <p:cNvSpPr/>
            <p:nvPr/>
          </p:nvSpPr>
          <p:spPr>
            <a:xfrm>
              <a:off x="7240142" y="25347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31"/>
            <p:cNvSpPr/>
            <p:nvPr/>
          </p:nvSpPr>
          <p:spPr>
            <a:xfrm>
              <a:off x="7210424" y="2743200"/>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31"/>
            <p:cNvSpPr/>
            <p:nvPr/>
          </p:nvSpPr>
          <p:spPr>
            <a:xfrm>
              <a:off x="7329487" y="25646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6" name="Google Shape;1906;p31"/>
            <p:cNvSpPr/>
            <p:nvPr/>
          </p:nvSpPr>
          <p:spPr>
            <a:xfrm>
              <a:off x="7359205" y="26241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7" name="Google Shape;1907;p31"/>
            <p:cNvSpPr/>
            <p:nvPr/>
          </p:nvSpPr>
          <p:spPr>
            <a:xfrm>
              <a:off x="7210424" y="25646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8" name="Google Shape;1908;p31"/>
            <p:cNvSpPr/>
            <p:nvPr/>
          </p:nvSpPr>
          <p:spPr>
            <a:xfrm rot="10800000">
              <a:off x="7269955" y="2415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9" name="Google Shape;1909;p31"/>
            <p:cNvSpPr/>
            <p:nvPr/>
          </p:nvSpPr>
          <p:spPr>
            <a:xfrm rot="10800000">
              <a:off x="7240237" y="2296763"/>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0" name="Google Shape;1910;p31"/>
            <p:cNvSpPr/>
            <p:nvPr/>
          </p:nvSpPr>
          <p:spPr>
            <a:xfrm rot="10800000">
              <a:off x="7210424" y="22371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1" name="Google Shape;1911;p31"/>
            <p:cNvSpPr/>
            <p:nvPr/>
          </p:nvSpPr>
          <p:spPr>
            <a:xfrm>
              <a:off x="7269955"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2" name="Google Shape;1912;p31"/>
            <p:cNvSpPr/>
            <p:nvPr/>
          </p:nvSpPr>
          <p:spPr>
            <a:xfrm>
              <a:off x="6882955" y="2832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3" name="Google Shape;1913;p31"/>
            <p:cNvSpPr/>
            <p:nvPr/>
          </p:nvSpPr>
          <p:spPr>
            <a:xfrm>
              <a:off x="7121080"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4" name="Google Shape;1914;p31"/>
            <p:cNvSpPr/>
            <p:nvPr/>
          </p:nvSpPr>
          <p:spPr>
            <a:xfrm>
              <a:off x="6615112"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5" name="Google Shape;1915;p31"/>
            <p:cNvSpPr/>
            <p:nvPr/>
          </p:nvSpPr>
          <p:spPr>
            <a:xfrm>
              <a:off x="7091362"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6" name="Google Shape;1916;p31"/>
            <p:cNvSpPr/>
            <p:nvPr/>
          </p:nvSpPr>
          <p:spPr>
            <a:xfrm>
              <a:off x="6674643" y="2802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31"/>
            <p:cNvSpPr/>
            <p:nvPr/>
          </p:nvSpPr>
          <p:spPr>
            <a:xfrm>
              <a:off x="6763892" y="2862262"/>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31"/>
            <p:cNvSpPr/>
            <p:nvPr/>
          </p:nvSpPr>
          <p:spPr>
            <a:xfrm>
              <a:off x="6763892" y="2207418"/>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31"/>
            <p:cNvSpPr/>
            <p:nvPr/>
          </p:nvSpPr>
          <p:spPr>
            <a:xfrm>
              <a:off x="6793705" y="2386012"/>
              <a:ext cx="208311" cy="29718"/>
            </a:xfrm>
            <a:custGeom>
              <a:avLst/>
              <a:gdLst/>
              <a:ahLst/>
              <a:cxnLst/>
              <a:rect l="l" t="t" r="r" b="b"/>
              <a:pathLst>
                <a:path w="208311" h="29718" extrusionOk="0">
                  <a:moveTo>
                    <a:pt x="0" y="0"/>
                  </a:moveTo>
                  <a:lnTo>
                    <a:pt x="208312" y="0"/>
                  </a:lnTo>
                  <a:lnTo>
                    <a:pt x="20831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31"/>
            <p:cNvSpPr/>
            <p:nvPr/>
          </p:nvSpPr>
          <p:spPr>
            <a:xfrm>
              <a:off x="7031830"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31"/>
            <p:cNvSpPr/>
            <p:nvPr/>
          </p:nvSpPr>
          <p:spPr>
            <a:xfrm>
              <a:off x="6674643"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31"/>
            <p:cNvSpPr/>
            <p:nvPr/>
          </p:nvSpPr>
          <p:spPr>
            <a:xfrm>
              <a:off x="7031830" y="22372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31"/>
            <p:cNvSpPr/>
            <p:nvPr/>
          </p:nvSpPr>
          <p:spPr>
            <a:xfrm>
              <a:off x="7002017" y="277291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31"/>
            <p:cNvSpPr/>
            <p:nvPr/>
          </p:nvSpPr>
          <p:spPr>
            <a:xfrm>
              <a:off x="7091362"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31"/>
            <p:cNvSpPr/>
            <p:nvPr/>
          </p:nvSpPr>
          <p:spPr>
            <a:xfrm>
              <a:off x="6674643"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31"/>
            <p:cNvSpPr/>
            <p:nvPr/>
          </p:nvSpPr>
          <p:spPr>
            <a:xfrm>
              <a:off x="7091362"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1"/>
            <p:cNvSpPr/>
            <p:nvPr/>
          </p:nvSpPr>
          <p:spPr>
            <a:xfrm>
              <a:off x="6704361" y="277291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1"/>
            <p:cNvSpPr/>
            <p:nvPr/>
          </p:nvSpPr>
          <p:spPr>
            <a:xfrm>
              <a:off x="6823423" y="274320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1"/>
            <p:cNvSpPr/>
            <p:nvPr/>
          </p:nvSpPr>
          <p:spPr>
            <a:xfrm>
              <a:off x="6674643"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1"/>
            <p:cNvSpPr/>
            <p:nvPr/>
          </p:nvSpPr>
          <p:spPr>
            <a:xfrm>
              <a:off x="6704361" y="2445543"/>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1"/>
            <p:cNvSpPr/>
            <p:nvPr/>
          </p:nvSpPr>
          <p:spPr>
            <a:xfrm>
              <a:off x="7061548" y="2445543"/>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1"/>
            <p:cNvSpPr/>
            <p:nvPr/>
          </p:nvSpPr>
          <p:spPr>
            <a:xfrm>
              <a:off x="6644830" y="2296668"/>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1"/>
            <p:cNvSpPr/>
            <p:nvPr/>
          </p:nvSpPr>
          <p:spPr>
            <a:xfrm>
              <a:off x="7121080" y="2296668"/>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1"/>
            <p:cNvSpPr/>
            <p:nvPr/>
          </p:nvSpPr>
          <p:spPr>
            <a:xfrm>
              <a:off x="6942486" y="2802731"/>
              <a:ext cx="148875" cy="59531"/>
            </a:xfrm>
            <a:custGeom>
              <a:avLst/>
              <a:gdLst/>
              <a:ahLst/>
              <a:cxnLst/>
              <a:rect l="l" t="t" r="r" b="b"/>
              <a:pathLst>
                <a:path w="148875" h="59531" extrusionOk="0">
                  <a:moveTo>
                    <a:pt x="148876" y="0"/>
                  </a:moveTo>
                  <a:lnTo>
                    <a:pt x="148876" y="29813"/>
                  </a:lnTo>
                  <a:lnTo>
                    <a:pt x="89345" y="29813"/>
                  </a:lnTo>
                  <a:lnTo>
                    <a:pt x="89345" y="59531"/>
                  </a:lnTo>
                  <a:lnTo>
                    <a:pt x="0" y="59531"/>
                  </a:lnTo>
                  <a:lnTo>
                    <a:pt x="0" y="29813"/>
                  </a:lnTo>
                  <a:lnTo>
                    <a:pt x="59531" y="29813"/>
                  </a:lnTo>
                  <a:lnTo>
                    <a:pt x="59531" y="0"/>
                  </a:lnTo>
                  <a:lnTo>
                    <a:pt x="14887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1"/>
            <p:cNvSpPr/>
            <p:nvPr/>
          </p:nvSpPr>
          <p:spPr>
            <a:xfrm>
              <a:off x="6734174" y="2802731"/>
              <a:ext cx="148780" cy="59531"/>
            </a:xfrm>
            <a:custGeom>
              <a:avLst/>
              <a:gdLst/>
              <a:ahLst/>
              <a:cxnLst/>
              <a:rect l="l" t="t" r="r" b="b"/>
              <a:pathLst>
                <a:path w="148780" h="59531" extrusionOk="0">
                  <a:moveTo>
                    <a:pt x="148780" y="29813"/>
                  </a:moveTo>
                  <a:lnTo>
                    <a:pt x="148780" y="59531"/>
                  </a:lnTo>
                  <a:lnTo>
                    <a:pt x="29718" y="59531"/>
                  </a:lnTo>
                  <a:lnTo>
                    <a:pt x="29718" y="29813"/>
                  </a:lnTo>
                  <a:lnTo>
                    <a:pt x="0" y="29813"/>
                  </a:lnTo>
                  <a:lnTo>
                    <a:pt x="0" y="0"/>
                  </a:lnTo>
                  <a:lnTo>
                    <a:pt x="59531" y="0"/>
                  </a:lnTo>
                  <a:lnTo>
                    <a:pt x="59531" y="29813"/>
                  </a:lnTo>
                  <a:lnTo>
                    <a:pt x="148780" y="2981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31"/>
            <p:cNvSpPr/>
            <p:nvPr/>
          </p:nvSpPr>
          <p:spPr>
            <a:xfrm>
              <a:off x="6793705" y="2802731"/>
              <a:ext cx="208311" cy="29718"/>
            </a:xfrm>
            <a:custGeom>
              <a:avLst/>
              <a:gdLst/>
              <a:ahLst/>
              <a:cxnLst/>
              <a:rect l="l" t="t" r="r" b="b"/>
              <a:pathLst>
                <a:path w="208311" h="29718" extrusionOk="0">
                  <a:moveTo>
                    <a:pt x="0" y="0"/>
                  </a:moveTo>
                  <a:lnTo>
                    <a:pt x="208312" y="0"/>
                  </a:lnTo>
                  <a:lnTo>
                    <a:pt x="20831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31"/>
            <p:cNvSpPr/>
            <p:nvPr/>
          </p:nvSpPr>
          <p:spPr>
            <a:xfrm>
              <a:off x="6704361" y="22372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31"/>
            <p:cNvSpPr/>
            <p:nvPr/>
          </p:nvSpPr>
          <p:spPr>
            <a:xfrm>
              <a:off x="6734174"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9" name="Google Shape;1939;p31"/>
            <p:cNvSpPr/>
            <p:nvPr/>
          </p:nvSpPr>
          <p:spPr>
            <a:xfrm>
              <a:off x="7002017"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0" name="Google Shape;1940;p31"/>
            <p:cNvSpPr/>
            <p:nvPr/>
          </p:nvSpPr>
          <p:spPr>
            <a:xfrm>
              <a:off x="7121080"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1" name="Google Shape;1941;p31"/>
            <p:cNvSpPr/>
            <p:nvPr/>
          </p:nvSpPr>
          <p:spPr>
            <a:xfrm>
              <a:off x="7091362" y="27729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31"/>
            <p:cNvSpPr/>
            <p:nvPr/>
          </p:nvSpPr>
          <p:spPr>
            <a:xfrm>
              <a:off x="7150893"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3" name="Google Shape;1943;p31"/>
            <p:cNvSpPr/>
            <p:nvPr/>
          </p:nvSpPr>
          <p:spPr>
            <a:xfrm>
              <a:off x="7180611" y="2207418"/>
              <a:ext cx="29718" cy="297656"/>
            </a:xfrm>
            <a:custGeom>
              <a:avLst/>
              <a:gdLst/>
              <a:ahLst/>
              <a:cxnLst/>
              <a:rect l="l" t="t" r="r" b="b"/>
              <a:pathLst>
                <a:path w="29718" h="297656" extrusionOk="0">
                  <a:moveTo>
                    <a:pt x="0" y="0"/>
                  </a:moveTo>
                  <a:lnTo>
                    <a:pt x="29718" y="0"/>
                  </a:lnTo>
                  <a:lnTo>
                    <a:pt x="29718" y="297656"/>
                  </a:lnTo>
                  <a:lnTo>
                    <a:pt x="0" y="29765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4" name="Google Shape;1944;p31"/>
            <p:cNvSpPr/>
            <p:nvPr/>
          </p:nvSpPr>
          <p:spPr>
            <a:xfrm>
              <a:off x="7180611" y="2505075"/>
              <a:ext cx="238125" cy="297656"/>
            </a:xfrm>
            <a:custGeom>
              <a:avLst/>
              <a:gdLst/>
              <a:ahLst/>
              <a:cxnLst/>
              <a:rect l="l" t="t" r="r" b="b"/>
              <a:pathLst>
                <a:path w="238125" h="297656" extrusionOk="0">
                  <a:moveTo>
                    <a:pt x="238125" y="89344"/>
                  </a:moveTo>
                  <a:lnTo>
                    <a:pt x="238125" y="297656"/>
                  </a:lnTo>
                  <a:lnTo>
                    <a:pt x="0" y="297656"/>
                  </a:lnTo>
                  <a:lnTo>
                    <a:pt x="0" y="267843"/>
                  </a:lnTo>
                  <a:lnTo>
                    <a:pt x="208407" y="267843"/>
                  </a:lnTo>
                  <a:lnTo>
                    <a:pt x="208407" y="119063"/>
                  </a:lnTo>
                  <a:lnTo>
                    <a:pt x="178594" y="119063"/>
                  </a:lnTo>
                  <a:lnTo>
                    <a:pt x="178594" y="59531"/>
                  </a:lnTo>
                  <a:lnTo>
                    <a:pt x="148876" y="59531"/>
                  </a:lnTo>
                  <a:lnTo>
                    <a:pt x="148876" y="29718"/>
                  </a:lnTo>
                  <a:lnTo>
                    <a:pt x="59531" y="29718"/>
                  </a:lnTo>
                  <a:lnTo>
                    <a:pt x="59531" y="0"/>
                  </a:lnTo>
                  <a:lnTo>
                    <a:pt x="178594" y="0"/>
                  </a:lnTo>
                  <a:lnTo>
                    <a:pt x="178594" y="29718"/>
                  </a:lnTo>
                  <a:lnTo>
                    <a:pt x="208407" y="29718"/>
                  </a:lnTo>
                  <a:lnTo>
                    <a:pt x="208407" y="89344"/>
                  </a:lnTo>
                  <a:lnTo>
                    <a:pt x="238125" y="8934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5" name="Google Shape;1945;p31"/>
            <p:cNvSpPr/>
            <p:nvPr/>
          </p:nvSpPr>
          <p:spPr>
            <a:xfrm>
              <a:off x="7210424"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6" name="Google Shape;1946;p31"/>
            <p:cNvSpPr/>
            <p:nvPr/>
          </p:nvSpPr>
          <p:spPr>
            <a:xfrm>
              <a:off x="7210424" y="2564606"/>
              <a:ext cx="148780" cy="178593"/>
            </a:xfrm>
            <a:custGeom>
              <a:avLst/>
              <a:gdLst/>
              <a:ahLst/>
              <a:cxnLst/>
              <a:rect l="l" t="t" r="r" b="b"/>
              <a:pathLst>
                <a:path w="148780" h="178593" extrusionOk="0">
                  <a:moveTo>
                    <a:pt x="148780" y="59531"/>
                  </a:moveTo>
                  <a:lnTo>
                    <a:pt x="148780" y="178594"/>
                  </a:lnTo>
                  <a:lnTo>
                    <a:pt x="0" y="178594"/>
                  </a:lnTo>
                  <a:lnTo>
                    <a:pt x="0" y="59531"/>
                  </a:lnTo>
                  <a:lnTo>
                    <a:pt x="29718" y="59531"/>
                  </a:lnTo>
                  <a:lnTo>
                    <a:pt x="29718" y="0"/>
                  </a:lnTo>
                  <a:lnTo>
                    <a:pt x="119063" y="0"/>
                  </a:lnTo>
                  <a:lnTo>
                    <a:pt x="119063" y="59531"/>
                  </a:lnTo>
                  <a:lnTo>
                    <a:pt x="14878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31"/>
            <p:cNvSpPr/>
            <p:nvPr/>
          </p:nvSpPr>
          <p:spPr>
            <a:xfrm>
              <a:off x="7180611" y="2505075"/>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31"/>
            <p:cNvSpPr/>
            <p:nvPr/>
          </p:nvSpPr>
          <p:spPr>
            <a:xfrm>
              <a:off x="6585298" y="2207418"/>
              <a:ext cx="29718" cy="565594"/>
            </a:xfrm>
            <a:custGeom>
              <a:avLst/>
              <a:gdLst/>
              <a:ahLst/>
              <a:cxnLst/>
              <a:rect l="l" t="t" r="r" b="b"/>
              <a:pathLst>
                <a:path w="29718" h="565594" extrusionOk="0">
                  <a:moveTo>
                    <a:pt x="0" y="0"/>
                  </a:moveTo>
                  <a:lnTo>
                    <a:pt x="29718" y="0"/>
                  </a:lnTo>
                  <a:lnTo>
                    <a:pt x="29718" y="565595"/>
                  </a:lnTo>
                  <a:lnTo>
                    <a:pt x="0" y="5655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31"/>
            <p:cNvSpPr/>
            <p:nvPr/>
          </p:nvSpPr>
          <p:spPr>
            <a:xfrm>
              <a:off x="6615112"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31"/>
            <p:cNvSpPr/>
            <p:nvPr/>
          </p:nvSpPr>
          <p:spPr>
            <a:xfrm>
              <a:off x="6615112" y="2147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31"/>
            <p:cNvSpPr/>
            <p:nvPr/>
          </p:nvSpPr>
          <p:spPr>
            <a:xfrm>
              <a:off x="7150893" y="2147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31"/>
            <p:cNvSpPr/>
            <p:nvPr/>
          </p:nvSpPr>
          <p:spPr>
            <a:xfrm>
              <a:off x="6644830"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31"/>
            <p:cNvSpPr/>
            <p:nvPr/>
          </p:nvSpPr>
          <p:spPr>
            <a:xfrm>
              <a:off x="7121080"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31"/>
            <p:cNvSpPr/>
            <p:nvPr/>
          </p:nvSpPr>
          <p:spPr>
            <a:xfrm>
              <a:off x="7091362"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31"/>
            <p:cNvSpPr/>
            <p:nvPr/>
          </p:nvSpPr>
          <p:spPr>
            <a:xfrm>
              <a:off x="7061548"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31"/>
            <p:cNvSpPr/>
            <p:nvPr/>
          </p:nvSpPr>
          <p:spPr>
            <a:xfrm>
              <a:off x="7031830" y="19692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31"/>
            <p:cNvSpPr/>
            <p:nvPr/>
          </p:nvSpPr>
          <p:spPr>
            <a:xfrm>
              <a:off x="6674643"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31"/>
            <p:cNvSpPr/>
            <p:nvPr/>
          </p:nvSpPr>
          <p:spPr>
            <a:xfrm>
              <a:off x="6704361"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31"/>
            <p:cNvSpPr/>
            <p:nvPr/>
          </p:nvSpPr>
          <p:spPr>
            <a:xfrm>
              <a:off x="6734174" y="19692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31"/>
            <p:cNvSpPr/>
            <p:nvPr/>
          </p:nvSpPr>
          <p:spPr>
            <a:xfrm>
              <a:off x="6763892"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1" name="Google Shape;1961;p31"/>
            <p:cNvSpPr/>
            <p:nvPr/>
          </p:nvSpPr>
          <p:spPr>
            <a:xfrm>
              <a:off x="7002017"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2" name="Google Shape;1962;p31"/>
            <p:cNvSpPr/>
            <p:nvPr/>
          </p:nvSpPr>
          <p:spPr>
            <a:xfrm>
              <a:off x="6763892"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3" name="Google Shape;1963;p31"/>
            <p:cNvSpPr/>
            <p:nvPr/>
          </p:nvSpPr>
          <p:spPr>
            <a:xfrm>
              <a:off x="7002017"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4" name="Google Shape;1964;p31"/>
            <p:cNvSpPr/>
            <p:nvPr/>
          </p:nvSpPr>
          <p:spPr>
            <a:xfrm>
              <a:off x="6793705" y="1969293"/>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5" name="Google Shape;1965;p31"/>
            <p:cNvSpPr/>
            <p:nvPr/>
          </p:nvSpPr>
          <p:spPr>
            <a:xfrm>
              <a:off x="6793705" y="1939480"/>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6" name="Google Shape;1966;p31"/>
            <p:cNvSpPr/>
            <p:nvPr/>
          </p:nvSpPr>
          <p:spPr>
            <a:xfrm>
              <a:off x="6793705" y="1909762"/>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7" name="Google Shape;1967;p31"/>
            <p:cNvSpPr/>
            <p:nvPr/>
          </p:nvSpPr>
          <p:spPr>
            <a:xfrm>
              <a:off x="7031830"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8" name="Google Shape;1968;p31"/>
            <p:cNvSpPr/>
            <p:nvPr/>
          </p:nvSpPr>
          <p:spPr>
            <a:xfrm>
              <a:off x="6763892" y="1701355"/>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9" name="Google Shape;1969;p31"/>
            <p:cNvSpPr/>
            <p:nvPr/>
          </p:nvSpPr>
          <p:spPr>
            <a:xfrm>
              <a:off x="6734174"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0" name="Google Shape;1970;p31"/>
            <p:cNvSpPr/>
            <p:nvPr/>
          </p:nvSpPr>
          <p:spPr>
            <a:xfrm>
              <a:off x="7031830"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31"/>
            <p:cNvSpPr/>
            <p:nvPr/>
          </p:nvSpPr>
          <p:spPr>
            <a:xfrm>
              <a:off x="7061548"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31"/>
            <p:cNvSpPr/>
            <p:nvPr/>
          </p:nvSpPr>
          <p:spPr>
            <a:xfrm>
              <a:off x="6734174"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31"/>
            <p:cNvSpPr/>
            <p:nvPr/>
          </p:nvSpPr>
          <p:spPr>
            <a:xfrm>
              <a:off x="6704361"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31"/>
            <p:cNvSpPr/>
            <p:nvPr/>
          </p:nvSpPr>
          <p:spPr>
            <a:xfrm>
              <a:off x="6972299" y="17609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5" name="Google Shape;1975;p31"/>
            <p:cNvSpPr/>
            <p:nvPr/>
          </p:nvSpPr>
          <p:spPr>
            <a:xfrm>
              <a:off x="6823423" y="179070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6" name="Google Shape;1976;p31"/>
            <p:cNvSpPr/>
            <p:nvPr/>
          </p:nvSpPr>
          <p:spPr>
            <a:xfrm>
              <a:off x="6763892" y="1731168"/>
              <a:ext cx="267938" cy="59531"/>
            </a:xfrm>
            <a:custGeom>
              <a:avLst/>
              <a:gdLst/>
              <a:ahLst/>
              <a:cxnLst/>
              <a:rect l="l" t="t" r="r" b="b"/>
              <a:pathLst>
                <a:path w="267938" h="59531" extrusionOk="0">
                  <a:moveTo>
                    <a:pt x="267938" y="0"/>
                  </a:moveTo>
                  <a:lnTo>
                    <a:pt x="267938" y="29813"/>
                  </a:lnTo>
                  <a:lnTo>
                    <a:pt x="208407" y="29813"/>
                  </a:lnTo>
                  <a:lnTo>
                    <a:pt x="208407" y="59531"/>
                  </a:lnTo>
                  <a:lnTo>
                    <a:pt x="59531" y="59531"/>
                  </a:lnTo>
                  <a:lnTo>
                    <a:pt x="59531" y="29813"/>
                  </a:lnTo>
                  <a:lnTo>
                    <a:pt x="0" y="29813"/>
                  </a:lnTo>
                  <a:lnTo>
                    <a:pt x="0" y="0"/>
                  </a:lnTo>
                  <a:lnTo>
                    <a:pt x="267938"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7" name="Google Shape;1977;p31"/>
            <p:cNvSpPr/>
            <p:nvPr/>
          </p:nvSpPr>
          <p:spPr>
            <a:xfrm>
              <a:off x="6763892" y="17609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8" name="Google Shape;1978;p31"/>
            <p:cNvSpPr/>
            <p:nvPr/>
          </p:nvSpPr>
          <p:spPr>
            <a:xfrm>
              <a:off x="6644829" y="2743200"/>
              <a:ext cx="59531" cy="59531"/>
            </a:xfrm>
            <a:custGeom>
              <a:avLst/>
              <a:gdLst/>
              <a:ahLst/>
              <a:cxnLst/>
              <a:rect l="l" t="t" r="r" b="b"/>
              <a:pathLst>
                <a:path w="59531" h="59531" extrusionOk="0">
                  <a:moveTo>
                    <a:pt x="59531" y="29718"/>
                  </a:moveTo>
                  <a:lnTo>
                    <a:pt x="59531" y="59531"/>
                  </a:lnTo>
                  <a:lnTo>
                    <a:pt x="0" y="59531"/>
                  </a:lnTo>
                  <a:lnTo>
                    <a:pt x="0" y="0"/>
                  </a:lnTo>
                  <a:lnTo>
                    <a:pt x="29813" y="0"/>
                  </a:lnTo>
                  <a:lnTo>
                    <a:pt x="29813" y="29718"/>
                  </a:lnTo>
                  <a:lnTo>
                    <a:pt x="59531"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31"/>
            <p:cNvSpPr/>
            <p:nvPr/>
          </p:nvSpPr>
          <p:spPr>
            <a:xfrm>
              <a:off x="6644830"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0" name="Google Shape;1980;p31"/>
            <p:cNvSpPr/>
            <p:nvPr/>
          </p:nvSpPr>
          <p:spPr>
            <a:xfrm>
              <a:off x="6734174"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1" name="Google Shape;1981;p31"/>
            <p:cNvSpPr/>
            <p:nvPr/>
          </p:nvSpPr>
          <p:spPr>
            <a:xfrm>
              <a:off x="6674738" y="2237231"/>
              <a:ext cx="446246" cy="565404"/>
            </a:xfrm>
            <a:custGeom>
              <a:avLst/>
              <a:gdLst/>
              <a:ahLst/>
              <a:cxnLst/>
              <a:rect l="l" t="t" r="r" b="b"/>
              <a:pathLst>
                <a:path w="446246" h="565404" extrusionOk="0">
                  <a:moveTo>
                    <a:pt x="416624" y="59436"/>
                  </a:moveTo>
                  <a:lnTo>
                    <a:pt x="416624" y="29718"/>
                  </a:lnTo>
                  <a:lnTo>
                    <a:pt x="357092" y="29718"/>
                  </a:lnTo>
                  <a:lnTo>
                    <a:pt x="357092" y="0"/>
                  </a:lnTo>
                  <a:lnTo>
                    <a:pt x="89249" y="0"/>
                  </a:lnTo>
                  <a:lnTo>
                    <a:pt x="89249" y="29718"/>
                  </a:lnTo>
                  <a:lnTo>
                    <a:pt x="29718" y="29718"/>
                  </a:lnTo>
                  <a:lnTo>
                    <a:pt x="29718" y="59436"/>
                  </a:lnTo>
                  <a:lnTo>
                    <a:pt x="0" y="59436"/>
                  </a:lnTo>
                  <a:lnTo>
                    <a:pt x="0" y="505968"/>
                  </a:lnTo>
                  <a:lnTo>
                    <a:pt x="29718" y="505968"/>
                  </a:lnTo>
                  <a:lnTo>
                    <a:pt x="29718" y="535686"/>
                  </a:lnTo>
                  <a:lnTo>
                    <a:pt x="118967" y="535686"/>
                  </a:lnTo>
                  <a:lnTo>
                    <a:pt x="118967" y="565404"/>
                  </a:lnTo>
                  <a:lnTo>
                    <a:pt x="327279" y="565404"/>
                  </a:lnTo>
                  <a:lnTo>
                    <a:pt x="327279" y="535686"/>
                  </a:lnTo>
                  <a:lnTo>
                    <a:pt x="416528" y="535686"/>
                  </a:lnTo>
                  <a:lnTo>
                    <a:pt x="416528" y="505968"/>
                  </a:lnTo>
                  <a:lnTo>
                    <a:pt x="446246" y="505968"/>
                  </a:lnTo>
                  <a:lnTo>
                    <a:pt x="446246" y="59436"/>
                  </a:lnTo>
                  <a:lnTo>
                    <a:pt x="416528" y="59436"/>
                  </a:lnTo>
                  <a:close/>
                  <a:moveTo>
                    <a:pt x="416624" y="476155"/>
                  </a:moveTo>
                  <a:lnTo>
                    <a:pt x="386906" y="476155"/>
                  </a:lnTo>
                  <a:lnTo>
                    <a:pt x="386906" y="505873"/>
                  </a:lnTo>
                  <a:lnTo>
                    <a:pt x="297656" y="505873"/>
                  </a:lnTo>
                  <a:lnTo>
                    <a:pt x="297656" y="535591"/>
                  </a:lnTo>
                  <a:lnTo>
                    <a:pt x="148876" y="535591"/>
                  </a:lnTo>
                  <a:lnTo>
                    <a:pt x="148876" y="505873"/>
                  </a:lnTo>
                  <a:lnTo>
                    <a:pt x="59627" y="505873"/>
                  </a:lnTo>
                  <a:lnTo>
                    <a:pt x="59627" y="476155"/>
                  </a:lnTo>
                  <a:lnTo>
                    <a:pt x="29908" y="476155"/>
                  </a:lnTo>
                  <a:lnTo>
                    <a:pt x="29908" y="208312"/>
                  </a:lnTo>
                  <a:lnTo>
                    <a:pt x="59627" y="208312"/>
                  </a:lnTo>
                  <a:lnTo>
                    <a:pt x="59627" y="178594"/>
                  </a:lnTo>
                  <a:lnTo>
                    <a:pt x="119158" y="178594"/>
                  </a:lnTo>
                  <a:lnTo>
                    <a:pt x="119158" y="148876"/>
                  </a:lnTo>
                  <a:lnTo>
                    <a:pt x="327470" y="148876"/>
                  </a:lnTo>
                  <a:lnTo>
                    <a:pt x="327470" y="178594"/>
                  </a:lnTo>
                  <a:lnTo>
                    <a:pt x="387001" y="178594"/>
                  </a:lnTo>
                  <a:lnTo>
                    <a:pt x="387001" y="208312"/>
                  </a:lnTo>
                  <a:lnTo>
                    <a:pt x="416719" y="208312"/>
                  </a:lnTo>
                  <a:lnTo>
                    <a:pt x="416719" y="476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2" name="Google Shape;1982;p31"/>
            <p:cNvSpPr/>
            <p:nvPr/>
          </p:nvSpPr>
          <p:spPr>
            <a:xfrm>
              <a:off x="6734174" y="2415825"/>
              <a:ext cx="327279" cy="327279"/>
            </a:xfrm>
            <a:custGeom>
              <a:avLst/>
              <a:gdLst/>
              <a:ahLst/>
              <a:cxnLst/>
              <a:rect l="l" t="t" r="r" b="b"/>
              <a:pathLst>
                <a:path w="327279" h="327279" extrusionOk="0">
                  <a:moveTo>
                    <a:pt x="267843" y="29718"/>
                  </a:moveTo>
                  <a:lnTo>
                    <a:pt x="267843" y="0"/>
                  </a:lnTo>
                  <a:lnTo>
                    <a:pt x="59531" y="0"/>
                  </a:lnTo>
                  <a:lnTo>
                    <a:pt x="59531" y="29718"/>
                  </a:lnTo>
                  <a:lnTo>
                    <a:pt x="0" y="29718"/>
                  </a:lnTo>
                  <a:lnTo>
                    <a:pt x="0" y="297561"/>
                  </a:lnTo>
                  <a:lnTo>
                    <a:pt x="89249" y="297561"/>
                  </a:lnTo>
                  <a:lnTo>
                    <a:pt x="89249" y="327279"/>
                  </a:lnTo>
                  <a:lnTo>
                    <a:pt x="238030" y="327279"/>
                  </a:lnTo>
                  <a:lnTo>
                    <a:pt x="238030" y="297561"/>
                  </a:lnTo>
                  <a:lnTo>
                    <a:pt x="327279" y="297561"/>
                  </a:lnTo>
                  <a:lnTo>
                    <a:pt x="327279" y="29718"/>
                  </a:lnTo>
                  <a:lnTo>
                    <a:pt x="267748" y="29718"/>
                  </a:lnTo>
                  <a:close/>
                  <a:moveTo>
                    <a:pt x="297561" y="238125"/>
                  </a:moveTo>
                  <a:lnTo>
                    <a:pt x="267843" y="238125"/>
                  </a:lnTo>
                  <a:lnTo>
                    <a:pt x="267843" y="267843"/>
                  </a:lnTo>
                  <a:lnTo>
                    <a:pt x="208312" y="267843"/>
                  </a:lnTo>
                  <a:lnTo>
                    <a:pt x="208312" y="297561"/>
                  </a:lnTo>
                  <a:lnTo>
                    <a:pt x="119063" y="297561"/>
                  </a:lnTo>
                  <a:lnTo>
                    <a:pt x="119063" y="267843"/>
                  </a:lnTo>
                  <a:lnTo>
                    <a:pt x="59531" y="267843"/>
                  </a:lnTo>
                  <a:lnTo>
                    <a:pt x="59531" y="238125"/>
                  </a:lnTo>
                  <a:lnTo>
                    <a:pt x="29813" y="238125"/>
                  </a:lnTo>
                  <a:lnTo>
                    <a:pt x="29813" y="89345"/>
                  </a:lnTo>
                  <a:lnTo>
                    <a:pt x="59531" y="89345"/>
                  </a:lnTo>
                  <a:lnTo>
                    <a:pt x="59531" y="59627"/>
                  </a:lnTo>
                  <a:lnTo>
                    <a:pt x="89249" y="59627"/>
                  </a:lnTo>
                  <a:lnTo>
                    <a:pt x="89249" y="29908"/>
                  </a:lnTo>
                  <a:lnTo>
                    <a:pt x="238030" y="29908"/>
                  </a:lnTo>
                  <a:lnTo>
                    <a:pt x="238030" y="59627"/>
                  </a:lnTo>
                  <a:lnTo>
                    <a:pt x="267748" y="59627"/>
                  </a:lnTo>
                  <a:lnTo>
                    <a:pt x="267748" y="89345"/>
                  </a:lnTo>
                  <a:lnTo>
                    <a:pt x="297466" y="89345"/>
                  </a:lnTo>
                  <a:lnTo>
                    <a:pt x="297466" y="23812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3" name="Google Shape;1983;p31"/>
            <p:cNvSpPr/>
            <p:nvPr/>
          </p:nvSpPr>
          <p:spPr>
            <a:xfrm>
              <a:off x="6793800" y="2475356"/>
              <a:ext cx="208216" cy="208216"/>
            </a:xfrm>
            <a:custGeom>
              <a:avLst/>
              <a:gdLst/>
              <a:ahLst/>
              <a:cxnLst/>
              <a:rect l="l" t="t" r="r" b="b"/>
              <a:pathLst>
                <a:path w="208216" h="208216" extrusionOk="0">
                  <a:moveTo>
                    <a:pt x="178499" y="29718"/>
                  </a:moveTo>
                  <a:lnTo>
                    <a:pt x="178499" y="0"/>
                  </a:lnTo>
                  <a:lnTo>
                    <a:pt x="29718" y="0"/>
                  </a:lnTo>
                  <a:lnTo>
                    <a:pt x="29718" y="29718"/>
                  </a:lnTo>
                  <a:lnTo>
                    <a:pt x="0" y="29718"/>
                  </a:lnTo>
                  <a:lnTo>
                    <a:pt x="0" y="178499"/>
                  </a:lnTo>
                  <a:lnTo>
                    <a:pt x="59531" y="178499"/>
                  </a:lnTo>
                  <a:lnTo>
                    <a:pt x="59531" y="208217"/>
                  </a:lnTo>
                  <a:lnTo>
                    <a:pt x="89249" y="208217"/>
                  </a:lnTo>
                  <a:lnTo>
                    <a:pt x="89249" y="178499"/>
                  </a:lnTo>
                  <a:lnTo>
                    <a:pt x="118967" y="178499"/>
                  </a:lnTo>
                  <a:lnTo>
                    <a:pt x="118967" y="208217"/>
                  </a:lnTo>
                  <a:lnTo>
                    <a:pt x="148685" y="208217"/>
                  </a:lnTo>
                  <a:lnTo>
                    <a:pt x="148685" y="178499"/>
                  </a:lnTo>
                  <a:lnTo>
                    <a:pt x="208217" y="178499"/>
                  </a:lnTo>
                  <a:lnTo>
                    <a:pt x="208217" y="29718"/>
                  </a:lnTo>
                  <a:lnTo>
                    <a:pt x="178499" y="29718"/>
                  </a:lnTo>
                  <a:close/>
                  <a:moveTo>
                    <a:pt x="29718" y="89249"/>
                  </a:moveTo>
                  <a:lnTo>
                    <a:pt x="29718" y="59531"/>
                  </a:lnTo>
                  <a:lnTo>
                    <a:pt x="59436" y="59531"/>
                  </a:lnTo>
                  <a:lnTo>
                    <a:pt x="59436" y="89249"/>
                  </a:lnTo>
                  <a:lnTo>
                    <a:pt x="29718" y="89249"/>
                  </a:lnTo>
                  <a:close/>
                  <a:moveTo>
                    <a:pt x="148781" y="148781"/>
                  </a:moveTo>
                  <a:lnTo>
                    <a:pt x="59531" y="148781"/>
                  </a:lnTo>
                  <a:lnTo>
                    <a:pt x="59531" y="119063"/>
                  </a:lnTo>
                  <a:lnTo>
                    <a:pt x="89249" y="119063"/>
                  </a:lnTo>
                  <a:lnTo>
                    <a:pt x="89249" y="89345"/>
                  </a:lnTo>
                  <a:lnTo>
                    <a:pt x="118967" y="89345"/>
                  </a:lnTo>
                  <a:lnTo>
                    <a:pt x="118967" y="119063"/>
                  </a:lnTo>
                  <a:lnTo>
                    <a:pt x="148685" y="119063"/>
                  </a:lnTo>
                  <a:lnTo>
                    <a:pt x="148685" y="148781"/>
                  </a:lnTo>
                  <a:close/>
                  <a:moveTo>
                    <a:pt x="178499" y="89249"/>
                  </a:moveTo>
                  <a:lnTo>
                    <a:pt x="148781" y="89249"/>
                  </a:lnTo>
                  <a:lnTo>
                    <a:pt x="148781" y="59531"/>
                  </a:lnTo>
                  <a:lnTo>
                    <a:pt x="178499" y="59531"/>
                  </a:lnTo>
                  <a:lnTo>
                    <a:pt x="178499" y="8924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4" name="Google Shape;1984;p31"/>
            <p:cNvSpPr/>
            <p:nvPr/>
          </p:nvSpPr>
          <p:spPr>
            <a:xfrm>
              <a:off x="6972299"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5" name="Google Shape;1985;p31"/>
            <p:cNvSpPr/>
            <p:nvPr/>
          </p:nvSpPr>
          <p:spPr>
            <a:xfrm>
              <a:off x="6644830" y="2147887"/>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6" name="Google Shape;1986;p31"/>
            <p:cNvSpPr/>
            <p:nvPr/>
          </p:nvSpPr>
          <p:spPr>
            <a:xfrm>
              <a:off x="6615112" y="2177605"/>
              <a:ext cx="148780" cy="565594"/>
            </a:xfrm>
            <a:custGeom>
              <a:avLst/>
              <a:gdLst/>
              <a:ahLst/>
              <a:cxnLst/>
              <a:rect l="l" t="t" r="r" b="b"/>
              <a:pathLst>
                <a:path w="148780" h="565594" extrusionOk="0">
                  <a:moveTo>
                    <a:pt x="148780" y="29813"/>
                  </a:moveTo>
                  <a:lnTo>
                    <a:pt x="148780" y="59626"/>
                  </a:lnTo>
                  <a:lnTo>
                    <a:pt x="89249" y="59626"/>
                  </a:lnTo>
                  <a:lnTo>
                    <a:pt x="89249" y="89344"/>
                  </a:lnTo>
                  <a:lnTo>
                    <a:pt x="59531" y="89344"/>
                  </a:lnTo>
                  <a:lnTo>
                    <a:pt x="59531" y="119063"/>
                  </a:lnTo>
                  <a:lnTo>
                    <a:pt x="29718" y="119063"/>
                  </a:lnTo>
                  <a:lnTo>
                    <a:pt x="29718" y="565595"/>
                  </a:lnTo>
                  <a:lnTo>
                    <a:pt x="0" y="565595"/>
                  </a:lnTo>
                  <a:lnTo>
                    <a:pt x="0" y="29813"/>
                  </a:lnTo>
                  <a:lnTo>
                    <a:pt x="29718" y="29813"/>
                  </a:lnTo>
                  <a:lnTo>
                    <a:pt x="29718" y="0"/>
                  </a:lnTo>
                  <a:lnTo>
                    <a:pt x="119063" y="0"/>
                  </a:lnTo>
                  <a:lnTo>
                    <a:pt x="119063" y="29813"/>
                  </a:lnTo>
                  <a:lnTo>
                    <a:pt x="148780" y="2981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p:cNvSpPr/>
            <p:nvPr/>
          </p:nvSpPr>
          <p:spPr>
            <a:xfrm>
              <a:off x="6734174" y="2177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8" name="Google Shape;1988;p31"/>
            <p:cNvSpPr/>
            <p:nvPr/>
          </p:nvSpPr>
          <p:spPr>
            <a:xfrm>
              <a:off x="7121079" y="2266950"/>
              <a:ext cx="59531" cy="505967"/>
            </a:xfrm>
            <a:custGeom>
              <a:avLst/>
              <a:gdLst/>
              <a:ahLst/>
              <a:cxnLst/>
              <a:rect l="l" t="t" r="r" b="b"/>
              <a:pathLst>
                <a:path w="59531" h="505967" extrusionOk="0">
                  <a:moveTo>
                    <a:pt x="59531" y="0"/>
                  </a:moveTo>
                  <a:lnTo>
                    <a:pt x="59531" y="505968"/>
                  </a:lnTo>
                  <a:lnTo>
                    <a:pt x="29813" y="505968"/>
                  </a:lnTo>
                  <a:lnTo>
                    <a:pt x="29813" y="29718"/>
                  </a:lnTo>
                  <a:lnTo>
                    <a:pt x="0" y="29718"/>
                  </a:lnTo>
                  <a:lnTo>
                    <a:pt x="0" y="0"/>
                  </a:lnTo>
                  <a:lnTo>
                    <a:pt x="59531"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9" name="Google Shape;1989;p31"/>
            <p:cNvSpPr/>
            <p:nvPr/>
          </p:nvSpPr>
          <p:spPr>
            <a:xfrm>
              <a:off x="7150893"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0" name="Google Shape;1990;p31"/>
            <p:cNvSpPr/>
            <p:nvPr/>
          </p:nvSpPr>
          <p:spPr>
            <a:xfrm>
              <a:off x="7031830"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1" name="Google Shape;1991;p31"/>
            <p:cNvSpPr/>
            <p:nvPr/>
          </p:nvSpPr>
          <p:spPr>
            <a:xfrm>
              <a:off x="7031830" y="2207418"/>
              <a:ext cx="119062" cy="59531"/>
            </a:xfrm>
            <a:custGeom>
              <a:avLst/>
              <a:gdLst/>
              <a:ahLst/>
              <a:cxnLst/>
              <a:rect l="l" t="t" r="r" b="b"/>
              <a:pathLst>
                <a:path w="119062" h="59531" extrusionOk="0">
                  <a:moveTo>
                    <a:pt x="89249" y="0"/>
                  </a:moveTo>
                  <a:lnTo>
                    <a:pt x="89249" y="29813"/>
                  </a:lnTo>
                  <a:lnTo>
                    <a:pt x="119063" y="29813"/>
                  </a:lnTo>
                  <a:lnTo>
                    <a:pt x="119063" y="59531"/>
                  </a:lnTo>
                  <a:lnTo>
                    <a:pt x="59531" y="59531"/>
                  </a:lnTo>
                  <a:lnTo>
                    <a:pt x="59531" y="29813"/>
                  </a:lnTo>
                  <a:lnTo>
                    <a:pt x="0" y="29813"/>
                  </a:lnTo>
                  <a:lnTo>
                    <a:pt x="0" y="0"/>
                  </a:lnTo>
                  <a:lnTo>
                    <a:pt x="8924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2" name="Google Shape;1992;p31"/>
            <p:cNvSpPr/>
            <p:nvPr/>
          </p:nvSpPr>
          <p:spPr>
            <a:xfrm>
              <a:off x="7150893"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3" name="Google Shape;1993;p31"/>
            <p:cNvSpPr/>
            <p:nvPr/>
          </p:nvSpPr>
          <p:spPr>
            <a:xfrm>
              <a:off x="7121080"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4" name="Google Shape;1994;p31"/>
            <p:cNvSpPr/>
            <p:nvPr/>
          </p:nvSpPr>
          <p:spPr>
            <a:xfrm>
              <a:off x="7002017" y="2505075"/>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5" name="Google Shape;1995;p31"/>
            <p:cNvSpPr/>
            <p:nvPr/>
          </p:nvSpPr>
          <p:spPr>
            <a:xfrm>
              <a:off x="6763892" y="2505075"/>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6" name="Google Shape;1996;p31"/>
            <p:cNvSpPr/>
            <p:nvPr/>
          </p:nvSpPr>
          <p:spPr>
            <a:xfrm>
              <a:off x="6853237" y="268366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7" name="Google Shape;1997;p31"/>
            <p:cNvSpPr/>
            <p:nvPr/>
          </p:nvSpPr>
          <p:spPr>
            <a:xfrm>
              <a:off x="6853237" y="2594419"/>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8" name="Google Shape;1998;p31"/>
            <p:cNvSpPr/>
            <p:nvPr/>
          </p:nvSpPr>
          <p:spPr>
            <a:xfrm>
              <a:off x="688295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9" name="Google Shape;1999;p31"/>
            <p:cNvSpPr/>
            <p:nvPr/>
          </p:nvSpPr>
          <p:spPr>
            <a:xfrm>
              <a:off x="6942486"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0" name="Google Shape;2000;p31"/>
            <p:cNvSpPr/>
            <p:nvPr/>
          </p:nvSpPr>
          <p:spPr>
            <a:xfrm>
              <a:off x="6882955"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p:cNvSpPr/>
            <p:nvPr/>
          </p:nvSpPr>
          <p:spPr>
            <a:xfrm>
              <a:off x="6793705"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p:cNvSpPr/>
            <p:nvPr/>
          </p:nvSpPr>
          <p:spPr>
            <a:xfrm>
              <a:off x="6942486"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p:cNvSpPr/>
            <p:nvPr/>
          </p:nvSpPr>
          <p:spPr>
            <a:xfrm>
              <a:off x="6972299"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p:cNvSpPr/>
            <p:nvPr/>
          </p:nvSpPr>
          <p:spPr>
            <a:xfrm>
              <a:off x="6793705"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p:cNvSpPr/>
            <p:nvPr/>
          </p:nvSpPr>
          <p:spPr>
            <a:xfrm>
              <a:off x="6823423" y="2445543"/>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p:cNvSpPr/>
            <p:nvPr/>
          </p:nvSpPr>
          <p:spPr>
            <a:xfrm>
              <a:off x="6823423"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p:cNvSpPr/>
            <p:nvPr/>
          </p:nvSpPr>
          <p:spPr>
            <a:xfrm>
              <a:off x="6853237"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p:cNvSpPr/>
            <p:nvPr/>
          </p:nvSpPr>
          <p:spPr>
            <a:xfrm>
              <a:off x="7061548"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p:cNvSpPr/>
            <p:nvPr/>
          </p:nvSpPr>
          <p:spPr>
            <a:xfrm>
              <a:off x="6972299"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p:cNvSpPr/>
            <p:nvPr/>
          </p:nvSpPr>
          <p:spPr>
            <a:xfrm>
              <a:off x="7002017"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p:cNvSpPr/>
            <p:nvPr/>
          </p:nvSpPr>
          <p:spPr>
            <a:xfrm>
              <a:off x="6912768"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p:cNvSpPr/>
            <p:nvPr/>
          </p:nvSpPr>
          <p:spPr>
            <a:xfrm>
              <a:off x="6882955"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p:cNvSpPr/>
            <p:nvPr/>
          </p:nvSpPr>
          <p:spPr>
            <a:xfrm>
              <a:off x="6823423"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p:cNvSpPr/>
            <p:nvPr/>
          </p:nvSpPr>
          <p:spPr>
            <a:xfrm>
              <a:off x="6763892"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5" name="Google Shape;2015;p31"/>
            <p:cNvSpPr/>
            <p:nvPr/>
          </p:nvSpPr>
          <p:spPr>
            <a:xfrm>
              <a:off x="6763892"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6" name="Google Shape;2016;p31"/>
            <p:cNvSpPr/>
            <p:nvPr/>
          </p:nvSpPr>
          <p:spPr>
            <a:xfrm>
              <a:off x="6734555" y="1760791"/>
              <a:ext cx="327279" cy="148875"/>
            </a:xfrm>
            <a:custGeom>
              <a:avLst/>
              <a:gdLst/>
              <a:ahLst/>
              <a:cxnLst/>
              <a:rect l="l" t="t" r="r" b="b"/>
              <a:pathLst>
                <a:path w="327279" h="148875" extrusionOk="0">
                  <a:moveTo>
                    <a:pt x="297275" y="190"/>
                  </a:moveTo>
                  <a:lnTo>
                    <a:pt x="297275" y="59722"/>
                  </a:lnTo>
                  <a:lnTo>
                    <a:pt x="267557" y="59722"/>
                  </a:lnTo>
                  <a:lnTo>
                    <a:pt x="267557" y="30004"/>
                  </a:lnTo>
                  <a:lnTo>
                    <a:pt x="237839" y="30004"/>
                  </a:lnTo>
                  <a:lnTo>
                    <a:pt x="237839" y="59722"/>
                  </a:lnTo>
                  <a:lnTo>
                    <a:pt x="208121" y="59722"/>
                  </a:lnTo>
                  <a:lnTo>
                    <a:pt x="208121" y="89440"/>
                  </a:lnTo>
                  <a:lnTo>
                    <a:pt x="178403" y="89440"/>
                  </a:lnTo>
                  <a:lnTo>
                    <a:pt x="178403" y="59722"/>
                  </a:lnTo>
                  <a:lnTo>
                    <a:pt x="118872" y="59722"/>
                  </a:lnTo>
                  <a:lnTo>
                    <a:pt x="118872" y="89440"/>
                  </a:lnTo>
                  <a:lnTo>
                    <a:pt x="89154" y="89440"/>
                  </a:lnTo>
                  <a:lnTo>
                    <a:pt x="89154" y="29908"/>
                  </a:lnTo>
                  <a:lnTo>
                    <a:pt x="59436" y="29908"/>
                  </a:lnTo>
                  <a:lnTo>
                    <a:pt x="59436" y="59627"/>
                  </a:lnTo>
                  <a:lnTo>
                    <a:pt x="29718" y="59627"/>
                  </a:lnTo>
                  <a:lnTo>
                    <a:pt x="29718" y="95"/>
                  </a:lnTo>
                  <a:lnTo>
                    <a:pt x="0" y="95"/>
                  </a:lnTo>
                  <a:lnTo>
                    <a:pt x="0" y="89440"/>
                  </a:lnTo>
                  <a:lnTo>
                    <a:pt x="59531" y="89440"/>
                  </a:lnTo>
                  <a:lnTo>
                    <a:pt x="59531" y="119158"/>
                  </a:lnTo>
                  <a:lnTo>
                    <a:pt x="29813" y="119158"/>
                  </a:lnTo>
                  <a:lnTo>
                    <a:pt x="29813" y="148876"/>
                  </a:lnTo>
                  <a:lnTo>
                    <a:pt x="89345" y="148876"/>
                  </a:lnTo>
                  <a:lnTo>
                    <a:pt x="89345" y="119158"/>
                  </a:lnTo>
                  <a:lnTo>
                    <a:pt x="119063" y="119158"/>
                  </a:lnTo>
                  <a:lnTo>
                    <a:pt x="119063" y="148876"/>
                  </a:lnTo>
                  <a:lnTo>
                    <a:pt x="148781" y="148876"/>
                  </a:lnTo>
                  <a:lnTo>
                    <a:pt x="148781" y="119158"/>
                  </a:lnTo>
                  <a:lnTo>
                    <a:pt x="178499" y="119158"/>
                  </a:lnTo>
                  <a:lnTo>
                    <a:pt x="178499" y="148876"/>
                  </a:lnTo>
                  <a:lnTo>
                    <a:pt x="297561" y="148876"/>
                  </a:lnTo>
                  <a:lnTo>
                    <a:pt x="297561" y="89344"/>
                  </a:lnTo>
                  <a:lnTo>
                    <a:pt x="327279" y="89344"/>
                  </a:lnTo>
                  <a:lnTo>
                    <a:pt x="327279" y="0"/>
                  </a:lnTo>
                  <a:lnTo>
                    <a:pt x="297561" y="0"/>
                  </a:lnTo>
                  <a:close/>
                  <a:moveTo>
                    <a:pt x="267557" y="119253"/>
                  </a:moveTo>
                  <a:lnTo>
                    <a:pt x="237839" y="119253"/>
                  </a:lnTo>
                  <a:lnTo>
                    <a:pt x="237839" y="89535"/>
                  </a:lnTo>
                  <a:lnTo>
                    <a:pt x="267557" y="89535"/>
                  </a:lnTo>
                  <a:lnTo>
                    <a:pt x="267557" y="11925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p:cNvSpPr/>
            <p:nvPr/>
          </p:nvSpPr>
          <p:spPr>
            <a:xfrm>
              <a:off x="6823423"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p:cNvSpPr/>
            <p:nvPr/>
          </p:nvSpPr>
          <p:spPr>
            <a:xfrm>
              <a:off x="6853237" y="2147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p:cNvSpPr/>
            <p:nvPr/>
          </p:nvSpPr>
          <p:spPr>
            <a:xfrm>
              <a:off x="6882955"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p:cNvSpPr/>
            <p:nvPr/>
          </p:nvSpPr>
          <p:spPr>
            <a:xfrm>
              <a:off x="6793705"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p:cNvSpPr/>
            <p:nvPr/>
          </p:nvSpPr>
          <p:spPr>
            <a:xfrm>
              <a:off x="6823423"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p:cNvSpPr/>
            <p:nvPr/>
          </p:nvSpPr>
          <p:spPr>
            <a:xfrm>
              <a:off x="6972299" y="2118169"/>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p:cNvSpPr/>
            <p:nvPr/>
          </p:nvSpPr>
          <p:spPr>
            <a:xfrm>
              <a:off x="6972299" y="2177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p:cNvSpPr/>
            <p:nvPr/>
          </p:nvSpPr>
          <p:spPr>
            <a:xfrm>
              <a:off x="6675024" y="1969388"/>
              <a:ext cx="476154" cy="237934"/>
            </a:xfrm>
            <a:custGeom>
              <a:avLst/>
              <a:gdLst/>
              <a:ahLst/>
              <a:cxnLst/>
              <a:rect l="l" t="t" r="r" b="b"/>
              <a:pathLst>
                <a:path w="476154" h="237934" extrusionOk="0">
                  <a:moveTo>
                    <a:pt x="446056" y="178499"/>
                  </a:moveTo>
                  <a:lnTo>
                    <a:pt x="446056" y="148781"/>
                  </a:lnTo>
                  <a:lnTo>
                    <a:pt x="416338" y="148781"/>
                  </a:lnTo>
                  <a:lnTo>
                    <a:pt x="416338" y="178499"/>
                  </a:lnTo>
                  <a:lnTo>
                    <a:pt x="386620" y="178499"/>
                  </a:lnTo>
                  <a:lnTo>
                    <a:pt x="386620" y="148781"/>
                  </a:lnTo>
                  <a:lnTo>
                    <a:pt x="416338" y="148781"/>
                  </a:lnTo>
                  <a:lnTo>
                    <a:pt x="416338" y="119063"/>
                  </a:lnTo>
                  <a:lnTo>
                    <a:pt x="386620" y="119063"/>
                  </a:lnTo>
                  <a:lnTo>
                    <a:pt x="386620" y="89345"/>
                  </a:lnTo>
                  <a:lnTo>
                    <a:pt x="356902" y="89345"/>
                  </a:lnTo>
                  <a:lnTo>
                    <a:pt x="356902" y="0"/>
                  </a:lnTo>
                  <a:lnTo>
                    <a:pt x="327184" y="0"/>
                  </a:lnTo>
                  <a:lnTo>
                    <a:pt x="327184" y="29718"/>
                  </a:lnTo>
                  <a:lnTo>
                    <a:pt x="118872" y="29718"/>
                  </a:lnTo>
                  <a:lnTo>
                    <a:pt x="118872" y="0"/>
                  </a:lnTo>
                  <a:lnTo>
                    <a:pt x="89154" y="0"/>
                  </a:lnTo>
                  <a:lnTo>
                    <a:pt x="89154" y="89345"/>
                  </a:lnTo>
                  <a:lnTo>
                    <a:pt x="59436" y="89345"/>
                  </a:lnTo>
                  <a:lnTo>
                    <a:pt x="59436" y="119063"/>
                  </a:lnTo>
                  <a:lnTo>
                    <a:pt x="29718" y="119063"/>
                  </a:lnTo>
                  <a:lnTo>
                    <a:pt x="29718" y="148781"/>
                  </a:lnTo>
                  <a:lnTo>
                    <a:pt x="0" y="148781"/>
                  </a:lnTo>
                  <a:lnTo>
                    <a:pt x="0" y="178499"/>
                  </a:lnTo>
                  <a:lnTo>
                    <a:pt x="59531" y="178499"/>
                  </a:lnTo>
                  <a:lnTo>
                    <a:pt x="59531" y="208217"/>
                  </a:lnTo>
                  <a:lnTo>
                    <a:pt x="119063" y="208217"/>
                  </a:lnTo>
                  <a:lnTo>
                    <a:pt x="119063" y="237935"/>
                  </a:lnTo>
                  <a:lnTo>
                    <a:pt x="297656" y="237935"/>
                  </a:lnTo>
                  <a:lnTo>
                    <a:pt x="297656" y="118872"/>
                  </a:lnTo>
                  <a:lnTo>
                    <a:pt x="357188" y="118872"/>
                  </a:lnTo>
                  <a:lnTo>
                    <a:pt x="357188" y="208217"/>
                  </a:lnTo>
                  <a:lnTo>
                    <a:pt x="446437" y="208217"/>
                  </a:lnTo>
                  <a:lnTo>
                    <a:pt x="446437" y="237935"/>
                  </a:lnTo>
                  <a:lnTo>
                    <a:pt x="476155" y="237935"/>
                  </a:lnTo>
                  <a:lnTo>
                    <a:pt x="476155" y="178403"/>
                  </a:lnTo>
                  <a:lnTo>
                    <a:pt x="446437" y="178403"/>
                  </a:lnTo>
                  <a:close/>
                  <a:moveTo>
                    <a:pt x="118682" y="89154"/>
                  </a:moveTo>
                  <a:lnTo>
                    <a:pt x="148400" y="89154"/>
                  </a:lnTo>
                  <a:lnTo>
                    <a:pt x="148400" y="118872"/>
                  </a:lnTo>
                  <a:lnTo>
                    <a:pt x="118682" y="118872"/>
                  </a:lnTo>
                  <a:lnTo>
                    <a:pt x="118682" y="89154"/>
                  </a:lnTo>
                  <a:close/>
                  <a:moveTo>
                    <a:pt x="237744" y="178499"/>
                  </a:moveTo>
                  <a:lnTo>
                    <a:pt x="208026" y="178499"/>
                  </a:lnTo>
                  <a:lnTo>
                    <a:pt x="208026" y="208217"/>
                  </a:lnTo>
                  <a:lnTo>
                    <a:pt x="178308" y="208217"/>
                  </a:lnTo>
                  <a:lnTo>
                    <a:pt x="178308" y="178499"/>
                  </a:lnTo>
                  <a:lnTo>
                    <a:pt x="148590" y="178499"/>
                  </a:lnTo>
                  <a:lnTo>
                    <a:pt x="148590" y="148781"/>
                  </a:lnTo>
                  <a:lnTo>
                    <a:pt x="178308" y="148781"/>
                  </a:lnTo>
                  <a:lnTo>
                    <a:pt x="178308" y="119063"/>
                  </a:lnTo>
                  <a:lnTo>
                    <a:pt x="208026" y="119063"/>
                  </a:lnTo>
                  <a:lnTo>
                    <a:pt x="208026" y="148781"/>
                  </a:lnTo>
                  <a:lnTo>
                    <a:pt x="237744" y="148781"/>
                  </a:lnTo>
                  <a:lnTo>
                    <a:pt x="237744" y="17849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p:cNvSpPr/>
            <p:nvPr/>
          </p:nvSpPr>
          <p:spPr>
            <a:xfrm>
              <a:off x="6853237"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p:cNvSpPr/>
            <p:nvPr/>
          </p:nvSpPr>
          <p:spPr>
            <a:xfrm>
              <a:off x="6972299" y="208835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p:cNvSpPr/>
            <p:nvPr/>
          </p:nvSpPr>
          <p:spPr>
            <a:xfrm>
              <a:off x="7210424"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p:cNvSpPr/>
            <p:nvPr/>
          </p:nvSpPr>
          <p:spPr>
            <a:xfrm>
              <a:off x="7269955" y="2713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p:cNvSpPr/>
            <p:nvPr/>
          </p:nvSpPr>
          <p:spPr>
            <a:xfrm>
              <a:off x="7180611" y="2772918"/>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p:cNvSpPr/>
            <p:nvPr/>
          </p:nvSpPr>
          <p:spPr>
            <a:xfrm>
              <a:off x="726995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1" name="Google Shape;2031;p31"/>
            <p:cNvSpPr/>
            <p:nvPr/>
          </p:nvSpPr>
          <p:spPr>
            <a:xfrm>
              <a:off x="735920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2" name="Google Shape;2032;p31"/>
            <p:cNvSpPr/>
            <p:nvPr/>
          </p:nvSpPr>
          <p:spPr>
            <a:xfrm>
              <a:off x="7329487"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3" name="Google Shape;2033;p31"/>
            <p:cNvSpPr/>
            <p:nvPr/>
          </p:nvSpPr>
          <p:spPr>
            <a:xfrm>
              <a:off x="6853237"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4" name="Google Shape;2034;p31"/>
            <p:cNvSpPr/>
            <p:nvPr/>
          </p:nvSpPr>
          <p:spPr>
            <a:xfrm>
              <a:off x="6972299"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5" name="Google Shape;2035;p31"/>
            <p:cNvSpPr/>
            <p:nvPr/>
          </p:nvSpPr>
          <p:spPr>
            <a:xfrm>
              <a:off x="6882955"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6" name="Google Shape;2036;p31"/>
            <p:cNvSpPr/>
            <p:nvPr/>
          </p:nvSpPr>
          <p:spPr>
            <a:xfrm>
              <a:off x="6942486"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7" name="Google Shape;2037;p31"/>
            <p:cNvSpPr/>
            <p:nvPr/>
          </p:nvSpPr>
          <p:spPr>
            <a:xfrm>
              <a:off x="6823423"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8" name="Google Shape;2038;p31"/>
            <p:cNvSpPr/>
            <p:nvPr/>
          </p:nvSpPr>
          <p:spPr>
            <a:xfrm>
              <a:off x="6793705"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9" name="Google Shape;2039;p31"/>
            <p:cNvSpPr/>
            <p:nvPr/>
          </p:nvSpPr>
          <p:spPr>
            <a:xfrm>
              <a:off x="6912768"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0" name="Google Shape;2040;p31"/>
            <p:cNvSpPr/>
            <p:nvPr/>
          </p:nvSpPr>
          <p:spPr>
            <a:xfrm>
              <a:off x="6734174" y="2683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1" name="Google Shape;2041;p31"/>
            <p:cNvSpPr/>
            <p:nvPr/>
          </p:nvSpPr>
          <p:spPr>
            <a:xfrm>
              <a:off x="6942486" y="2683668"/>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2" name="Google Shape;2042;p31"/>
            <p:cNvSpPr/>
            <p:nvPr/>
          </p:nvSpPr>
          <p:spPr>
            <a:xfrm>
              <a:off x="6823423" y="2713482"/>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3" name="Google Shape;2043;p31"/>
            <p:cNvSpPr/>
            <p:nvPr/>
          </p:nvSpPr>
          <p:spPr>
            <a:xfrm>
              <a:off x="6763892"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4" name="Google Shape;2044;p31"/>
            <p:cNvSpPr/>
            <p:nvPr/>
          </p:nvSpPr>
          <p:spPr>
            <a:xfrm>
              <a:off x="7061548"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5" name="Google Shape;2045;p31"/>
            <p:cNvSpPr/>
            <p:nvPr/>
          </p:nvSpPr>
          <p:spPr>
            <a:xfrm>
              <a:off x="6644830"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6" name="Google Shape;2046;p31"/>
            <p:cNvSpPr/>
            <p:nvPr/>
          </p:nvSpPr>
          <p:spPr>
            <a:xfrm>
              <a:off x="6793705"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7" name="Google Shape;2047;p31"/>
            <p:cNvSpPr/>
            <p:nvPr/>
          </p:nvSpPr>
          <p:spPr>
            <a:xfrm>
              <a:off x="6823423"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8" name="Google Shape;2048;p31"/>
            <p:cNvSpPr/>
            <p:nvPr/>
          </p:nvSpPr>
          <p:spPr>
            <a:xfrm>
              <a:off x="6882955"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9" name="Google Shape;2049;p31"/>
            <p:cNvSpPr/>
            <p:nvPr/>
          </p:nvSpPr>
          <p:spPr>
            <a:xfrm>
              <a:off x="7002017"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0" name="Google Shape;2050;p31"/>
            <p:cNvSpPr/>
            <p:nvPr/>
          </p:nvSpPr>
          <p:spPr>
            <a:xfrm>
              <a:off x="6882955"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1" name="Google Shape;2051;p31"/>
            <p:cNvSpPr/>
            <p:nvPr/>
          </p:nvSpPr>
          <p:spPr>
            <a:xfrm>
              <a:off x="6853237" y="1939480"/>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2" name="Google Shape;2052;p31"/>
            <p:cNvSpPr/>
            <p:nvPr/>
          </p:nvSpPr>
          <p:spPr>
            <a:xfrm>
              <a:off x="6793705"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3" name="Google Shape;2053;p31"/>
            <p:cNvSpPr/>
            <p:nvPr/>
          </p:nvSpPr>
          <p:spPr>
            <a:xfrm>
              <a:off x="6644830"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4" name="Google Shape;2054;p31"/>
            <p:cNvSpPr/>
            <p:nvPr/>
          </p:nvSpPr>
          <p:spPr>
            <a:xfrm>
              <a:off x="7150893"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5" name="Google Shape;2055;p31"/>
            <p:cNvSpPr/>
            <p:nvPr/>
          </p:nvSpPr>
          <p:spPr>
            <a:xfrm>
              <a:off x="7150893" y="238601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6" name="Google Shape;2056;p31"/>
            <p:cNvSpPr/>
            <p:nvPr/>
          </p:nvSpPr>
          <p:spPr>
            <a:xfrm>
              <a:off x="7150893"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7" name="Google Shape;2057;p31"/>
            <p:cNvSpPr/>
            <p:nvPr/>
          </p:nvSpPr>
          <p:spPr>
            <a:xfrm>
              <a:off x="7061548"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8" name="Google Shape;2058;p31"/>
            <p:cNvSpPr/>
            <p:nvPr/>
          </p:nvSpPr>
          <p:spPr>
            <a:xfrm>
              <a:off x="6704361"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9" name="Google Shape;2059;p31"/>
            <p:cNvSpPr/>
            <p:nvPr/>
          </p:nvSpPr>
          <p:spPr>
            <a:xfrm>
              <a:off x="7002017"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0" name="Google Shape;2060;p31"/>
            <p:cNvSpPr/>
            <p:nvPr/>
          </p:nvSpPr>
          <p:spPr>
            <a:xfrm>
              <a:off x="7061548"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1" name="Google Shape;2061;p31"/>
            <p:cNvSpPr/>
            <p:nvPr/>
          </p:nvSpPr>
          <p:spPr>
            <a:xfrm>
              <a:off x="6763892"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2" name="Google Shape;2062;p31"/>
            <p:cNvSpPr/>
            <p:nvPr/>
          </p:nvSpPr>
          <p:spPr>
            <a:xfrm>
              <a:off x="6704361"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3" name="Google Shape;2063;p31"/>
            <p:cNvSpPr/>
            <p:nvPr/>
          </p:nvSpPr>
          <p:spPr>
            <a:xfrm>
              <a:off x="6972299"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4" name="Google Shape;2064;p31"/>
            <p:cNvSpPr/>
            <p:nvPr/>
          </p:nvSpPr>
          <p:spPr>
            <a:xfrm rot="-5400000">
              <a:off x="6793705"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5" name="Google Shape;2065;p31"/>
            <p:cNvSpPr/>
            <p:nvPr/>
          </p:nvSpPr>
          <p:spPr>
            <a:xfrm rot="-5400000">
              <a:off x="6942581"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6" name="Google Shape;2066;p31"/>
            <p:cNvSpPr/>
            <p:nvPr/>
          </p:nvSpPr>
          <p:spPr>
            <a:xfrm rot="-5400000">
              <a:off x="6853237"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7" name="Google Shape;2067;p31"/>
            <p:cNvSpPr/>
            <p:nvPr/>
          </p:nvSpPr>
          <p:spPr>
            <a:xfrm rot="-5400000">
              <a:off x="7002017" y="173126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68" name="Google Shape;2068;p31"/>
          <p:cNvGrpSpPr/>
          <p:nvPr/>
        </p:nvGrpSpPr>
        <p:grpSpPr>
          <a:xfrm>
            <a:off x="7677357" y="3412860"/>
            <a:ext cx="515123" cy="1184839"/>
            <a:chOff x="4873846" y="3904107"/>
            <a:chExt cx="595312" cy="1369123"/>
          </a:xfrm>
        </p:grpSpPr>
        <p:sp>
          <p:nvSpPr>
            <p:cNvPr id="2069" name="Google Shape;2069;p31"/>
            <p:cNvSpPr/>
            <p:nvPr/>
          </p:nvSpPr>
          <p:spPr>
            <a:xfrm>
              <a:off x="4873846" y="3933825"/>
              <a:ext cx="595312" cy="1339405"/>
            </a:xfrm>
            <a:custGeom>
              <a:avLst/>
              <a:gdLst/>
              <a:ahLst/>
              <a:cxnLst/>
              <a:rect l="l" t="t" r="r" b="b"/>
              <a:pathLst>
                <a:path w="595312" h="1339405" extrusionOk="0">
                  <a:moveTo>
                    <a:pt x="565499" y="238125"/>
                  </a:moveTo>
                  <a:lnTo>
                    <a:pt x="535781" y="238125"/>
                  </a:lnTo>
                  <a:lnTo>
                    <a:pt x="535781" y="208407"/>
                  </a:lnTo>
                  <a:lnTo>
                    <a:pt x="505968" y="208407"/>
                  </a:lnTo>
                  <a:lnTo>
                    <a:pt x="505968" y="178594"/>
                  </a:lnTo>
                  <a:lnTo>
                    <a:pt x="446437" y="178594"/>
                  </a:lnTo>
                  <a:lnTo>
                    <a:pt x="446437" y="119063"/>
                  </a:lnTo>
                  <a:lnTo>
                    <a:pt x="416719" y="119063"/>
                  </a:lnTo>
                  <a:lnTo>
                    <a:pt x="416719" y="178594"/>
                  </a:lnTo>
                  <a:lnTo>
                    <a:pt x="357187" y="178594"/>
                  </a:lnTo>
                  <a:lnTo>
                    <a:pt x="327374" y="178594"/>
                  </a:lnTo>
                  <a:lnTo>
                    <a:pt x="327374" y="148780"/>
                  </a:lnTo>
                  <a:lnTo>
                    <a:pt x="297656" y="148780"/>
                  </a:lnTo>
                  <a:lnTo>
                    <a:pt x="297656" y="89345"/>
                  </a:lnTo>
                  <a:lnTo>
                    <a:pt x="267843" y="89345"/>
                  </a:lnTo>
                  <a:lnTo>
                    <a:pt x="267843" y="59531"/>
                  </a:lnTo>
                  <a:lnTo>
                    <a:pt x="238125" y="59531"/>
                  </a:lnTo>
                  <a:lnTo>
                    <a:pt x="238125" y="29718"/>
                  </a:lnTo>
                  <a:lnTo>
                    <a:pt x="208312" y="29718"/>
                  </a:lnTo>
                  <a:lnTo>
                    <a:pt x="208312" y="0"/>
                  </a:lnTo>
                  <a:lnTo>
                    <a:pt x="178594" y="0"/>
                  </a:lnTo>
                  <a:lnTo>
                    <a:pt x="178594" y="29718"/>
                  </a:lnTo>
                  <a:lnTo>
                    <a:pt x="119063" y="29718"/>
                  </a:lnTo>
                  <a:lnTo>
                    <a:pt x="119063" y="59531"/>
                  </a:lnTo>
                  <a:lnTo>
                    <a:pt x="89249" y="59531"/>
                  </a:lnTo>
                  <a:lnTo>
                    <a:pt x="89249" y="89345"/>
                  </a:lnTo>
                  <a:lnTo>
                    <a:pt x="59531" y="89345"/>
                  </a:lnTo>
                  <a:lnTo>
                    <a:pt x="59531" y="119063"/>
                  </a:lnTo>
                  <a:lnTo>
                    <a:pt x="59531" y="148780"/>
                  </a:lnTo>
                  <a:lnTo>
                    <a:pt x="29718" y="148780"/>
                  </a:lnTo>
                  <a:lnTo>
                    <a:pt x="29718" y="178594"/>
                  </a:lnTo>
                  <a:lnTo>
                    <a:pt x="0" y="178594"/>
                  </a:lnTo>
                  <a:lnTo>
                    <a:pt x="0" y="208407"/>
                  </a:lnTo>
                  <a:lnTo>
                    <a:pt x="0" y="297656"/>
                  </a:lnTo>
                  <a:lnTo>
                    <a:pt x="0" y="1250156"/>
                  </a:lnTo>
                  <a:lnTo>
                    <a:pt x="29718" y="1250156"/>
                  </a:lnTo>
                  <a:lnTo>
                    <a:pt x="29718" y="1279970"/>
                  </a:lnTo>
                  <a:lnTo>
                    <a:pt x="59531" y="1279970"/>
                  </a:lnTo>
                  <a:lnTo>
                    <a:pt x="59531" y="1309688"/>
                  </a:lnTo>
                  <a:lnTo>
                    <a:pt x="89249" y="1309688"/>
                  </a:lnTo>
                  <a:lnTo>
                    <a:pt x="89249" y="1339406"/>
                  </a:lnTo>
                  <a:lnTo>
                    <a:pt x="267843" y="1339406"/>
                  </a:lnTo>
                  <a:lnTo>
                    <a:pt x="267843" y="1309688"/>
                  </a:lnTo>
                  <a:lnTo>
                    <a:pt x="297656" y="1309688"/>
                  </a:lnTo>
                  <a:lnTo>
                    <a:pt x="297656" y="1279970"/>
                  </a:lnTo>
                  <a:lnTo>
                    <a:pt x="327374" y="1279970"/>
                  </a:lnTo>
                  <a:lnTo>
                    <a:pt x="327374" y="1250156"/>
                  </a:lnTo>
                  <a:lnTo>
                    <a:pt x="357187" y="1250156"/>
                  </a:lnTo>
                  <a:lnTo>
                    <a:pt x="357187" y="535781"/>
                  </a:lnTo>
                  <a:lnTo>
                    <a:pt x="565499" y="535781"/>
                  </a:lnTo>
                  <a:lnTo>
                    <a:pt x="565499" y="505968"/>
                  </a:lnTo>
                  <a:lnTo>
                    <a:pt x="595313" y="505968"/>
                  </a:lnTo>
                  <a:lnTo>
                    <a:pt x="595313" y="297656"/>
                  </a:lnTo>
                  <a:lnTo>
                    <a:pt x="565499" y="297656"/>
                  </a:lnTo>
                  <a:lnTo>
                    <a:pt x="565499" y="23812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0" name="Google Shape;2070;p31"/>
            <p:cNvSpPr/>
            <p:nvPr/>
          </p:nvSpPr>
          <p:spPr>
            <a:xfrm>
              <a:off x="5260752" y="3993356"/>
              <a:ext cx="29717" cy="59531"/>
            </a:xfrm>
            <a:custGeom>
              <a:avLst/>
              <a:gdLst/>
              <a:ahLst/>
              <a:cxnLst/>
              <a:rect l="l" t="t" r="r" b="b"/>
              <a:pathLst>
                <a:path w="29717"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1" name="Google Shape;2071;p31"/>
            <p:cNvSpPr/>
            <p:nvPr/>
          </p:nvSpPr>
          <p:spPr>
            <a:xfrm>
              <a:off x="5171503" y="3933825"/>
              <a:ext cx="59531" cy="29718"/>
            </a:xfrm>
            <a:custGeom>
              <a:avLst/>
              <a:gdLst/>
              <a:ahLst/>
              <a:cxnLst/>
              <a:rect l="l" t="t" r="r" b="b"/>
              <a:pathLst>
                <a:path w="59531" h="29718"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2" name="Google Shape;2072;p31"/>
            <p:cNvSpPr/>
            <p:nvPr/>
          </p:nvSpPr>
          <p:spPr>
            <a:xfrm>
              <a:off x="5082158" y="3904107"/>
              <a:ext cx="89344" cy="29718"/>
            </a:xfrm>
            <a:custGeom>
              <a:avLst/>
              <a:gdLst/>
              <a:ahLst/>
              <a:cxnLst/>
              <a:rect l="l" t="t" r="r" b="b"/>
              <a:pathLst>
                <a:path w="89344" h="29718" extrusionOk="0">
                  <a:moveTo>
                    <a:pt x="0" y="0"/>
                  </a:moveTo>
                  <a:lnTo>
                    <a:pt x="89345" y="0"/>
                  </a:lnTo>
                  <a:lnTo>
                    <a:pt x="89345"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3" name="Google Shape;2073;p31"/>
            <p:cNvSpPr/>
            <p:nvPr/>
          </p:nvSpPr>
          <p:spPr>
            <a:xfrm>
              <a:off x="5231034" y="3963543"/>
              <a:ext cx="29717" cy="29718"/>
            </a:xfrm>
            <a:custGeom>
              <a:avLst/>
              <a:gdLst/>
              <a:ahLst/>
              <a:cxnLst/>
              <a:rect l="l" t="t" r="r" b="b"/>
              <a:pathLst>
                <a:path w="29717"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74" name="Google Shape;2074;p31"/>
            <p:cNvGrpSpPr/>
            <p:nvPr/>
          </p:nvGrpSpPr>
          <p:grpSpPr>
            <a:xfrm>
              <a:off x="4873846" y="3904107"/>
              <a:ext cx="595218" cy="1369123"/>
              <a:chOff x="4873846" y="3904107"/>
              <a:chExt cx="595218" cy="1369123"/>
            </a:xfrm>
          </p:grpSpPr>
          <p:sp>
            <p:nvSpPr>
              <p:cNvPr id="2075" name="Google Shape;2075;p31"/>
              <p:cNvSpPr/>
              <p:nvPr/>
            </p:nvSpPr>
            <p:spPr>
              <a:xfrm>
                <a:off x="5409628" y="417195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6" name="Google Shape;2076;p31"/>
              <p:cNvSpPr/>
              <p:nvPr/>
            </p:nvSpPr>
            <p:spPr>
              <a:xfrm>
                <a:off x="5439346" y="4231481"/>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7" name="Google Shape;2077;p31"/>
              <p:cNvSpPr/>
              <p:nvPr/>
            </p:nvSpPr>
            <p:spPr>
              <a:xfrm>
                <a:off x="5231034" y="4439793"/>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8" name="Google Shape;2078;p31"/>
              <p:cNvSpPr/>
              <p:nvPr/>
            </p:nvSpPr>
            <p:spPr>
              <a:xfrm>
                <a:off x="5379814"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9" name="Google Shape;2079;p31"/>
              <p:cNvSpPr/>
              <p:nvPr/>
            </p:nvSpPr>
            <p:spPr>
              <a:xfrm>
                <a:off x="5231034" y="4112418"/>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0" name="Google Shape;2080;p31"/>
              <p:cNvSpPr/>
              <p:nvPr/>
            </p:nvSpPr>
            <p:spPr>
              <a:xfrm>
                <a:off x="5260752" y="417195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1" name="Google Shape;2081;p31"/>
              <p:cNvSpPr/>
              <p:nvPr/>
            </p:nvSpPr>
            <p:spPr>
              <a:xfrm>
                <a:off x="5231034" y="438035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2" name="Google Shape;2082;p31"/>
              <p:cNvSpPr/>
              <p:nvPr/>
            </p:nvSpPr>
            <p:spPr>
              <a:xfrm>
                <a:off x="5350096"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3" name="Google Shape;2083;p31"/>
              <p:cNvSpPr/>
              <p:nvPr/>
            </p:nvSpPr>
            <p:spPr>
              <a:xfrm>
                <a:off x="5379814" y="426129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4" name="Google Shape;2084;p31"/>
              <p:cNvSpPr/>
              <p:nvPr/>
            </p:nvSpPr>
            <p:spPr>
              <a:xfrm>
                <a:off x="5231034" y="4201668"/>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5" name="Google Shape;2085;p31"/>
              <p:cNvSpPr/>
              <p:nvPr/>
            </p:nvSpPr>
            <p:spPr>
              <a:xfrm>
                <a:off x="5290565" y="4052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6" name="Google Shape;2086;p31"/>
              <p:cNvSpPr/>
              <p:nvPr/>
            </p:nvSpPr>
            <p:spPr>
              <a:xfrm>
                <a:off x="5260752" y="3993356"/>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7" name="Google Shape;2087;p31"/>
              <p:cNvSpPr/>
              <p:nvPr/>
            </p:nvSpPr>
            <p:spPr>
              <a:xfrm>
                <a:off x="5171503" y="393382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31"/>
              <p:cNvSpPr/>
              <p:nvPr/>
            </p:nvSpPr>
            <p:spPr>
              <a:xfrm>
                <a:off x="5082158" y="390410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31"/>
              <p:cNvSpPr/>
              <p:nvPr/>
            </p:nvSpPr>
            <p:spPr>
              <a:xfrm>
                <a:off x="5052440" y="393382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31"/>
              <p:cNvSpPr/>
              <p:nvPr/>
            </p:nvSpPr>
            <p:spPr>
              <a:xfrm>
                <a:off x="5082158"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31"/>
              <p:cNvSpPr/>
              <p:nvPr/>
            </p:nvSpPr>
            <p:spPr>
              <a:xfrm>
                <a:off x="5052440"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31"/>
              <p:cNvSpPr/>
              <p:nvPr/>
            </p:nvSpPr>
            <p:spPr>
              <a:xfrm>
                <a:off x="5231034"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31"/>
              <p:cNvSpPr/>
              <p:nvPr/>
            </p:nvSpPr>
            <p:spPr>
              <a:xfrm>
                <a:off x="5052440" y="52137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31"/>
              <p:cNvSpPr/>
              <p:nvPr/>
            </p:nvSpPr>
            <p:spPr>
              <a:xfrm>
                <a:off x="5171503" y="4469606"/>
                <a:ext cx="29717" cy="148780"/>
              </a:xfrm>
              <a:custGeom>
                <a:avLst/>
                <a:gdLst/>
                <a:ahLst/>
                <a:cxnLst/>
                <a:rect l="l" t="t" r="r" b="b"/>
                <a:pathLst>
                  <a:path w="29717" h="148780" extrusionOk="0">
                    <a:moveTo>
                      <a:pt x="0" y="0"/>
                    </a:moveTo>
                    <a:lnTo>
                      <a:pt x="29718" y="0"/>
                    </a:lnTo>
                    <a:lnTo>
                      <a:pt x="29718" y="148780"/>
                    </a:lnTo>
                    <a:lnTo>
                      <a:pt x="0" y="1487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31"/>
              <p:cNvSpPr/>
              <p:nvPr/>
            </p:nvSpPr>
            <p:spPr>
              <a:xfrm>
                <a:off x="4903564" y="47375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31"/>
              <p:cNvSpPr/>
              <p:nvPr/>
            </p:nvSpPr>
            <p:spPr>
              <a:xfrm>
                <a:off x="5171503" y="497566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31"/>
              <p:cNvSpPr/>
              <p:nvPr/>
            </p:nvSpPr>
            <p:spPr>
              <a:xfrm>
                <a:off x="4933378" y="51839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31"/>
              <p:cNvSpPr/>
              <p:nvPr/>
            </p:nvSpPr>
            <p:spPr>
              <a:xfrm>
                <a:off x="4903564"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31"/>
              <p:cNvSpPr/>
              <p:nvPr/>
            </p:nvSpPr>
            <p:spPr>
              <a:xfrm>
                <a:off x="4873846" y="4231481"/>
                <a:ext cx="29718" cy="952500"/>
              </a:xfrm>
              <a:custGeom>
                <a:avLst/>
                <a:gdLst/>
                <a:ahLst/>
                <a:cxnLst/>
                <a:rect l="l" t="t" r="r" b="b"/>
                <a:pathLst>
                  <a:path w="29718" h="952500" extrusionOk="0">
                    <a:moveTo>
                      <a:pt x="0" y="0"/>
                    </a:moveTo>
                    <a:lnTo>
                      <a:pt x="29718" y="0"/>
                    </a:lnTo>
                    <a:lnTo>
                      <a:pt x="29718" y="952500"/>
                    </a:lnTo>
                    <a:lnTo>
                      <a:pt x="0" y="9525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31"/>
              <p:cNvSpPr/>
              <p:nvPr/>
            </p:nvSpPr>
            <p:spPr>
              <a:xfrm>
                <a:off x="4903564" y="4796980"/>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31"/>
              <p:cNvSpPr/>
              <p:nvPr/>
            </p:nvSpPr>
            <p:spPr>
              <a:xfrm>
                <a:off x="4933378" y="4291012"/>
                <a:ext cx="29718" cy="863155"/>
              </a:xfrm>
              <a:custGeom>
                <a:avLst/>
                <a:gdLst/>
                <a:ahLst/>
                <a:cxnLst/>
                <a:rect l="l" t="t" r="r" b="b"/>
                <a:pathLst>
                  <a:path w="29718" h="863155" extrusionOk="0">
                    <a:moveTo>
                      <a:pt x="0" y="0"/>
                    </a:moveTo>
                    <a:lnTo>
                      <a:pt x="29718" y="0"/>
                    </a:lnTo>
                    <a:lnTo>
                      <a:pt x="29718" y="863155"/>
                    </a:lnTo>
                    <a:lnTo>
                      <a:pt x="0" y="863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31"/>
              <p:cNvSpPr/>
              <p:nvPr/>
            </p:nvSpPr>
            <p:spPr>
              <a:xfrm>
                <a:off x="4963191" y="4350543"/>
                <a:ext cx="178498" cy="238125"/>
              </a:xfrm>
              <a:custGeom>
                <a:avLst/>
                <a:gdLst/>
                <a:ahLst/>
                <a:cxnLst/>
                <a:rect l="l" t="t" r="r" b="b"/>
                <a:pathLst>
                  <a:path w="178498" h="238125" extrusionOk="0">
                    <a:moveTo>
                      <a:pt x="148780" y="0"/>
                    </a:moveTo>
                    <a:lnTo>
                      <a:pt x="148780" y="29718"/>
                    </a:lnTo>
                    <a:lnTo>
                      <a:pt x="29718" y="29718"/>
                    </a:lnTo>
                    <a:lnTo>
                      <a:pt x="29718" y="0"/>
                    </a:lnTo>
                    <a:lnTo>
                      <a:pt x="0" y="0"/>
                    </a:lnTo>
                    <a:lnTo>
                      <a:pt x="0" y="238125"/>
                    </a:lnTo>
                    <a:lnTo>
                      <a:pt x="29718" y="238125"/>
                    </a:lnTo>
                    <a:lnTo>
                      <a:pt x="29718" y="208407"/>
                    </a:lnTo>
                    <a:lnTo>
                      <a:pt x="148780" y="208407"/>
                    </a:lnTo>
                    <a:lnTo>
                      <a:pt x="148780" y="238125"/>
                    </a:lnTo>
                    <a:lnTo>
                      <a:pt x="178499" y="238125"/>
                    </a:lnTo>
                    <a:lnTo>
                      <a:pt x="178499" y="0"/>
                    </a:lnTo>
                    <a:lnTo>
                      <a:pt x="148780" y="0"/>
                    </a:lnTo>
                    <a:close/>
                    <a:moveTo>
                      <a:pt x="148780" y="178594"/>
                    </a:moveTo>
                    <a:lnTo>
                      <a:pt x="89249" y="178594"/>
                    </a:lnTo>
                    <a:lnTo>
                      <a:pt x="89249" y="59531"/>
                    </a:lnTo>
                    <a:lnTo>
                      <a:pt x="148780" y="59531"/>
                    </a:lnTo>
                    <a:lnTo>
                      <a:pt x="148780" y="17859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31"/>
              <p:cNvSpPr/>
              <p:nvPr/>
            </p:nvSpPr>
            <p:spPr>
              <a:xfrm>
                <a:off x="5141689" y="4291012"/>
                <a:ext cx="29717" cy="863155"/>
              </a:xfrm>
              <a:custGeom>
                <a:avLst/>
                <a:gdLst/>
                <a:ahLst/>
                <a:cxnLst/>
                <a:rect l="l" t="t" r="r" b="b"/>
                <a:pathLst>
                  <a:path w="29717" h="863155" extrusionOk="0">
                    <a:moveTo>
                      <a:pt x="0" y="0"/>
                    </a:moveTo>
                    <a:lnTo>
                      <a:pt x="29718" y="0"/>
                    </a:lnTo>
                    <a:lnTo>
                      <a:pt x="29718" y="863155"/>
                    </a:lnTo>
                    <a:lnTo>
                      <a:pt x="0" y="863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31"/>
              <p:cNvSpPr/>
              <p:nvPr/>
            </p:nvSpPr>
            <p:spPr>
              <a:xfrm>
                <a:off x="5171503" y="4618482"/>
                <a:ext cx="29717" cy="357187"/>
              </a:xfrm>
              <a:custGeom>
                <a:avLst/>
                <a:gdLst/>
                <a:ahLst/>
                <a:cxnLst/>
                <a:rect l="l" t="t" r="r" b="b"/>
                <a:pathLst>
                  <a:path w="29717" h="357187" extrusionOk="0">
                    <a:moveTo>
                      <a:pt x="0" y="0"/>
                    </a:moveTo>
                    <a:lnTo>
                      <a:pt x="29718" y="0"/>
                    </a:lnTo>
                    <a:lnTo>
                      <a:pt x="29718" y="357188"/>
                    </a:lnTo>
                    <a:lnTo>
                      <a:pt x="0" y="35718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31"/>
              <p:cNvSpPr/>
              <p:nvPr/>
            </p:nvSpPr>
            <p:spPr>
              <a:xfrm>
                <a:off x="5201221" y="4469606"/>
                <a:ext cx="29717" cy="714375"/>
              </a:xfrm>
              <a:custGeom>
                <a:avLst/>
                <a:gdLst/>
                <a:ahLst/>
                <a:cxnLst/>
                <a:rect l="l" t="t" r="r" b="b"/>
                <a:pathLst>
                  <a:path w="29717" h="714375" extrusionOk="0">
                    <a:moveTo>
                      <a:pt x="0" y="0"/>
                    </a:moveTo>
                    <a:lnTo>
                      <a:pt x="29718" y="0"/>
                    </a:lnTo>
                    <a:lnTo>
                      <a:pt x="29718" y="714375"/>
                    </a:lnTo>
                    <a:lnTo>
                      <a:pt x="0" y="7143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31"/>
              <p:cNvSpPr/>
              <p:nvPr/>
            </p:nvSpPr>
            <p:spPr>
              <a:xfrm>
                <a:off x="5231034" y="4201667"/>
                <a:ext cx="148780" cy="178689"/>
              </a:xfrm>
              <a:custGeom>
                <a:avLst/>
                <a:gdLst/>
                <a:ahLst/>
                <a:cxnLst/>
                <a:rect l="l" t="t" r="r" b="b"/>
                <a:pathLst>
                  <a:path w="148780" h="178689" extrusionOk="0">
                    <a:moveTo>
                      <a:pt x="148780" y="59627"/>
                    </a:moveTo>
                    <a:lnTo>
                      <a:pt x="148780" y="178689"/>
                    </a:lnTo>
                    <a:lnTo>
                      <a:pt x="0" y="178689"/>
                    </a:lnTo>
                    <a:lnTo>
                      <a:pt x="0" y="59627"/>
                    </a:lnTo>
                    <a:lnTo>
                      <a:pt x="29718" y="59627"/>
                    </a:lnTo>
                    <a:lnTo>
                      <a:pt x="29718" y="0"/>
                    </a:lnTo>
                    <a:lnTo>
                      <a:pt x="119063" y="0"/>
                    </a:lnTo>
                    <a:lnTo>
                      <a:pt x="119063" y="59627"/>
                    </a:lnTo>
                    <a:lnTo>
                      <a:pt x="148780" y="5962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31"/>
              <p:cNvSpPr/>
              <p:nvPr/>
            </p:nvSpPr>
            <p:spPr>
              <a:xfrm>
                <a:off x="5201221" y="4231481"/>
                <a:ext cx="29717" cy="238125"/>
              </a:xfrm>
              <a:custGeom>
                <a:avLst/>
                <a:gdLst/>
                <a:ahLst/>
                <a:cxnLst/>
                <a:rect l="l" t="t" r="r" b="b"/>
                <a:pathLst>
                  <a:path w="29717" h="238125" extrusionOk="0">
                    <a:moveTo>
                      <a:pt x="0" y="0"/>
                    </a:moveTo>
                    <a:lnTo>
                      <a:pt x="29718" y="0"/>
                    </a:lnTo>
                    <a:lnTo>
                      <a:pt x="29718" y="238125"/>
                    </a:lnTo>
                    <a:lnTo>
                      <a:pt x="0" y="23812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31"/>
              <p:cNvSpPr/>
              <p:nvPr/>
            </p:nvSpPr>
            <p:spPr>
              <a:xfrm>
                <a:off x="4963096" y="52435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31"/>
              <p:cNvSpPr/>
              <p:nvPr/>
            </p:nvSpPr>
            <p:spPr>
              <a:xfrm>
                <a:off x="5141689" y="52137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31"/>
              <p:cNvSpPr/>
              <p:nvPr/>
            </p:nvSpPr>
            <p:spPr>
              <a:xfrm>
                <a:off x="5141689"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1" name="Google Shape;2111;p31"/>
              <p:cNvSpPr/>
              <p:nvPr/>
            </p:nvSpPr>
            <p:spPr>
              <a:xfrm>
                <a:off x="4933378"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909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2" name="Google Shape;2112;p31"/>
              <p:cNvSpPr/>
              <p:nvPr/>
            </p:nvSpPr>
            <p:spPr>
              <a:xfrm>
                <a:off x="5171503" y="4261294"/>
                <a:ext cx="29717" cy="208406"/>
              </a:xfrm>
              <a:custGeom>
                <a:avLst/>
                <a:gdLst/>
                <a:ahLst/>
                <a:cxnLst/>
                <a:rect l="l" t="t" r="r" b="b"/>
                <a:pathLst>
                  <a:path w="29717" h="208406" extrusionOk="0">
                    <a:moveTo>
                      <a:pt x="0" y="0"/>
                    </a:moveTo>
                    <a:lnTo>
                      <a:pt x="29718" y="0"/>
                    </a:lnTo>
                    <a:lnTo>
                      <a:pt x="29718" y="208407"/>
                    </a:lnTo>
                    <a:lnTo>
                      <a:pt x="0" y="2084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31"/>
              <p:cNvSpPr/>
              <p:nvPr/>
            </p:nvSpPr>
            <p:spPr>
              <a:xfrm>
                <a:off x="5171503"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31"/>
              <p:cNvSpPr/>
              <p:nvPr/>
            </p:nvSpPr>
            <p:spPr>
              <a:xfrm>
                <a:off x="4933378"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31"/>
              <p:cNvSpPr/>
              <p:nvPr/>
            </p:nvSpPr>
            <p:spPr>
              <a:xfrm>
                <a:off x="4903564" y="4261294"/>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31"/>
              <p:cNvSpPr/>
              <p:nvPr/>
            </p:nvSpPr>
            <p:spPr>
              <a:xfrm>
                <a:off x="4903564"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31"/>
              <p:cNvSpPr/>
              <p:nvPr/>
            </p:nvSpPr>
            <p:spPr>
              <a:xfrm>
                <a:off x="5201221" y="4142232"/>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8" name="Google Shape;2118;p31"/>
              <p:cNvSpPr/>
              <p:nvPr/>
            </p:nvSpPr>
            <p:spPr>
              <a:xfrm>
                <a:off x="4873846" y="414223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31"/>
              <p:cNvSpPr/>
              <p:nvPr/>
            </p:nvSpPr>
            <p:spPr>
              <a:xfrm>
                <a:off x="4933378" y="52137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0" name="Google Shape;2120;p31"/>
              <p:cNvSpPr/>
              <p:nvPr/>
            </p:nvSpPr>
            <p:spPr>
              <a:xfrm>
                <a:off x="4963096" y="5154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31"/>
              <p:cNvSpPr/>
              <p:nvPr/>
            </p:nvSpPr>
            <p:spPr>
              <a:xfrm>
                <a:off x="5111971" y="51541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31"/>
              <p:cNvSpPr/>
              <p:nvPr/>
            </p:nvSpPr>
            <p:spPr>
              <a:xfrm>
                <a:off x="4963095" y="5183981"/>
                <a:ext cx="89344" cy="59531"/>
              </a:xfrm>
              <a:custGeom>
                <a:avLst/>
                <a:gdLst/>
                <a:ahLst/>
                <a:cxnLst/>
                <a:rect l="l" t="t" r="r" b="b"/>
                <a:pathLst>
                  <a:path w="89344" h="59531" extrusionOk="0">
                    <a:moveTo>
                      <a:pt x="89344" y="29813"/>
                    </a:moveTo>
                    <a:lnTo>
                      <a:pt x="89344" y="59531"/>
                    </a:lnTo>
                    <a:lnTo>
                      <a:pt x="0" y="59531"/>
                    </a:lnTo>
                    <a:lnTo>
                      <a:pt x="0" y="0"/>
                    </a:lnTo>
                    <a:lnTo>
                      <a:pt x="29813" y="0"/>
                    </a:lnTo>
                    <a:lnTo>
                      <a:pt x="29813" y="29813"/>
                    </a:lnTo>
                    <a:lnTo>
                      <a:pt x="89344" y="298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31"/>
              <p:cNvSpPr/>
              <p:nvPr/>
            </p:nvSpPr>
            <p:spPr>
              <a:xfrm>
                <a:off x="4992909" y="518398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31"/>
              <p:cNvSpPr/>
              <p:nvPr/>
            </p:nvSpPr>
            <p:spPr>
              <a:xfrm>
                <a:off x="5111971" y="5005387"/>
                <a:ext cx="89249" cy="238125"/>
              </a:xfrm>
              <a:custGeom>
                <a:avLst/>
                <a:gdLst/>
                <a:ahLst/>
                <a:cxnLst/>
                <a:rect l="l" t="t" r="r" b="b"/>
                <a:pathLst>
                  <a:path w="89249" h="238125" extrusionOk="0">
                    <a:moveTo>
                      <a:pt x="89249" y="0"/>
                    </a:moveTo>
                    <a:lnTo>
                      <a:pt x="89249" y="178594"/>
                    </a:lnTo>
                    <a:lnTo>
                      <a:pt x="59531" y="178594"/>
                    </a:lnTo>
                    <a:lnTo>
                      <a:pt x="59531" y="208407"/>
                    </a:lnTo>
                    <a:lnTo>
                      <a:pt x="29718" y="208407"/>
                    </a:lnTo>
                    <a:lnTo>
                      <a:pt x="29718" y="238125"/>
                    </a:lnTo>
                    <a:lnTo>
                      <a:pt x="0" y="238125"/>
                    </a:lnTo>
                    <a:lnTo>
                      <a:pt x="0" y="178594"/>
                    </a:lnTo>
                    <a:lnTo>
                      <a:pt x="29718" y="178594"/>
                    </a:lnTo>
                    <a:lnTo>
                      <a:pt x="29718" y="148780"/>
                    </a:lnTo>
                    <a:lnTo>
                      <a:pt x="59531" y="148780"/>
                    </a:lnTo>
                    <a:lnTo>
                      <a:pt x="59531" y="0"/>
                    </a:lnTo>
                    <a:lnTo>
                      <a:pt x="89249"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31"/>
              <p:cNvSpPr/>
              <p:nvPr/>
            </p:nvSpPr>
            <p:spPr>
              <a:xfrm>
                <a:off x="5171503" y="51839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31"/>
              <p:cNvSpPr/>
              <p:nvPr/>
            </p:nvSpPr>
            <p:spPr>
              <a:xfrm>
                <a:off x="4903564"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31"/>
              <p:cNvSpPr/>
              <p:nvPr/>
            </p:nvSpPr>
            <p:spPr>
              <a:xfrm>
                <a:off x="4903564" y="51839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31"/>
              <p:cNvSpPr/>
              <p:nvPr/>
            </p:nvSpPr>
            <p:spPr>
              <a:xfrm>
                <a:off x="4992909" y="461848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1"/>
              <p:cNvSpPr/>
              <p:nvPr/>
            </p:nvSpPr>
            <p:spPr>
              <a:xfrm>
                <a:off x="4992909" y="455885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31"/>
              <p:cNvSpPr/>
              <p:nvPr/>
            </p:nvSpPr>
            <p:spPr>
              <a:xfrm>
                <a:off x="5111971" y="4588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31"/>
              <p:cNvSpPr/>
              <p:nvPr/>
            </p:nvSpPr>
            <p:spPr>
              <a:xfrm>
                <a:off x="4992909" y="4588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31"/>
              <p:cNvSpPr/>
              <p:nvPr/>
            </p:nvSpPr>
            <p:spPr>
              <a:xfrm>
                <a:off x="4963096" y="4588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31"/>
              <p:cNvSpPr/>
              <p:nvPr/>
            </p:nvSpPr>
            <p:spPr>
              <a:xfrm>
                <a:off x="4992909"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31"/>
              <p:cNvSpPr/>
              <p:nvPr/>
            </p:nvSpPr>
            <p:spPr>
              <a:xfrm>
                <a:off x="5022627" y="49458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31"/>
              <p:cNvSpPr/>
              <p:nvPr/>
            </p:nvSpPr>
            <p:spPr>
              <a:xfrm>
                <a:off x="4992909"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31"/>
              <p:cNvSpPr/>
              <p:nvPr/>
            </p:nvSpPr>
            <p:spPr>
              <a:xfrm>
                <a:off x="4992909"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31"/>
              <p:cNvSpPr/>
              <p:nvPr/>
            </p:nvSpPr>
            <p:spPr>
              <a:xfrm>
                <a:off x="4963096"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31"/>
              <p:cNvSpPr/>
              <p:nvPr/>
            </p:nvSpPr>
            <p:spPr>
              <a:xfrm>
                <a:off x="5052440" y="50351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31"/>
              <p:cNvSpPr/>
              <p:nvPr/>
            </p:nvSpPr>
            <p:spPr>
              <a:xfrm>
                <a:off x="4963096"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31"/>
              <p:cNvSpPr/>
              <p:nvPr/>
            </p:nvSpPr>
            <p:spPr>
              <a:xfrm>
                <a:off x="5111971" y="500538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31"/>
              <p:cNvSpPr/>
              <p:nvPr/>
            </p:nvSpPr>
            <p:spPr>
              <a:xfrm>
                <a:off x="4992909" y="47969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31"/>
              <p:cNvSpPr/>
              <p:nvPr/>
            </p:nvSpPr>
            <p:spPr>
              <a:xfrm>
                <a:off x="5082158"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31"/>
              <p:cNvSpPr/>
              <p:nvPr/>
            </p:nvSpPr>
            <p:spPr>
              <a:xfrm>
                <a:off x="5052440" y="50947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31"/>
              <p:cNvSpPr/>
              <p:nvPr/>
            </p:nvSpPr>
            <p:spPr>
              <a:xfrm>
                <a:off x="5022627"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31"/>
              <p:cNvSpPr/>
              <p:nvPr/>
            </p:nvSpPr>
            <p:spPr>
              <a:xfrm>
                <a:off x="5082158" y="48267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31"/>
              <p:cNvSpPr/>
              <p:nvPr/>
            </p:nvSpPr>
            <p:spPr>
              <a:xfrm>
                <a:off x="5111971"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31"/>
              <p:cNvSpPr/>
              <p:nvPr/>
            </p:nvSpPr>
            <p:spPr>
              <a:xfrm>
                <a:off x="5082158" y="488632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31"/>
              <p:cNvSpPr/>
              <p:nvPr/>
            </p:nvSpPr>
            <p:spPr>
              <a:xfrm>
                <a:off x="5082158"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31"/>
              <p:cNvSpPr/>
              <p:nvPr/>
            </p:nvSpPr>
            <p:spPr>
              <a:xfrm>
                <a:off x="5052440"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31"/>
              <p:cNvSpPr/>
              <p:nvPr/>
            </p:nvSpPr>
            <p:spPr>
              <a:xfrm>
                <a:off x="5022627" y="4677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1" name="Google Shape;2151;p31"/>
              <p:cNvSpPr/>
              <p:nvPr/>
            </p:nvSpPr>
            <p:spPr>
              <a:xfrm>
                <a:off x="5052440" y="4707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2" name="Google Shape;2152;p31"/>
              <p:cNvSpPr/>
              <p:nvPr/>
            </p:nvSpPr>
            <p:spPr>
              <a:xfrm>
                <a:off x="5022627" y="47375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31"/>
              <p:cNvSpPr/>
              <p:nvPr/>
            </p:nvSpPr>
            <p:spPr>
              <a:xfrm>
                <a:off x="4963191" y="4618482"/>
                <a:ext cx="178498" cy="565403"/>
              </a:xfrm>
              <a:custGeom>
                <a:avLst/>
                <a:gdLst/>
                <a:ahLst/>
                <a:cxnLst/>
                <a:rect l="l" t="t" r="r" b="b"/>
                <a:pathLst>
                  <a:path w="178498" h="565403" extrusionOk="0">
                    <a:moveTo>
                      <a:pt x="178499" y="238125"/>
                    </a:moveTo>
                    <a:lnTo>
                      <a:pt x="178499" y="0"/>
                    </a:lnTo>
                    <a:lnTo>
                      <a:pt x="148780" y="0"/>
                    </a:lnTo>
                    <a:lnTo>
                      <a:pt x="148780" y="29718"/>
                    </a:lnTo>
                    <a:lnTo>
                      <a:pt x="29718" y="29718"/>
                    </a:lnTo>
                    <a:lnTo>
                      <a:pt x="29718" y="0"/>
                    </a:lnTo>
                    <a:lnTo>
                      <a:pt x="0" y="0"/>
                    </a:lnTo>
                    <a:lnTo>
                      <a:pt x="0" y="327470"/>
                    </a:lnTo>
                    <a:lnTo>
                      <a:pt x="29718" y="327470"/>
                    </a:lnTo>
                    <a:lnTo>
                      <a:pt x="29718" y="297752"/>
                    </a:lnTo>
                    <a:lnTo>
                      <a:pt x="59436" y="297752"/>
                    </a:lnTo>
                    <a:lnTo>
                      <a:pt x="59436" y="327470"/>
                    </a:lnTo>
                    <a:lnTo>
                      <a:pt x="89154" y="327470"/>
                    </a:lnTo>
                    <a:lnTo>
                      <a:pt x="89154" y="357188"/>
                    </a:lnTo>
                    <a:lnTo>
                      <a:pt x="59436" y="357188"/>
                    </a:lnTo>
                    <a:lnTo>
                      <a:pt x="59436" y="386905"/>
                    </a:lnTo>
                    <a:lnTo>
                      <a:pt x="29718" y="386905"/>
                    </a:lnTo>
                    <a:lnTo>
                      <a:pt x="29718" y="357188"/>
                    </a:lnTo>
                    <a:lnTo>
                      <a:pt x="0" y="357188"/>
                    </a:lnTo>
                    <a:lnTo>
                      <a:pt x="0" y="476250"/>
                    </a:lnTo>
                    <a:lnTo>
                      <a:pt x="29718" y="476250"/>
                    </a:lnTo>
                    <a:lnTo>
                      <a:pt x="29718" y="505968"/>
                    </a:lnTo>
                    <a:lnTo>
                      <a:pt x="0" y="505968"/>
                    </a:lnTo>
                    <a:lnTo>
                      <a:pt x="0" y="535686"/>
                    </a:lnTo>
                    <a:lnTo>
                      <a:pt x="29718" y="535686"/>
                    </a:lnTo>
                    <a:lnTo>
                      <a:pt x="29718" y="565404"/>
                    </a:lnTo>
                    <a:lnTo>
                      <a:pt x="148780" y="565404"/>
                    </a:lnTo>
                    <a:lnTo>
                      <a:pt x="148780" y="535686"/>
                    </a:lnTo>
                    <a:lnTo>
                      <a:pt x="178499" y="535686"/>
                    </a:lnTo>
                    <a:lnTo>
                      <a:pt x="178499" y="416623"/>
                    </a:lnTo>
                    <a:lnTo>
                      <a:pt x="148780" y="416623"/>
                    </a:lnTo>
                    <a:lnTo>
                      <a:pt x="148780" y="386905"/>
                    </a:lnTo>
                    <a:lnTo>
                      <a:pt x="178499" y="386905"/>
                    </a:lnTo>
                    <a:lnTo>
                      <a:pt x="178499" y="267843"/>
                    </a:lnTo>
                    <a:lnTo>
                      <a:pt x="148780" y="267843"/>
                    </a:lnTo>
                    <a:lnTo>
                      <a:pt x="148780" y="297561"/>
                    </a:lnTo>
                    <a:lnTo>
                      <a:pt x="119063" y="297561"/>
                    </a:lnTo>
                    <a:lnTo>
                      <a:pt x="119063" y="267843"/>
                    </a:lnTo>
                    <a:lnTo>
                      <a:pt x="89345" y="267843"/>
                    </a:lnTo>
                    <a:lnTo>
                      <a:pt x="89345" y="238125"/>
                    </a:lnTo>
                    <a:lnTo>
                      <a:pt x="119063" y="238125"/>
                    </a:lnTo>
                    <a:lnTo>
                      <a:pt x="119063" y="208407"/>
                    </a:lnTo>
                    <a:lnTo>
                      <a:pt x="148780" y="208407"/>
                    </a:lnTo>
                    <a:lnTo>
                      <a:pt x="148780" y="238125"/>
                    </a:lnTo>
                    <a:lnTo>
                      <a:pt x="178499" y="238125"/>
                    </a:lnTo>
                    <a:close/>
                    <a:moveTo>
                      <a:pt x="59436" y="208407"/>
                    </a:moveTo>
                    <a:lnTo>
                      <a:pt x="29718" y="208407"/>
                    </a:lnTo>
                    <a:lnTo>
                      <a:pt x="29718" y="178689"/>
                    </a:lnTo>
                    <a:lnTo>
                      <a:pt x="59436" y="178689"/>
                    </a:lnTo>
                    <a:lnTo>
                      <a:pt x="59436" y="208407"/>
                    </a:lnTo>
                    <a:close/>
                    <a:moveTo>
                      <a:pt x="118967" y="416814"/>
                    </a:moveTo>
                    <a:lnTo>
                      <a:pt x="118967" y="446532"/>
                    </a:lnTo>
                    <a:lnTo>
                      <a:pt x="148685" y="446532"/>
                    </a:lnTo>
                    <a:lnTo>
                      <a:pt x="148685" y="476250"/>
                    </a:lnTo>
                    <a:lnTo>
                      <a:pt x="118967" y="476250"/>
                    </a:lnTo>
                    <a:lnTo>
                      <a:pt x="118967" y="505968"/>
                    </a:lnTo>
                    <a:lnTo>
                      <a:pt x="89249" y="505968"/>
                    </a:lnTo>
                    <a:lnTo>
                      <a:pt x="89249" y="476250"/>
                    </a:lnTo>
                    <a:lnTo>
                      <a:pt x="59531" y="476250"/>
                    </a:lnTo>
                    <a:lnTo>
                      <a:pt x="59531" y="446532"/>
                    </a:lnTo>
                    <a:lnTo>
                      <a:pt x="89249" y="446532"/>
                    </a:lnTo>
                    <a:lnTo>
                      <a:pt x="89249" y="416814"/>
                    </a:lnTo>
                    <a:lnTo>
                      <a:pt x="118967" y="416814"/>
                    </a:lnTo>
                    <a:close/>
                    <a:moveTo>
                      <a:pt x="118967" y="119158"/>
                    </a:moveTo>
                    <a:lnTo>
                      <a:pt x="89249" y="119158"/>
                    </a:lnTo>
                    <a:lnTo>
                      <a:pt x="89249" y="148876"/>
                    </a:lnTo>
                    <a:lnTo>
                      <a:pt x="59531" y="148876"/>
                    </a:lnTo>
                    <a:lnTo>
                      <a:pt x="59531" y="119158"/>
                    </a:lnTo>
                    <a:lnTo>
                      <a:pt x="29813" y="119158"/>
                    </a:lnTo>
                    <a:lnTo>
                      <a:pt x="29813" y="89440"/>
                    </a:lnTo>
                    <a:lnTo>
                      <a:pt x="59531" y="89440"/>
                    </a:lnTo>
                    <a:lnTo>
                      <a:pt x="59531" y="59722"/>
                    </a:lnTo>
                    <a:lnTo>
                      <a:pt x="89249" y="59722"/>
                    </a:lnTo>
                    <a:lnTo>
                      <a:pt x="89249" y="89440"/>
                    </a:lnTo>
                    <a:lnTo>
                      <a:pt x="118967" y="89440"/>
                    </a:lnTo>
                    <a:lnTo>
                      <a:pt x="118967" y="11915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31"/>
              <p:cNvSpPr/>
              <p:nvPr/>
            </p:nvSpPr>
            <p:spPr>
              <a:xfrm>
                <a:off x="5052440"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31"/>
              <p:cNvSpPr/>
              <p:nvPr/>
            </p:nvSpPr>
            <p:spPr>
              <a:xfrm>
                <a:off x="5022627" y="4707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31"/>
              <p:cNvSpPr/>
              <p:nvPr/>
            </p:nvSpPr>
            <p:spPr>
              <a:xfrm>
                <a:off x="4992909"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57" name="Google Shape;2157;p31"/>
              <p:cNvGrpSpPr/>
              <p:nvPr/>
            </p:nvGrpSpPr>
            <p:grpSpPr>
              <a:xfrm>
                <a:off x="5052440" y="4410075"/>
                <a:ext cx="59531" cy="119062"/>
                <a:chOff x="5052440" y="4410075"/>
                <a:chExt cx="59531" cy="119062"/>
              </a:xfrm>
            </p:grpSpPr>
            <p:sp>
              <p:nvSpPr>
                <p:cNvPr id="2158" name="Google Shape;2158;p31"/>
                <p:cNvSpPr/>
                <p:nvPr/>
              </p:nvSpPr>
              <p:spPr>
                <a:xfrm>
                  <a:off x="5052440" y="44397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31"/>
                <p:cNvSpPr/>
                <p:nvPr/>
              </p:nvSpPr>
              <p:spPr>
                <a:xfrm>
                  <a:off x="5052440"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31"/>
                <p:cNvSpPr/>
                <p:nvPr/>
              </p:nvSpPr>
              <p:spPr>
                <a:xfrm>
                  <a:off x="5052440" y="441007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61" name="Google Shape;2161;p31"/>
              <p:cNvSpPr/>
              <p:nvPr/>
            </p:nvSpPr>
            <p:spPr>
              <a:xfrm>
                <a:off x="4963096" y="42910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31"/>
              <p:cNvSpPr/>
              <p:nvPr/>
            </p:nvSpPr>
            <p:spPr>
              <a:xfrm>
                <a:off x="5171503"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31"/>
              <p:cNvSpPr/>
              <p:nvPr/>
            </p:nvSpPr>
            <p:spPr>
              <a:xfrm>
                <a:off x="5171503" y="4082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31"/>
              <p:cNvSpPr/>
              <p:nvPr/>
            </p:nvSpPr>
            <p:spPr>
              <a:xfrm>
                <a:off x="5141689" y="4082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31"/>
              <p:cNvSpPr/>
              <p:nvPr/>
            </p:nvSpPr>
            <p:spPr>
              <a:xfrm>
                <a:off x="5231034" y="4142232"/>
                <a:ext cx="208311" cy="297560"/>
              </a:xfrm>
              <a:custGeom>
                <a:avLst/>
                <a:gdLst/>
                <a:ahLst/>
                <a:cxnLst/>
                <a:rect l="l" t="t" r="r" b="b"/>
                <a:pathLst>
                  <a:path w="208311" h="297560" extrusionOk="0">
                    <a:moveTo>
                      <a:pt x="208312" y="89249"/>
                    </a:moveTo>
                    <a:lnTo>
                      <a:pt x="208312" y="297561"/>
                    </a:lnTo>
                    <a:lnTo>
                      <a:pt x="0" y="297561"/>
                    </a:lnTo>
                    <a:lnTo>
                      <a:pt x="0" y="267843"/>
                    </a:lnTo>
                    <a:lnTo>
                      <a:pt x="148780" y="267843"/>
                    </a:lnTo>
                    <a:lnTo>
                      <a:pt x="148780" y="238125"/>
                    </a:lnTo>
                    <a:lnTo>
                      <a:pt x="178594" y="238125"/>
                    </a:lnTo>
                    <a:lnTo>
                      <a:pt x="178594" y="119063"/>
                    </a:lnTo>
                    <a:lnTo>
                      <a:pt x="148780" y="119063"/>
                    </a:lnTo>
                    <a:lnTo>
                      <a:pt x="148780" y="59436"/>
                    </a:lnTo>
                    <a:lnTo>
                      <a:pt x="119063" y="59436"/>
                    </a:lnTo>
                    <a:lnTo>
                      <a:pt x="119063" y="29718"/>
                    </a:lnTo>
                    <a:lnTo>
                      <a:pt x="29718" y="29718"/>
                    </a:lnTo>
                    <a:lnTo>
                      <a:pt x="29718" y="59436"/>
                    </a:lnTo>
                    <a:lnTo>
                      <a:pt x="0" y="59436"/>
                    </a:lnTo>
                    <a:lnTo>
                      <a:pt x="0" y="0"/>
                    </a:lnTo>
                    <a:lnTo>
                      <a:pt x="148780" y="0"/>
                    </a:lnTo>
                    <a:lnTo>
                      <a:pt x="148780" y="29718"/>
                    </a:lnTo>
                    <a:lnTo>
                      <a:pt x="178594" y="29718"/>
                    </a:lnTo>
                    <a:lnTo>
                      <a:pt x="178594" y="89249"/>
                    </a:lnTo>
                    <a:lnTo>
                      <a:pt x="208312" y="8924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31"/>
              <p:cNvSpPr/>
              <p:nvPr/>
            </p:nvSpPr>
            <p:spPr>
              <a:xfrm>
                <a:off x="5290565"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31"/>
              <p:cNvSpPr/>
              <p:nvPr/>
            </p:nvSpPr>
            <p:spPr>
              <a:xfrm>
                <a:off x="4903564"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31"/>
              <p:cNvSpPr/>
              <p:nvPr/>
            </p:nvSpPr>
            <p:spPr>
              <a:xfrm>
                <a:off x="4903564" y="4082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31"/>
              <p:cNvSpPr/>
              <p:nvPr/>
            </p:nvSpPr>
            <p:spPr>
              <a:xfrm>
                <a:off x="5201221"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31"/>
              <p:cNvSpPr/>
              <p:nvPr/>
            </p:nvSpPr>
            <p:spPr>
              <a:xfrm>
                <a:off x="5111971" y="402316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31"/>
              <p:cNvSpPr/>
              <p:nvPr/>
            </p:nvSpPr>
            <p:spPr>
              <a:xfrm>
                <a:off x="4963096"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31"/>
              <p:cNvSpPr/>
              <p:nvPr/>
            </p:nvSpPr>
            <p:spPr>
              <a:xfrm>
                <a:off x="4873846"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31"/>
              <p:cNvSpPr/>
              <p:nvPr/>
            </p:nvSpPr>
            <p:spPr>
              <a:xfrm>
                <a:off x="4963096" y="4201668"/>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4" name="Google Shape;2174;p31"/>
              <p:cNvSpPr/>
              <p:nvPr/>
            </p:nvSpPr>
            <p:spPr>
              <a:xfrm>
                <a:off x="5141689" y="417195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5" name="Google Shape;2175;p31"/>
              <p:cNvSpPr/>
              <p:nvPr/>
            </p:nvSpPr>
            <p:spPr>
              <a:xfrm>
                <a:off x="4903564" y="4171950"/>
                <a:ext cx="297656" cy="119062"/>
              </a:xfrm>
              <a:custGeom>
                <a:avLst/>
                <a:gdLst/>
                <a:ahLst/>
                <a:cxnLst/>
                <a:rect l="l" t="t" r="r" b="b"/>
                <a:pathLst>
                  <a:path w="297656" h="119062" extrusionOk="0">
                    <a:moveTo>
                      <a:pt x="297656" y="0"/>
                    </a:moveTo>
                    <a:lnTo>
                      <a:pt x="297656" y="59531"/>
                    </a:lnTo>
                    <a:lnTo>
                      <a:pt x="267938" y="59531"/>
                    </a:lnTo>
                    <a:lnTo>
                      <a:pt x="267938" y="89345"/>
                    </a:lnTo>
                    <a:lnTo>
                      <a:pt x="238125" y="89345"/>
                    </a:lnTo>
                    <a:lnTo>
                      <a:pt x="238125" y="119063"/>
                    </a:lnTo>
                    <a:lnTo>
                      <a:pt x="59531" y="119063"/>
                    </a:lnTo>
                    <a:lnTo>
                      <a:pt x="59531" y="89345"/>
                    </a:lnTo>
                    <a:lnTo>
                      <a:pt x="29813" y="89345"/>
                    </a:lnTo>
                    <a:lnTo>
                      <a:pt x="29813" y="59531"/>
                    </a:lnTo>
                    <a:lnTo>
                      <a:pt x="0" y="59531"/>
                    </a:lnTo>
                    <a:lnTo>
                      <a:pt x="0" y="0"/>
                    </a:lnTo>
                    <a:lnTo>
                      <a:pt x="29813" y="0"/>
                    </a:lnTo>
                    <a:lnTo>
                      <a:pt x="29813" y="29718"/>
                    </a:lnTo>
                    <a:lnTo>
                      <a:pt x="59531" y="29718"/>
                    </a:lnTo>
                    <a:lnTo>
                      <a:pt x="59531" y="59531"/>
                    </a:lnTo>
                    <a:lnTo>
                      <a:pt x="238125" y="59531"/>
                    </a:lnTo>
                    <a:lnTo>
                      <a:pt x="238125" y="29718"/>
                    </a:lnTo>
                    <a:lnTo>
                      <a:pt x="267938" y="29718"/>
                    </a:lnTo>
                    <a:lnTo>
                      <a:pt x="267938" y="0"/>
                    </a:lnTo>
                    <a:lnTo>
                      <a:pt x="297656"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31"/>
              <p:cNvSpPr/>
              <p:nvPr/>
            </p:nvSpPr>
            <p:spPr>
              <a:xfrm>
                <a:off x="4933378"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31"/>
              <p:cNvSpPr/>
              <p:nvPr/>
            </p:nvSpPr>
            <p:spPr>
              <a:xfrm>
                <a:off x="4992909" y="4052887"/>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8" name="Google Shape;2178;p31"/>
              <p:cNvSpPr/>
              <p:nvPr/>
            </p:nvSpPr>
            <p:spPr>
              <a:xfrm>
                <a:off x="4992909" y="3963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9" name="Google Shape;2179;p31"/>
              <p:cNvSpPr/>
              <p:nvPr/>
            </p:nvSpPr>
            <p:spPr>
              <a:xfrm>
                <a:off x="5111971" y="39933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0" name="Google Shape;2180;p31"/>
              <p:cNvSpPr/>
              <p:nvPr/>
            </p:nvSpPr>
            <p:spPr>
              <a:xfrm>
                <a:off x="4992909" y="3993356"/>
                <a:ext cx="119062" cy="59531"/>
              </a:xfrm>
              <a:custGeom>
                <a:avLst/>
                <a:gdLst/>
                <a:ahLst/>
                <a:cxnLst/>
                <a:rect l="l" t="t" r="r" b="b"/>
                <a:pathLst>
                  <a:path w="119062" h="59531" extrusionOk="0">
                    <a:moveTo>
                      <a:pt x="0" y="0"/>
                    </a:moveTo>
                    <a:lnTo>
                      <a:pt x="119063" y="0"/>
                    </a:lnTo>
                    <a:lnTo>
                      <a:pt x="119063"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1" name="Google Shape;2181;p31"/>
              <p:cNvSpPr/>
              <p:nvPr/>
            </p:nvSpPr>
            <p:spPr>
              <a:xfrm>
                <a:off x="4963096" y="40231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2" name="Google Shape;2182;p31"/>
              <p:cNvSpPr/>
              <p:nvPr/>
            </p:nvSpPr>
            <p:spPr>
              <a:xfrm>
                <a:off x="4992909" y="414223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3" name="Google Shape;2183;p31"/>
              <p:cNvSpPr/>
              <p:nvPr/>
            </p:nvSpPr>
            <p:spPr>
              <a:xfrm>
                <a:off x="4963096"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4" name="Google Shape;2184;p31"/>
              <p:cNvSpPr/>
              <p:nvPr/>
            </p:nvSpPr>
            <p:spPr>
              <a:xfrm>
                <a:off x="5111971"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5" name="Google Shape;2185;p31"/>
              <p:cNvSpPr/>
              <p:nvPr/>
            </p:nvSpPr>
            <p:spPr>
              <a:xfrm>
                <a:off x="5141689" y="402316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6" name="Google Shape;2186;p31"/>
              <p:cNvSpPr/>
              <p:nvPr/>
            </p:nvSpPr>
            <p:spPr>
              <a:xfrm>
                <a:off x="4903564" y="4112418"/>
                <a:ext cx="297656" cy="89249"/>
              </a:xfrm>
              <a:custGeom>
                <a:avLst/>
                <a:gdLst/>
                <a:ahLst/>
                <a:cxnLst/>
                <a:rect l="l" t="t" r="r" b="b"/>
                <a:pathLst>
                  <a:path w="297656" h="89249" extrusionOk="0">
                    <a:moveTo>
                      <a:pt x="297656" y="0"/>
                    </a:moveTo>
                    <a:lnTo>
                      <a:pt x="297656" y="29813"/>
                    </a:lnTo>
                    <a:lnTo>
                      <a:pt x="267938" y="29813"/>
                    </a:lnTo>
                    <a:lnTo>
                      <a:pt x="267938" y="59531"/>
                    </a:lnTo>
                    <a:lnTo>
                      <a:pt x="238125" y="59531"/>
                    </a:lnTo>
                    <a:lnTo>
                      <a:pt x="238125" y="89249"/>
                    </a:lnTo>
                    <a:lnTo>
                      <a:pt x="59531" y="89249"/>
                    </a:lnTo>
                    <a:lnTo>
                      <a:pt x="59531" y="59531"/>
                    </a:lnTo>
                    <a:lnTo>
                      <a:pt x="29813" y="59531"/>
                    </a:lnTo>
                    <a:lnTo>
                      <a:pt x="29813" y="29813"/>
                    </a:lnTo>
                    <a:lnTo>
                      <a:pt x="0" y="29813"/>
                    </a:lnTo>
                    <a:lnTo>
                      <a:pt x="0" y="0"/>
                    </a:lnTo>
                    <a:lnTo>
                      <a:pt x="59531" y="0"/>
                    </a:lnTo>
                    <a:lnTo>
                      <a:pt x="59531" y="29813"/>
                    </a:lnTo>
                    <a:lnTo>
                      <a:pt x="89345" y="29813"/>
                    </a:lnTo>
                    <a:lnTo>
                      <a:pt x="89345" y="59531"/>
                    </a:lnTo>
                    <a:lnTo>
                      <a:pt x="208407" y="59531"/>
                    </a:lnTo>
                    <a:lnTo>
                      <a:pt x="208407" y="29813"/>
                    </a:lnTo>
                    <a:lnTo>
                      <a:pt x="238125" y="29813"/>
                    </a:lnTo>
                    <a:lnTo>
                      <a:pt x="238125" y="0"/>
                    </a:lnTo>
                    <a:lnTo>
                      <a:pt x="297656"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7" name="Google Shape;2187;p31"/>
              <p:cNvSpPr/>
              <p:nvPr/>
            </p:nvSpPr>
            <p:spPr>
              <a:xfrm>
                <a:off x="4933378" y="4052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8" name="Google Shape;2188;p31"/>
              <p:cNvSpPr/>
              <p:nvPr/>
            </p:nvSpPr>
            <p:spPr>
              <a:xfrm>
                <a:off x="4963096" y="43207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9" name="Google Shape;2189;p31"/>
              <p:cNvSpPr/>
              <p:nvPr/>
            </p:nvSpPr>
            <p:spPr>
              <a:xfrm>
                <a:off x="4992909" y="4350543"/>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0" name="Google Shape;2190;p31"/>
              <p:cNvSpPr/>
              <p:nvPr/>
            </p:nvSpPr>
            <p:spPr>
              <a:xfrm>
                <a:off x="4992909" y="432073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1" name="Google Shape;2191;p31"/>
              <p:cNvSpPr/>
              <p:nvPr/>
            </p:nvSpPr>
            <p:spPr>
              <a:xfrm>
                <a:off x="5111971" y="43207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2" name="Google Shape;2192;p31"/>
              <p:cNvSpPr/>
              <p:nvPr/>
            </p:nvSpPr>
            <p:spPr>
              <a:xfrm>
                <a:off x="4963095" y="4052887"/>
                <a:ext cx="178593" cy="89344"/>
              </a:xfrm>
              <a:custGeom>
                <a:avLst/>
                <a:gdLst/>
                <a:ahLst/>
                <a:cxnLst/>
                <a:rect l="l" t="t" r="r" b="b"/>
                <a:pathLst>
                  <a:path w="178593" h="89344" extrusionOk="0">
                    <a:moveTo>
                      <a:pt x="178594" y="0"/>
                    </a:moveTo>
                    <a:lnTo>
                      <a:pt x="178594" y="59531"/>
                    </a:lnTo>
                    <a:lnTo>
                      <a:pt x="148876" y="59531"/>
                    </a:lnTo>
                    <a:lnTo>
                      <a:pt x="148876" y="89345"/>
                    </a:lnTo>
                    <a:lnTo>
                      <a:pt x="29813" y="89345"/>
                    </a:lnTo>
                    <a:lnTo>
                      <a:pt x="29813" y="59531"/>
                    </a:lnTo>
                    <a:lnTo>
                      <a:pt x="0" y="59531"/>
                    </a:lnTo>
                    <a:lnTo>
                      <a:pt x="0" y="0"/>
                    </a:lnTo>
                    <a:lnTo>
                      <a:pt x="29813" y="0"/>
                    </a:lnTo>
                    <a:lnTo>
                      <a:pt x="29813" y="29718"/>
                    </a:lnTo>
                    <a:lnTo>
                      <a:pt x="148876" y="29718"/>
                    </a:lnTo>
                    <a:lnTo>
                      <a:pt x="148876" y="0"/>
                    </a:lnTo>
                    <a:lnTo>
                      <a:pt x="178594"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3" name="Google Shape;2193;p31"/>
              <p:cNvSpPr/>
              <p:nvPr/>
            </p:nvSpPr>
            <p:spPr>
              <a:xfrm>
                <a:off x="4933378"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94" name="Google Shape;2194;p31"/>
            <p:cNvSpPr/>
            <p:nvPr/>
          </p:nvSpPr>
          <p:spPr>
            <a:xfrm>
              <a:off x="5082158" y="4469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5" name="Google Shape;2195;p31"/>
            <p:cNvSpPr/>
            <p:nvPr/>
          </p:nvSpPr>
          <p:spPr>
            <a:xfrm>
              <a:off x="5052440" y="44397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6" name="Google Shape;2196;p31"/>
            <p:cNvSpPr/>
            <p:nvPr/>
          </p:nvSpPr>
          <p:spPr>
            <a:xfrm>
              <a:off x="5082158" y="441007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7" name="Google Shape;2197;p31"/>
            <p:cNvSpPr/>
            <p:nvPr/>
          </p:nvSpPr>
          <p:spPr>
            <a:xfrm>
              <a:off x="5052440" y="4499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8" name="Google Shape;2198;p31"/>
            <p:cNvSpPr/>
            <p:nvPr/>
          </p:nvSpPr>
          <p:spPr>
            <a:xfrm>
              <a:off x="4933378" y="4380357"/>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9" name="Google Shape;2199;p31"/>
            <p:cNvSpPr/>
            <p:nvPr/>
          </p:nvSpPr>
          <p:spPr>
            <a:xfrm>
              <a:off x="4933378" y="4856607"/>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0" name="Google Shape;2200;p31"/>
            <p:cNvSpPr/>
            <p:nvPr/>
          </p:nvSpPr>
          <p:spPr>
            <a:xfrm>
              <a:off x="4963096"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1" name="Google Shape;2201;p31"/>
            <p:cNvSpPr/>
            <p:nvPr/>
          </p:nvSpPr>
          <p:spPr>
            <a:xfrm>
              <a:off x="4992909" y="51541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2" name="Google Shape;2202;p31"/>
            <p:cNvSpPr/>
            <p:nvPr/>
          </p:nvSpPr>
          <p:spPr>
            <a:xfrm>
              <a:off x="5022627"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3" name="Google Shape;2203;p31"/>
            <p:cNvSpPr/>
            <p:nvPr/>
          </p:nvSpPr>
          <p:spPr>
            <a:xfrm>
              <a:off x="4933378"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4" name="Google Shape;2204;p31"/>
            <p:cNvSpPr/>
            <p:nvPr/>
          </p:nvSpPr>
          <p:spPr>
            <a:xfrm>
              <a:off x="5141689" y="4588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5" name="Google Shape;2205;p31"/>
            <p:cNvSpPr/>
            <p:nvPr/>
          </p:nvSpPr>
          <p:spPr>
            <a:xfrm>
              <a:off x="5111971" y="512445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6" name="Google Shape;2206;p31"/>
            <p:cNvSpPr/>
            <p:nvPr/>
          </p:nvSpPr>
          <p:spPr>
            <a:xfrm>
              <a:off x="4903564"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7" name="Google Shape;2207;p31"/>
            <p:cNvSpPr/>
            <p:nvPr/>
          </p:nvSpPr>
          <p:spPr>
            <a:xfrm>
              <a:off x="5171503"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8" name="Google Shape;2208;p31"/>
            <p:cNvSpPr/>
            <p:nvPr/>
          </p:nvSpPr>
          <p:spPr>
            <a:xfrm>
              <a:off x="5171503" y="43207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9" name="Google Shape;2209;p31"/>
            <p:cNvSpPr/>
            <p:nvPr/>
          </p:nvSpPr>
          <p:spPr>
            <a:xfrm>
              <a:off x="5141689"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0" name="Google Shape;2210;p31"/>
            <p:cNvSpPr/>
            <p:nvPr/>
          </p:nvSpPr>
          <p:spPr>
            <a:xfrm>
              <a:off x="4933378" y="42910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1" name="Google Shape;2211;p31"/>
            <p:cNvSpPr/>
            <p:nvPr/>
          </p:nvSpPr>
          <p:spPr>
            <a:xfrm>
              <a:off x="4903564" y="417195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2" name="Google Shape;2212;p31"/>
            <p:cNvSpPr/>
            <p:nvPr/>
          </p:nvSpPr>
          <p:spPr>
            <a:xfrm>
              <a:off x="5171503" y="417195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3" name="Google Shape;2213;p31"/>
            <p:cNvSpPr/>
            <p:nvPr/>
          </p:nvSpPr>
          <p:spPr>
            <a:xfrm>
              <a:off x="4933378"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4" name="Google Shape;2214;p31"/>
            <p:cNvSpPr/>
            <p:nvPr/>
          </p:nvSpPr>
          <p:spPr>
            <a:xfrm>
              <a:off x="4963096"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5" name="Google Shape;2215;p31"/>
            <p:cNvSpPr/>
            <p:nvPr/>
          </p:nvSpPr>
          <p:spPr>
            <a:xfrm>
              <a:off x="5111971"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6" name="Google Shape;2216;p31"/>
            <p:cNvSpPr/>
            <p:nvPr/>
          </p:nvSpPr>
          <p:spPr>
            <a:xfrm>
              <a:off x="4992909"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7" name="Google Shape;2217;p31"/>
            <p:cNvSpPr/>
            <p:nvPr/>
          </p:nvSpPr>
          <p:spPr>
            <a:xfrm>
              <a:off x="5022627"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8" name="Google Shape;2218;p31"/>
            <p:cNvSpPr/>
            <p:nvPr/>
          </p:nvSpPr>
          <p:spPr>
            <a:xfrm>
              <a:off x="5052440"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9" name="Google Shape;2219;p31"/>
            <p:cNvSpPr/>
            <p:nvPr/>
          </p:nvSpPr>
          <p:spPr>
            <a:xfrm>
              <a:off x="4992909" y="42910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0" name="Google Shape;2220;p31"/>
            <p:cNvSpPr/>
            <p:nvPr/>
          </p:nvSpPr>
          <p:spPr>
            <a:xfrm>
              <a:off x="5052440"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1" name="Google Shape;2221;p31"/>
            <p:cNvSpPr/>
            <p:nvPr/>
          </p:nvSpPr>
          <p:spPr>
            <a:xfrm>
              <a:off x="5111971"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2" name="Google Shape;2222;p31"/>
            <p:cNvSpPr/>
            <p:nvPr/>
          </p:nvSpPr>
          <p:spPr>
            <a:xfrm>
              <a:off x="5171503"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3" name="Google Shape;2223;p31"/>
            <p:cNvSpPr/>
            <p:nvPr/>
          </p:nvSpPr>
          <p:spPr>
            <a:xfrm>
              <a:off x="4903564"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4" name="Google Shape;2224;p31"/>
            <p:cNvSpPr/>
            <p:nvPr/>
          </p:nvSpPr>
          <p:spPr>
            <a:xfrm>
              <a:off x="5082158"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5" name="Google Shape;2225;p31"/>
            <p:cNvSpPr/>
            <p:nvPr/>
          </p:nvSpPr>
          <p:spPr>
            <a:xfrm>
              <a:off x="5052440"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6" name="Google Shape;2226;p31"/>
            <p:cNvSpPr/>
            <p:nvPr/>
          </p:nvSpPr>
          <p:spPr>
            <a:xfrm>
              <a:off x="4963096"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7" name="Google Shape;2227;p31"/>
            <p:cNvSpPr/>
            <p:nvPr/>
          </p:nvSpPr>
          <p:spPr>
            <a:xfrm>
              <a:off x="5111971"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8" name="Google Shape;2228;p31"/>
            <p:cNvSpPr/>
            <p:nvPr/>
          </p:nvSpPr>
          <p:spPr>
            <a:xfrm>
              <a:off x="5171503"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9" name="Google Shape;2229;p31"/>
            <p:cNvSpPr/>
            <p:nvPr/>
          </p:nvSpPr>
          <p:spPr>
            <a:xfrm>
              <a:off x="4903564"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0" name="Google Shape;2230;p31"/>
            <p:cNvSpPr/>
            <p:nvPr/>
          </p:nvSpPr>
          <p:spPr>
            <a:xfrm>
              <a:off x="5141689"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1" name="Google Shape;2231;p31"/>
            <p:cNvSpPr/>
            <p:nvPr/>
          </p:nvSpPr>
          <p:spPr>
            <a:xfrm>
              <a:off x="5141689"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2" name="Google Shape;2232;p31"/>
            <p:cNvSpPr/>
            <p:nvPr/>
          </p:nvSpPr>
          <p:spPr>
            <a:xfrm>
              <a:off x="5141689" y="4201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3" name="Google Shape;2233;p31"/>
            <p:cNvSpPr/>
            <p:nvPr/>
          </p:nvSpPr>
          <p:spPr>
            <a:xfrm>
              <a:off x="5231034"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4" name="Google Shape;2234;p31"/>
            <p:cNvSpPr/>
            <p:nvPr/>
          </p:nvSpPr>
          <p:spPr>
            <a:xfrm>
              <a:off x="5290565"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5" name="Google Shape;2235;p31"/>
            <p:cNvSpPr/>
            <p:nvPr/>
          </p:nvSpPr>
          <p:spPr>
            <a:xfrm>
              <a:off x="5350096"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6" name="Google Shape;2236;p31"/>
            <p:cNvSpPr/>
            <p:nvPr/>
          </p:nvSpPr>
          <p:spPr>
            <a:xfrm>
              <a:off x="5260752" y="441007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7" name="Google Shape;2237;p31"/>
            <p:cNvSpPr/>
            <p:nvPr/>
          </p:nvSpPr>
          <p:spPr>
            <a:xfrm>
              <a:off x="5320283" y="4410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8" name="Google Shape;2238;p31"/>
            <p:cNvSpPr/>
            <p:nvPr/>
          </p:nvSpPr>
          <p:spPr>
            <a:xfrm>
              <a:off x="5379814" y="4410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 name="Picture 2">
            <a:extLst>
              <a:ext uri="{FF2B5EF4-FFF2-40B4-BE49-F238E27FC236}">
                <a16:creationId xmlns:a16="http://schemas.microsoft.com/office/drawing/2014/main" id="{CAF08907-A10D-9652-6A0F-17010BEE4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233" y="1284514"/>
            <a:ext cx="3969533" cy="3313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1">
          <a:extLst>
            <a:ext uri="{FF2B5EF4-FFF2-40B4-BE49-F238E27FC236}">
              <a16:creationId xmlns:a16="http://schemas.microsoft.com/office/drawing/2014/main" id="{D81AF15B-2EAD-BACA-1234-07BCC8E2F39D}"/>
            </a:ext>
          </a:extLst>
        </p:cNvPr>
        <p:cNvGrpSpPr/>
        <p:nvPr/>
      </p:nvGrpSpPr>
      <p:grpSpPr>
        <a:xfrm>
          <a:off x="0" y="0"/>
          <a:ext cx="0" cy="0"/>
          <a:chOff x="0" y="0"/>
          <a:chExt cx="0" cy="0"/>
        </a:xfrm>
      </p:grpSpPr>
      <p:sp>
        <p:nvSpPr>
          <p:cNvPr id="1892" name="Google Shape;1892;p31">
            <a:extLst>
              <a:ext uri="{FF2B5EF4-FFF2-40B4-BE49-F238E27FC236}">
                <a16:creationId xmlns:a16="http://schemas.microsoft.com/office/drawing/2014/main" id="{FC915650-5B87-040A-5CE3-467CE988F231}"/>
              </a:ext>
            </a:extLst>
          </p:cNvPr>
          <p:cNvSpPr txBox="1">
            <a:spLocks noGrp="1"/>
          </p:cNvSpPr>
          <p:nvPr>
            <p:ph type="title"/>
          </p:nvPr>
        </p:nvSpPr>
        <p:spPr>
          <a:xfrm flipH="1">
            <a:off x="1803150" y="564466"/>
            <a:ext cx="5537700" cy="7200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30352"/>
              </a:buClr>
              <a:buSzPts val="1100"/>
              <a:buFont typeface="Arial"/>
              <a:buNone/>
            </a:pPr>
            <a:r>
              <a:rPr lang="en-US" sz="4000" dirty="0"/>
              <a:t>Conclusion</a:t>
            </a:r>
            <a:endParaRPr sz="4000" dirty="0"/>
          </a:p>
        </p:txBody>
      </p:sp>
      <p:sp>
        <p:nvSpPr>
          <p:cNvPr id="3" name="Google Shape;2318;p36">
            <a:extLst>
              <a:ext uri="{FF2B5EF4-FFF2-40B4-BE49-F238E27FC236}">
                <a16:creationId xmlns:a16="http://schemas.microsoft.com/office/drawing/2014/main" id="{7C5EEC8C-2925-ED59-44D3-0E65C0F84912}"/>
              </a:ext>
            </a:extLst>
          </p:cNvPr>
          <p:cNvSpPr txBox="1">
            <a:spLocks/>
          </p:cNvSpPr>
          <p:nvPr/>
        </p:nvSpPr>
        <p:spPr>
          <a:xfrm>
            <a:off x="513183" y="1875454"/>
            <a:ext cx="8117633" cy="2151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500" b="1" dirty="0">
                <a:solidFill>
                  <a:schemeClr val="tx2"/>
                </a:solidFill>
                <a:latin typeface="+mj-lt"/>
              </a:rPr>
              <a:t>The </a:t>
            </a:r>
            <a:r>
              <a:rPr lang="en-US" sz="2500" b="1" u="sng" dirty="0">
                <a:solidFill>
                  <a:schemeClr val="tx2"/>
                </a:solidFill>
                <a:latin typeface="+mj-lt"/>
              </a:rPr>
              <a:t>LSTM Architecture</a:t>
            </a:r>
            <a:r>
              <a:rPr lang="en-US" sz="2500" b="1" dirty="0">
                <a:solidFill>
                  <a:schemeClr val="tx2"/>
                </a:solidFill>
                <a:latin typeface="+mj-lt"/>
              </a:rPr>
              <a:t> (with and without attention) drastically helped stabilize predictions between two similar states, and dramatically increased recall</a:t>
            </a:r>
          </a:p>
        </p:txBody>
      </p:sp>
    </p:spTree>
    <p:extLst>
      <p:ext uri="{BB962C8B-B14F-4D97-AF65-F5344CB8AC3E}">
        <p14:creationId xmlns:p14="http://schemas.microsoft.com/office/powerpoint/2010/main" val="4281260256"/>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5"/>
        <p:cNvGrpSpPr/>
        <p:nvPr/>
      </p:nvGrpSpPr>
      <p:grpSpPr>
        <a:xfrm>
          <a:off x="0" y="0"/>
          <a:ext cx="0" cy="0"/>
          <a:chOff x="0" y="0"/>
          <a:chExt cx="0" cy="0"/>
        </a:xfrm>
      </p:grpSpPr>
      <p:sp>
        <p:nvSpPr>
          <p:cNvPr id="2316" name="Google Shape;2316;p36"/>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Our Results and Potential Next Steps</a:t>
            </a:r>
            <a:endParaRPr dirty="0"/>
          </a:p>
        </p:txBody>
      </p:sp>
      <p:sp>
        <p:nvSpPr>
          <p:cNvPr id="2318" name="Google Shape;2318;p36"/>
          <p:cNvSpPr txBox="1">
            <a:spLocks noGrp="1"/>
          </p:cNvSpPr>
          <p:nvPr>
            <p:ph type="subTitle" idx="2"/>
          </p:nvPr>
        </p:nvSpPr>
        <p:spPr>
          <a:xfrm>
            <a:off x="4419600" y="1922106"/>
            <a:ext cx="3909060" cy="2151054"/>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500" b="1" u="sng" dirty="0">
                <a:latin typeface="+mj-lt"/>
              </a:rPr>
              <a:t>Stacking Algorithm</a:t>
            </a:r>
            <a:r>
              <a:rPr lang="en-US" sz="1500" dirty="0">
                <a:latin typeface="+mj-lt"/>
              </a:rPr>
              <a:t>: Architecture effectiveness varies by floor</a:t>
            </a:r>
          </a:p>
          <a:p>
            <a:pPr marL="0" lvl="0" indent="0" algn="l" rtl="0">
              <a:spcBef>
                <a:spcPts val="0"/>
              </a:spcBef>
              <a:spcAft>
                <a:spcPts val="0"/>
              </a:spcAft>
            </a:pPr>
            <a:endParaRPr lang="en-US" sz="1500" dirty="0">
              <a:latin typeface="+mj-lt"/>
            </a:endParaRPr>
          </a:p>
          <a:p>
            <a:pPr marL="171450" lvl="0" indent="-171450" algn="l" rtl="0">
              <a:spcBef>
                <a:spcPts val="0"/>
              </a:spcBef>
              <a:spcAft>
                <a:spcPts val="0"/>
              </a:spcAft>
              <a:buFont typeface="Arial" panose="020B0604020202020204" pitchFamily="34" charset="0"/>
              <a:buChar char="•"/>
            </a:pPr>
            <a:r>
              <a:rPr lang="en-US" sz="1500" b="1" u="sng" dirty="0">
                <a:latin typeface="+mj-lt"/>
              </a:rPr>
              <a:t>Reinforcement Learning:</a:t>
            </a:r>
            <a:r>
              <a:rPr lang="en-US" sz="1500" dirty="0">
                <a:latin typeface="+mj-lt"/>
              </a:rPr>
              <a:t> Use win prediction as a state policy for Big Picture Decision Makers</a:t>
            </a:r>
          </a:p>
          <a:p>
            <a:pPr marL="171450" lvl="0" indent="-171450" algn="l" rtl="0">
              <a:spcBef>
                <a:spcPts val="0"/>
              </a:spcBef>
              <a:spcAft>
                <a:spcPts val="0"/>
              </a:spcAft>
              <a:buFont typeface="Arial" panose="020B0604020202020204" pitchFamily="34" charset="0"/>
              <a:buChar char="•"/>
            </a:pPr>
            <a:endParaRPr lang="en-US" sz="1500" dirty="0">
              <a:latin typeface="+mj-lt"/>
            </a:endParaRPr>
          </a:p>
          <a:p>
            <a:pPr marL="171450" lvl="0" indent="-171450" algn="l" rtl="0">
              <a:spcBef>
                <a:spcPts val="0"/>
              </a:spcBef>
              <a:spcAft>
                <a:spcPts val="0"/>
              </a:spcAft>
              <a:buFont typeface="Arial" panose="020B0604020202020204" pitchFamily="34" charset="0"/>
              <a:buChar char="•"/>
            </a:pPr>
            <a:r>
              <a:rPr lang="en-US" sz="1500" b="1" u="sng" dirty="0">
                <a:latin typeface="+mj-lt"/>
              </a:rPr>
              <a:t>Create an “Eval Bar” Mod in-game</a:t>
            </a:r>
          </a:p>
          <a:p>
            <a:pPr marL="171450" lvl="0" indent="-171450" algn="l" rtl="0">
              <a:spcBef>
                <a:spcPts val="0"/>
              </a:spcBef>
              <a:spcAft>
                <a:spcPts val="0"/>
              </a:spcAft>
              <a:buFont typeface="Arial" panose="020B0604020202020204" pitchFamily="34" charset="0"/>
              <a:buChar char="•"/>
            </a:pPr>
            <a:endParaRPr lang="en-US" sz="1500" b="1" u="sng" dirty="0">
              <a:latin typeface="+mj-lt"/>
            </a:endParaRPr>
          </a:p>
          <a:p>
            <a:pPr marL="171450" lvl="0" indent="-171450" algn="l" rtl="0">
              <a:spcBef>
                <a:spcPts val="0"/>
              </a:spcBef>
              <a:spcAft>
                <a:spcPts val="0"/>
              </a:spcAft>
              <a:buFont typeface="Arial" panose="020B0604020202020204" pitchFamily="34" charset="0"/>
              <a:buChar char="•"/>
            </a:pPr>
            <a:endParaRPr lang="en-US" sz="1500" b="1" u="sng" dirty="0">
              <a:latin typeface="+mj-lt"/>
            </a:endParaRPr>
          </a:p>
          <a:p>
            <a:pPr marL="171450" lvl="0" indent="-171450" algn="l" rtl="0">
              <a:spcBef>
                <a:spcPts val="0"/>
              </a:spcBef>
              <a:spcAft>
                <a:spcPts val="0"/>
              </a:spcAft>
              <a:buFont typeface="Arial" panose="020B0604020202020204" pitchFamily="34" charset="0"/>
              <a:buChar char="•"/>
            </a:pPr>
            <a:endParaRPr sz="1500" dirty="0">
              <a:latin typeface="+mj-lt"/>
            </a:endParaRPr>
          </a:p>
        </p:txBody>
      </p:sp>
      <p:pic>
        <p:nvPicPr>
          <p:cNvPr id="5" name="Picture 4">
            <a:extLst>
              <a:ext uri="{FF2B5EF4-FFF2-40B4-BE49-F238E27FC236}">
                <a16:creationId xmlns:a16="http://schemas.microsoft.com/office/drawing/2014/main" id="{BCD7319E-897D-1F97-EC74-316BB8332257}"/>
              </a:ext>
            </a:extLst>
          </p:cNvPr>
          <p:cNvPicPr>
            <a:picLocks noChangeAspect="1"/>
          </p:cNvPicPr>
          <p:nvPr/>
        </p:nvPicPr>
        <p:blipFill>
          <a:blip r:embed="rId3"/>
          <a:stretch>
            <a:fillRect/>
          </a:stretch>
        </p:blipFill>
        <p:spPr>
          <a:xfrm>
            <a:off x="291142" y="1661160"/>
            <a:ext cx="3514946" cy="2466248"/>
          </a:xfrm>
          <a:prstGeom prst="rect">
            <a:avLst/>
          </a:prstGeom>
        </p:spPr>
      </p:pic>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2" name="Google Shape;2342;p38"/>
          <p:cNvSpPr txBox="1">
            <a:spLocks noGrp="1"/>
          </p:cNvSpPr>
          <p:nvPr>
            <p:ph type="title"/>
          </p:nvPr>
        </p:nvSpPr>
        <p:spPr>
          <a:xfrm>
            <a:off x="2300428" y="1909376"/>
            <a:ext cx="4629000" cy="7697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grpSp>
        <p:nvGrpSpPr>
          <p:cNvPr id="2360" name="Google Shape;2360;p38"/>
          <p:cNvGrpSpPr/>
          <p:nvPr/>
        </p:nvGrpSpPr>
        <p:grpSpPr>
          <a:xfrm>
            <a:off x="1030712" y="3171247"/>
            <a:ext cx="1031271" cy="1203119"/>
            <a:chOff x="4338637" y="3518344"/>
            <a:chExt cx="1607343" cy="1875186"/>
          </a:xfrm>
        </p:grpSpPr>
        <p:grpSp>
          <p:nvGrpSpPr>
            <p:cNvPr id="2361" name="Google Shape;2361;p38"/>
            <p:cNvGrpSpPr/>
            <p:nvPr/>
          </p:nvGrpSpPr>
          <p:grpSpPr>
            <a:xfrm>
              <a:off x="4338637" y="3518344"/>
              <a:ext cx="1607343" cy="1875186"/>
              <a:chOff x="4338637" y="3518344"/>
              <a:chExt cx="1607343" cy="1875186"/>
            </a:xfrm>
          </p:grpSpPr>
          <p:sp>
            <p:nvSpPr>
              <p:cNvPr id="2362" name="Google Shape;2362;p38"/>
              <p:cNvSpPr/>
              <p:nvPr/>
            </p:nvSpPr>
            <p:spPr>
              <a:xfrm>
                <a:off x="4487417" y="4113656"/>
                <a:ext cx="506063" cy="1279874"/>
              </a:xfrm>
              <a:custGeom>
                <a:avLst/>
                <a:gdLst/>
                <a:ahLst/>
                <a:cxnLst/>
                <a:rect l="l" t="t" r="r" b="b"/>
                <a:pathLst>
                  <a:path w="506063" h="1279874" extrusionOk="0">
                    <a:moveTo>
                      <a:pt x="446532" y="386905"/>
                    </a:moveTo>
                    <a:lnTo>
                      <a:pt x="476250" y="386905"/>
                    </a:lnTo>
                    <a:lnTo>
                      <a:pt x="476250" y="357188"/>
                    </a:lnTo>
                    <a:lnTo>
                      <a:pt x="506063" y="357188"/>
                    </a:lnTo>
                    <a:lnTo>
                      <a:pt x="506063" y="327374"/>
                    </a:lnTo>
                    <a:lnTo>
                      <a:pt x="476250" y="327374"/>
                    </a:lnTo>
                    <a:lnTo>
                      <a:pt x="476250" y="297561"/>
                    </a:lnTo>
                    <a:lnTo>
                      <a:pt x="416814" y="297561"/>
                    </a:lnTo>
                    <a:lnTo>
                      <a:pt x="416814" y="327374"/>
                    </a:lnTo>
                    <a:lnTo>
                      <a:pt x="387001" y="327374"/>
                    </a:lnTo>
                    <a:lnTo>
                      <a:pt x="387001" y="357188"/>
                    </a:lnTo>
                    <a:lnTo>
                      <a:pt x="327470" y="357188"/>
                    </a:lnTo>
                    <a:lnTo>
                      <a:pt x="327470" y="327374"/>
                    </a:lnTo>
                    <a:lnTo>
                      <a:pt x="357188" y="327374"/>
                    </a:lnTo>
                    <a:lnTo>
                      <a:pt x="357188" y="297561"/>
                    </a:lnTo>
                    <a:lnTo>
                      <a:pt x="387001" y="297561"/>
                    </a:lnTo>
                    <a:lnTo>
                      <a:pt x="387001" y="267843"/>
                    </a:lnTo>
                    <a:lnTo>
                      <a:pt x="416814" y="267843"/>
                    </a:lnTo>
                    <a:lnTo>
                      <a:pt x="416814" y="238125"/>
                    </a:lnTo>
                    <a:lnTo>
                      <a:pt x="446532" y="238125"/>
                    </a:lnTo>
                    <a:lnTo>
                      <a:pt x="446532" y="178498"/>
                    </a:lnTo>
                    <a:lnTo>
                      <a:pt x="416814" y="178498"/>
                    </a:lnTo>
                    <a:lnTo>
                      <a:pt x="416814" y="148780"/>
                    </a:lnTo>
                    <a:lnTo>
                      <a:pt x="387001" y="148780"/>
                    </a:lnTo>
                    <a:lnTo>
                      <a:pt x="387001" y="178498"/>
                    </a:lnTo>
                    <a:lnTo>
                      <a:pt x="357188" y="178498"/>
                    </a:lnTo>
                    <a:lnTo>
                      <a:pt x="357188" y="208312"/>
                    </a:lnTo>
                    <a:lnTo>
                      <a:pt x="327470" y="208312"/>
                    </a:lnTo>
                    <a:lnTo>
                      <a:pt x="327470" y="238125"/>
                    </a:lnTo>
                    <a:lnTo>
                      <a:pt x="297751" y="238125"/>
                    </a:lnTo>
                    <a:lnTo>
                      <a:pt x="297751" y="267843"/>
                    </a:lnTo>
                    <a:lnTo>
                      <a:pt x="267938" y="267843"/>
                    </a:lnTo>
                    <a:lnTo>
                      <a:pt x="267938" y="297561"/>
                    </a:lnTo>
                    <a:lnTo>
                      <a:pt x="238125" y="297561"/>
                    </a:lnTo>
                    <a:lnTo>
                      <a:pt x="238125" y="267843"/>
                    </a:lnTo>
                    <a:lnTo>
                      <a:pt x="267938" y="267843"/>
                    </a:lnTo>
                    <a:lnTo>
                      <a:pt x="267938" y="238125"/>
                    </a:lnTo>
                    <a:lnTo>
                      <a:pt x="297751" y="238125"/>
                    </a:lnTo>
                    <a:lnTo>
                      <a:pt x="297751" y="208312"/>
                    </a:lnTo>
                    <a:lnTo>
                      <a:pt x="327470" y="208312"/>
                    </a:lnTo>
                    <a:lnTo>
                      <a:pt x="327470" y="178498"/>
                    </a:lnTo>
                    <a:lnTo>
                      <a:pt x="357188" y="178498"/>
                    </a:lnTo>
                    <a:lnTo>
                      <a:pt x="357188" y="148780"/>
                    </a:lnTo>
                    <a:lnTo>
                      <a:pt x="387001" y="148780"/>
                    </a:lnTo>
                    <a:lnTo>
                      <a:pt x="387001" y="89249"/>
                    </a:lnTo>
                    <a:lnTo>
                      <a:pt x="357188" y="89249"/>
                    </a:lnTo>
                    <a:lnTo>
                      <a:pt x="357188" y="59436"/>
                    </a:lnTo>
                    <a:lnTo>
                      <a:pt x="327470" y="59436"/>
                    </a:lnTo>
                    <a:lnTo>
                      <a:pt x="327470" y="89249"/>
                    </a:lnTo>
                    <a:lnTo>
                      <a:pt x="297751" y="89249"/>
                    </a:lnTo>
                    <a:lnTo>
                      <a:pt x="297751" y="119063"/>
                    </a:lnTo>
                    <a:lnTo>
                      <a:pt x="267938" y="119063"/>
                    </a:lnTo>
                    <a:lnTo>
                      <a:pt x="267938" y="148780"/>
                    </a:lnTo>
                    <a:lnTo>
                      <a:pt x="238125" y="148780"/>
                    </a:lnTo>
                    <a:lnTo>
                      <a:pt x="238125" y="178498"/>
                    </a:lnTo>
                    <a:lnTo>
                      <a:pt x="208407" y="178498"/>
                    </a:lnTo>
                    <a:lnTo>
                      <a:pt x="208407" y="59436"/>
                    </a:lnTo>
                    <a:lnTo>
                      <a:pt x="178689" y="59436"/>
                    </a:lnTo>
                    <a:lnTo>
                      <a:pt x="178689" y="29718"/>
                    </a:lnTo>
                    <a:lnTo>
                      <a:pt x="148876" y="29718"/>
                    </a:lnTo>
                    <a:lnTo>
                      <a:pt x="148876" y="0"/>
                    </a:lnTo>
                    <a:lnTo>
                      <a:pt x="119063" y="0"/>
                    </a:lnTo>
                    <a:lnTo>
                      <a:pt x="119063" y="29718"/>
                    </a:lnTo>
                    <a:lnTo>
                      <a:pt x="89345" y="29718"/>
                    </a:lnTo>
                    <a:lnTo>
                      <a:pt x="89345" y="119063"/>
                    </a:lnTo>
                    <a:lnTo>
                      <a:pt x="59627" y="119063"/>
                    </a:lnTo>
                    <a:lnTo>
                      <a:pt x="59627" y="148780"/>
                    </a:lnTo>
                    <a:lnTo>
                      <a:pt x="59627" y="267843"/>
                    </a:lnTo>
                    <a:lnTo>
                      <a:pt x="29813" y="267843"/>
                    </a:lnTo>
                    <a:lnTo>
                      <a:pt x="29813" y="476250"/>
                    </a:lnTo>
                    <a:lnTo>
                      <a:pt x="0" y="476250"/>
                    </a:lnTo>
                    <a:lnTo>
                      <a:pt x="0" y="654748"/>
                    </a:lnTo>
                    <a:lnTo>
                      <a:pt x="29813" y="654748"/>
                    </a:lnTo>
                    <a:lnTo>
                      <a:pt x="29813" y="744093"/>
                    </a:lnTo>
                    <a:lnTo>
                      <a:pt x="59627" y="744093"/>
                    </a:lnTo>
                    <a:lnTo>
                      <a:pt x="59627" y="863155"/>
                    </a:lnTo>
                    <a:lnTo>
                      <a:pt x="89345" y="863155"/>
                    </a:lnTo>
                    <a:lnTo>
                      <a:pt x="89345" y="922687"/>
                    </a:lnTo>
                    <a:lnTo>
                      <a:pt x="59627" y="922687"/>
                    </a:lnTo>
                    <a:lnTo>
                      <a:pt x="59627" y="1011936"/>
                    </a:lnTo>
                    <a:lnTo>
                      <a:pt x="29813" y="1011936"/>
                    </a:lnTo>
                    <a:lnTo>
                      <a:pt x="29813" y="1101281"/>
                    </a:lnTo>
                    <a:lnTo>
                      <a:pt x="0" y="1101281"/>
                    </a:lnTo>
                    <a:lnTo>
                      <a:pt x="0" y="1190625"/>
                    </a:lnTo>
                    <a:lnTo>
                      <a:pt x="29813" y="1190625"/>
                    </a:lnTo>
                    <a:lnTo>
                      <a:pt x="29813" y="1220343"/>
                    </a:lnTo>
                    <a:lnTo>
                      <a:pt x="59627" y="1220343"/>
                    </a:lnTo>
                    <a:lnTo>
                      <a:pt x="59627" y="1250061"/>
                    </a:lnTo>
                    <a:lnTo>
                      <a:pt x="119063" y="1250061"/>
                    </a:lnTo>
                    <a:lnTo>
                      <a:pt x="119063" y="1279874"/>
                    </a:lnTo>
                    <a:lnTo>
                      <a:pt x="178689" y="1279874"/>
                    </a:lnTo>
                    <a:lnTo>
                      <a:pt x="178689" y="1250061"/>
                    </a:lnTo>
                    <a:lnTo>
                      <a:pt x="238125" y="1250061"/>
                    </a:lnTo>
                    <a:lnTo>
                      <a:pt x="238125" y="1220343"/>
                    </a:lnTo>
                    <a:lnTo>
                      <a:pt x="267938" y="1220343"/>
                    </a:lnTo>
                    <a:lnTo>
                      <a:pt x="267938" y="1190625"/>
                    </a:lnTo>
                    <a:lnTo>
                      <a:pt x="297751" y="1190625"/>
                    </a:lnTo>
                    <a:lnTo>
                      <a:pt x="297751" y="863155"/>
                    </a:lnTo>
                    <a:lnTo>
                      <a:pt x="327470" y="863155"/>
                    </a:lnTo>
                    <a:lnTo>
                      <a:pt x="327470" y="773811"/>
                    </a:lnTo>
                    <a:lnTo>
                      <a:pt x="357188" y="773811"/>
                    </a:lnTo>
                    <a:lnTo>
                      <a:pt x="357188" y="595313"/>
                    </a:lnTo>
                    <a:lnTo>
                      <a:pt x="327470" y="595313"/>
                    </a:lnTo>
                    <a:lnTo>
                      <a:pt x="327470" y="476250"/>
                    </a:lnTo>
                    <a:lnTo>
                      <a:pt x="357188" y="476250"/>
                    </a:lnTo>
                    <a:lnTo>
                      <a:pt x="357188" y="446437"/>
                    </a:lnTo>
                    <a:lnTo>
                      <a:pt x="416814" y="446437"/>
                    </a:lnTo>
                    <a:lnTo>
                      <a:pt x="416814" y="416623"/>
                    </a:lnTo>
                    <a:lnTo>
                      <a:pt x="446532" y="416623"/>
                    </a:lnTo>
                    <a:lnTo>
                      <a:pt x="446532" y="38690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3" name="Google Shape;2363;p38"/>
              <p:cNvSpPr/>
              <p:nvPr/>
            </p:nvSpPr>
            <p:spPr>
              <a:xfrm>
                <a:off x="4517231" y="4143374"/>
                <a:ext cx="29717" cy="89344"/>
              </a:xfrm>
              <a:custGeom>
                <a:avLst/>
                <a:gdLst/>
                <a:ahLst/>
                <a:cxnLst/>
                <a:rect l="l" t="t" r="r" b="b"/>
                <a:pathLst>
                  <a:path w="29717" h="89344" extrusionOk="0">
                    <a:moveTo>
                      <a:pt x="0" y="0"/>
                    </a:moveTo>
                    <a:lnTo>
                      <a:pt x="29718" y="0"/>
                    </a:lnTo>
                    <a:lnTo>
                      <a:pt x="29718" y="89345"/>
                    </a:lnTo>
                    <a:lnTo>
                      <a:pt x="0"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4" name="Google Shape;2364;p38"/>
              <p:cNvSpPr/>
              <p:nvPr/>
            </p:nvSpPr>
            <p:spPr>
              <a:xfrm>
                <a:off x="4576762" y="40540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5" name="Google Shape;2365;p38"/>
              <p:cNvSpPr/>
              <p:nvPr/>
            </p:nvSpPr>
            <p:spPr>
              <a:xfrm>
                <a:off x="4547044" y="4083843"/>
                <a:ext cx="29717" cy="59531"/>
              </a:xfrm>
              <a:custGeom>
                <a:avLst/>
                <a:gdLst/>
                <a:ahLst/>
                <a:cxnLst/>
                <a:rect l="l" t="t" r="r" b="b"/>
                <a:pathLst>
                  <a:path w="29717"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6" name="Google Shape;2366;p38"/>
              <p:cNvSpPr/>
              <p:nvPr/>
            </p:nvSpPr>
            <p:spPr>
              <a:xfrm>
                <a:off x="4338637" y="3905249"/>
                <a:ext cx="267843" cy="148780"/>
              </a:xfrm>
              <a:custGeom>
                <a:avLst/>
                <a:gdLst/>
                <a:ahLst/>
                <a:cxnLst/>
                <a:rect l="l" t="t" r="r" b="b"/>
                <a:pathLst>
                  <a:path w="267843" h="148780" extrusionOk="0">
                    <a:moveTo>
                      <a:pt x="238125" y="59531"/>
                    </a:moveTo>
                    <a:lnTo>
                      <a:pt x="238125" y="29718"/>
                    </a:lnTo>
                    <a:lnTo>
                      <a:pt x="178594" y="29718"/>
                    </a:lnTo>
                    <a:lnTo>
                      <a:pt x="178594" y="0"/>
                    </a:lnTo>
                    <a:lnTo>
                      <a:pt x="89345" y="0"/>
                    </a:lnTo>
                    <a:lnTo>
                      <a:pt x="89345" y="29718"/>
                    </a:lnTo>
                    <a:lnTo>
                      <a:pt x="29718" y="29718"/>
                    </a:lnTo>
                    <a:lnTo>
                      <a:pt x="29718" y="59531"/>
                    </a:lnTo>
                    <a:lnTo>
                      <a:pt x="0" y="59531"/>
                    </a:lnTo>
                    <a:lnTo>
                      <a:pt x="0" y="89345"/>
                    </a:lnTo>
                    <a:lnTo>
                      <a:pt x="29718" y="89345"/>
                    </a:lnTo>
                    <a:lnTo>
                      <a:pt x="29718" y="119063"/>
                    </a:lnTo>
                    <a:lnTo>
                      <a:pt x="89345" y="119063"/>
                    </a:lnTo>
                    <a:lnTo>
                      <a:pt x="89345" y="148780"/>
                    </a:lnTo>
                    <a:lnTo>
                      <a:pt x="178594" y="148780"/>
                    </a:lnTo>
                    <a:lnTo>
                      <a:pt x="178594" y="119063"/>
                    </a:lnTo>
                    <a:lnTo>
                      <a:pt x="238125" y="119063"/>
                    </a:lnTo>
                    <a:lnTo>
                      <a:pt x="238125" y="89345"/>
                    </a:lnTo>
                    <a:lnTo>
                      <a:pt x="267843" y="89345"/>
                    </a:lnTo>
                    <a:lnTo>
                      <a:pt x="267843" y="59531"/>
                    </a:lnTo>
                    <a:lnTo>
                      <a:pt x="238125" y="59531"/>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7" name="Google Shape;2367;p38"/>
              <p:cNvSpPr/>
              <p:nvPr/>
            </p:nvSpPr>
            <p:spPr>
              <a:xfrm>
                <a:off x="4666106" y="3934967"/>
                <a:ext cx="267843" cy="148875"/>
              </a:xfrm>
              <a:custGeom>
                <a:avLst/>
                <a:gdLst/>
                <a:ahLst/>
                <a:cxnLst/>
                <a:rect l="l" t="t" r="r" b="b"/>
                <a:pathLst>
                  <a:path w="267843" h="148875" extrusionOk="0">
                    <a:moveTo>
                      <a:pt x="29718" y="89345"/>
                    </a:moveTo>
                    <a:lnTo>
                      <a:pt x="29718" y="119063"/>
                    </a:lnTo>
                    <a:lnTo>
                      <a:pt x="89249" y="119063"/>
                    </a:lnTo>
                    <a:lnTo>
                      <a:pt x="89249" y="148876"/>
                    </a:lnTo>
                    <a:lnTo>
                      <a:pt x="178499" y="148876"/>
                    </a:lnTo>
                    <a:lnTo>
                      <a:pt x="178499" y="119063"/>
                    </a:lnTo>
                    <a:lnTo>
                      <a:pt x="238125" y="119063"/>
                    </a:lnTo>
                    <a:lnTo>
                      <a:pt x="238125" y="89345"/>
                    </a:lnTo>
                    <a:lnTo>
                      <a:pt x="267843" y="89345"/>
                    </a:lnTo>
                    <a:lnTo>
                      <a:pt x="267843" y="59627"/>
                    </a:lnTo>
                    <a:lnTo>
                      <a:pt x="238125" y="59627"/>
                    </a:lnTo>
                    <a:lnTo>
                      <a:pt x="238125" y="29813"/>
                    </a:lnTo>
                    <a:lnTo>
                      <a:pt x="178499" y="29813"/>
                    </a:lnTo>
                    <a:lnTo>
                      <a:pt x="178499" y="0"/>
                    </a:lnTo>
                    <a:lnTo>
                      <a:pt x="89249" y="0"/>
                    </a:lnTo>
                    <a:lnTo>
                      <a:pt x="89249" y="29813"/>
                    </a:lnTo>
                    <a:lnTo>
                      <a:pt x="29718" y="29813"/>
                    </a:lnTo>
                    <a:lnTo>
                      <a:pt x="29718" y="59627"/>
                    </a:lnTo>
                    <a:lnTo>
                      <a:pt x="0" y="59627"/>
                    </a:lnTo>
                    <a:lnTo>
                      <a:pt x="0" y="89345"/>
                    </a:lnTo>
                    <a:lnTo>
                      <a:pt x="29718"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8" name="Google Shape;2368;p38"/>
              <p:cNvSpPr/>
              <p:nvPr/>
            </p:nvSpPr>
            <p:spPr>
              <a:xfrm>
                <a:off x="4606480" y="3994594"/>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9" name="Google Shape;2369;p38"/>
              <p:cNvSpPr/>
              <p:nvPr/>
            </p:nvSpPr>
            <p:spPr>
              <a:xfrm>
                <a:off x="4636293" y="3934967"/>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0" name="Google Shape;2370;p38"/>
              <p:cNvSpPr/>
              <p:nvPr/>
            </p:nvSpPr>
            <p:spPr>
              <a:xfrm>
                <a:off x="4457700" y="3696842"/>
                <a:ext cx="386905" cy="238125"/>
              </a:xfrm>
              <a:custGeom>
                <a:avLst/>
                <a:gdLst/>
                <a:ahLst/>
                <a:cxnLst/>
                <a:rect l="l" t="t" r="r" b="b"/>
                <a:pathLst>
                  <a:path w="386905" h="238125" extrusionOk="0">
                    <a:moveTo>
                      <a:pt x="208407" y="208407"/>
                    </a:moveTo>
                    <a:lnTo>
                      <a:pt x="208407" y="238125"/>
                    </a:lnTo>
                    <a:lnTo>
                      <a:pt x="238125" y="238125"/>
                    </a:lnTo>
                    <a:lnTo>
                      <a:pt x="238125" y="208407"/>
                    </a:lnTo>
                    <a:lnTo>
                      <a:pt x="267843" y="208407"/>
                    </a:lnTo>
                    <a:lnTo>
                      <a:pt x="267843" y="178689"/>
                    </a:lnTo>
                    <a:lnTo>
                      <a:pt x="327469" y="178689"/>
                    </a:lnTo>
                    <a:lnTo>
                      <a:pt x="327469" y="148876"/>
                    </a:lnTo>
                    <a:lnTo>
                      <a:pt x="357188" y="148876"/>
                    </a:lnTo>
                    <a:lnTo>
                      <a:pt x="357188" y="119063"/>
                    </a:lnTo>
                    <a:lnTo>
                      <a:pt x="386906" y="119063"/>
                    </a:lnTo>
                    <a:lnTo>
                      <a:pt x="386906" y="59627"/>
                    </a:lnTo>
                    <a:lnTo>
                      <a:pt x="357188" y="59627"/>
                    </a:lnTo>
                    <a:lnTo>
                      <a:pt x="357188" y="29813"/>
                    </a:lnTo>
                    <a:lnTo>
                      <a:pt x="327469" y="29813"/>
                    </a:lnTo>
                    <a:lnTo>
                      <a:pt x="327469" y="0"/>
                    </a:lnTo>
                    <a:lnTo>
                      <a:pt x="267843" y="0"/>
                    </a:lnTo>
                    <a:lnTo>
                      <a:pt x="267843" y="29813"/>
                    </a:lnTo>
                    <a:lnTo>
                      <a:pt x="238125" y="29813"/>
                    </a:lnTo>
                    <a:lnTo>
                      <a:pt x="238125" y="59627"/>
                    </a:lnTo>
                    <a:lnTo>
                      <a:pt x="208407" y="59627"/>
                    </a:lnTo>
                    <a:lnTo>
                      <a:pt x="208407" y="148876"/>
                    </a:lnTo>
                    <a:lnTo>
                      <a:pt x="178594" y="148876"/>
                    </a:lnTo>
                    <a:lnTo>
                      <a:pt x="178594" y="59627"/>
                    </a:lnTo>
                    <a:lnTo>
                      <a:pt x="148781" y="59627"/>
                    </a:lnTo>
                    <a:lnTo>
                      <a:pt x="148781" y="29813"/>
                    </a:lnTo>
                    <a:lnTo>
                      <a:pt x="119063" y="29813"/>
                    </a:lnTo>
                    <a:lnTo>
                      <a:pt x="119063" y="0"/>
                    </a:lnTo>
                    <a:lnTo>
                      <a:pt x="59531" y="0"/>
                    </a:lnTo>
                    <a:lnTo>
                      <a:pt x="59531" y="29813"/>
                    </a:lnTo>
                    <a:lnTo>
                      <a:pt x="29718" y="29813"/>
                    </a:lnTo>
                    <a:lnTo>
                      <a:pt x="29718" y="59627"/>
                    </a:lnTo>
                    <a:lnTo>
                      <a:pt x="0" y="59627"/>
                    </a:lnTo>
                    <a:lnTo>
                      <a:pt x="0" y="119063"/>
                    </a:lnTo>
                    <a:lnTo>
                      <a:pt x="29718" y="119063"/>
                    </a:lnTo>
                    <a:lnTo>
                      <a:pt x="29718" y="148876"/>
                    </a:lnTo>
                    <a:lnTo>
                      <a:pt x="59531" y="148876"/>
                    </a:lnTo>
                    <a:lnTo>
                      <a:pt x="59531" y="178689"/>
                    </a:lnTo>
                    <a:lnTo>
                      <a:pt x="119063" y="178689"/>
                    </a:lnTo>
                    <a:lnTo>
                      <a:pt x="119063" y="208407"/>
                    </a:lnTo>
                    <a:lnTo>
                      <a:pt x="148781" y="208407"/>
                    </a:lnTo>
                    <a:lnTo>
                      <a:pt x="148781" y="238125"/>
                    </a:lnTo>
                    <a:lnTo>
                      <a:pt x="178594" y="238125"/>
                    </a:lnTo>
                    <a:lnTo>
                      <a:pt x="178594" y="208407"/>
                    </a:lnTo>
                    <a:lnTo>
                      <a:pt x="208407" y="208407"/>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1" name="Google Shape;2371;p38"/>
              <p:cNvSpPr/>
              <p:nvPr/>
            </p:nvSpPr>
            <p:spPr>
              <a:xfrm>
                <a:off x="4933950" y="3548062"/>
                <a:ext cx="446532" cy="1666875"/>
              </a:xfrm>
              <a:custGeom>
                <a:avLst/>
                <a:gdLst/>
                <a:ahLst/>
                <a:cxnLst/>
                <a:rect l="l" t="t" r="r" b="b"/>
                <a:pathLst>
                  <a:path w="446532" h="1666875" extrusionOk="0">
                    <a:moveTo>
                      <a:pt x="297656" y="1160907"/>
                    </a:moveTo>
                    <a:lnTo>
                      <a:pt x="327470" y="1160907"/>
                    </a:lnTo>
                    <a:lnTo>
                      <a:pt x="327470" y="1101281"/>
                    </a:lnTo>
                    <a:lnTo>
                      <a:pt x="357188" y="1101281"/>
                    </a:lnTo>
                    <a:lnTo>
                      <a:pt x="357188" y="1041845"/>
                    </a:lnTo>
                    <a:lnTo>
                      <a:pt x="327470" y="1041845"/>
                    </a:lnTo>
                    <a:lnTo>
                      <a:pt x="327470" y="1012031"/>
                    </a:lnTo>
                    <a:lnTo>
                      <a:pt x="238125" y="1012031"/>
                    </a:lnTo>
                    <a:lnTo>
                      <a:pt x="238125" y="386905"/>
                    </a:lnTo>
                    <a:lnTo>
                      <a:pt x="267843" y="386905"/>
                    </a:lnTo>
                    <a:lnTo>
                      <a:pt x="267843" y="357188"/>
                    </a:lnTo>
                    <a:lnTo>
                      <a:pt x="267843" y="327470"/>
                    </a:lnTo>
                    <a:lnTo>
                      <a:pt x="267843" y="297656"/>
                    </a:lnTo>
                    <a:lnTo>
                      <a:pt x="297656" y="297656"/>
                    </a:lnTo>
                    <a:lnTo>
                      <a:pt x="297656" y="238125"/>
                    </a:lnTo>
                    <a:lnTo>
                      <a:pt x="357188" y="238125"/>
                    </a:lnTo>
                    <a:lnTo>
                      <a:pt x="357188" y="208407"/>
                    </a:lnTo>
                    <a:lnTo>
                      <a:pt x="416719" y="208407"/>
                    </a:lnTo>
                    <a:lnTo>
                      <a:pt x="446532" y="208407"/>
                    </a:lnTo>
                    <a:lnTo>
                      <a:pt x="446532" y="178594"/>
                    </a:lnTo>
                    <a:lnTo>
                      <a:pt x="416719" y="178594"/>
                    </a:lnTo>
                    <a:lnTo>
                      <a:pt x="357188" y="178594"/>
                    </a:lnTo>
                    <a:lnTo>
                      <a:pt x="357188" y="148780"/>
                    </a:lnTo>
                    <a:lnTo>
                      <a:pt x="297656" y="148780"/>
                    </a:lnTo>
                    <a:lnTo>
                      <a:pt x="297656" y="89345"/>
                    </a:lnTo>
                    <a:lnTo>
                      <a:pt x="267843" y="89345"/>
                    </a:lnTo>
                    <a:lnTo>
                      <a:pt x="267843" y="29718"/>
                    </a:lnTo>
                    <a:lnTo>
                      <a:pt x="267843" y="0"/>
                    </a:lnTo>
                    <a:lnTo>
                      <a:pt x="238125" y="0"/>
                    </a:lnTo>
                    <a:lnTo>
                      <a:pt x="238125" y="29718"/>
                    </a:lnTo>
                    <a:lnTo>
                      <a:pt x="238125" y="89345"/>
                    </a:lnTo>
                    <a:lnTo>
                      <a:pt x="208407" y="89345"/>
                    </a:lnTo>
                    <a:lnTo>
                      <a:pt x="208407" y="148780"/>
                    </a:lnTo>
                    <a:lnTo>
                      <a:pt x="148781" y="148780"/>
                    </a:lnTo>
                    <a:lnTo>
                      <a:pt x="148781" y="178594"/>
                    </a:lnTo>
                    <a:lnTo>
                      <a:pt x="89344" y="178594"/>
                    </a:lnTo>
                    <a:lnTo>
                      <a:pt x="59531" y="178594"/>
                    </a:lnTo>
                    <a:lnTo>
                      <a:pt x="59531" y="208407"/>
                    </a:lnTo>
                    <a:lnTo>
                      <a:pt x="89344" y="208407"/>
                    </a:lnTo>
                    <a:lnTo>
                      <a:pt x="148781" y="208407"/>
                    </a:lnTo>
                    <a:lnTo>
                      <a:pt x="148781" y="238125"/>
                    </a:lnTo>
                    <a:lnTo>
                      <a:pt x="148781" y="297656"/>
                    </a:lnTo>
                    <a:lnTo>
                      <a:pt x="119063" y="297656"/>
                    </a:lnTo>
                    <a:lnTo>
                      <a:pt x="119063" y="1012031"/>
                    </a:lnTo>
                    <a:lnTo>
                      <a:pt x="29718" y="1012031"/>
                    </a:lnTo>
                    <a:lnTo>
                      <a:pt x="29718" y="1041845"/>
                    </a:lnTo>
                    <a:lnTo>
                      <a:pt x="0" y="1041845"/>
                    </a:lnTo>
                    <a:lnTo>
                      <a:pt x="0" y="1101281"/>
                    </a:lnTo>
                    <a:lnTo>
                      <a:pt x="29718" y="1101281"/>
                    </a:lnTo>
                    <a:lnTo>
                      <a:pt x="29718" y="1160907"/>
                    </a:lnTo>
                    <a:lnTo>
                      <a:pt x="59531" y="1160907"/>
                    </a:lnTo>
                    <a:lnTo>
                      <a:pt x="59531" y="1190625"/>
                    </a:lnTo>
                    <a:lnTo>
                      <a:pt x="119063" y="1190625"/>
                    </a:lnTo>
                    <a:lnTo>
                      <a:pt x="119063" y="1637157"/>
                    </a:lnTo>
                    <a:lnTo>
                      <a:pt x="148781" y="1637157"/>
                    </a:lnTo>
                    <a:lnTo>
                      <a:pt x="148781" y="1666875"/>
                    </a:lnTo>
                    <a:lnTo>
                      <a:pt x="208407" y="1666875"/>
                    </a:lnTo>
                    <a:lnTo>
                      <a:pt x="208407" y="1637157"/>
                    </a:lnTo>
                    <a:lnTo>
                      <a:pt x="238125" y="1637157"/>
                    </a:lnTo>
                    <a:lnTo>
                      <a:pt x="238125" y="1190625"/>
                    </a:lnTo>
                    <a:lnTo>
                      <a:pt x="297656" y="1190625"/>
                    </a:lnTo>
                    <a:lnTo>
                      <a:pt x="297656" y="1160907"/>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2" name="Google Shape;2372;p38"/>
              <p:cNvSpPr/>
              <p:nvPr/>
            </p:nvSpPr>
            <p:spPr>
              <a:xfrm>
                <a:off x="5797105" y="4708969"/>
                <a:ext cx="148875" cy="148780"/>
              </a:xfrm>
              <a:custGeom>
                <a:avLst/>
                <a:gdLst/>
                <a:ahLst/>
                <a:cxnLst/>
                <a:rect l="l" t="t" r="r" b="b"/>
                <a:pathLst>
                  <a:path w="148875" h="148780" extrusionOk="0">
                    <a:moveTo>
                      <a:pt x="89345" y="59436"/>
                    </a:moveTo>
                    <a:lnTo>
                      <a:pt x="89345" y="29718"/>
                    </a:lnTo>
                    <a:lnTo>
                      <a:pt x="89345" y="0"/>
                    </a:lnTo>
                    <a:lnTo>
                      <a:pt x="59627" y="0"/>
                    </a:lnTo>
                    <a:lnTo>
                      <a:pt x="59627" y="29718"/>
                    </a:lnTo>
                    <a:lnTo>
                      <a:pt x="59627" y="59436"/>
                    </a:lnTo>
                    <a:lnTo>
                      <a:pt x="29813" y="59436"/>
                    </a:lnTo>
                    <a:lnTo>
                      <a:pt x="0" y="59436"/>
                    </a:lnTo>
                    <a:lnTo>
                      <a:pt x="0" y="89249"/>
                    </a:lnTo>
                    <a:lnTo>
                      <a:pt x="29813" y="89249"/>
                    </a:lnTo>
                    <a:lnTo>
                      <a:pt x="59627" y="89249"/>
                    </a:lnTo>
                    <a:lnTo>
                      <a:pt x="59627" y="119063"/>
                    </a:lnTo>
                    <a:lnTo>
                      <a:pt x="59627" y="148780"/>
                    </a:lnTo>
                    <a:lnTo>
                      <a:pt x="89345" y="148780"/>
                    </a:lnTo>
                    <a:lnTo>
                      <a:pt x="89345" y="119063"/>
                    </a:lnTo>
                    <a:lnTo>
                      <a:pt x="89345" y="89249"/>
                    </a:lnTo>
                    <a:lnTo>
                      <a:pt x="119063" y="89249"/>
                    </a:lnTo>
                    <a:lnTo>
                      <a:pt x="148876" y="89249"/>
                    </a:lnTo>
                    <a:lnTo>
                      <a:pt x="148876" y="59436"/>
                    </a:lnTo>
                    <a:lnTo>
                      <a:pt x="119063" y="59436"/>
                    </a:lnTo>
                    <a:lnTo>
                      <a:pt x="89345" y="5943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3" name="Google Shape;2373;p38"/>
              <p:cNvSpPr/>
              <p:nvPr/>
            </p:nvSpPr>
            <p:spPr>
              <a:xfrm>
                <a:off x="5201792" y="4976812"/>
                <a:ext cx="148875" cy="148780"/>
              </a:xfrm>
              <a:custGeom>
                <a:avLst/>
                <a:gdLst/>
                <a:ahLst/>
                <a:cxnLst/>
                <a:rect l="l" t="t" r="r" b="b"/>
                <a:pathLst>
                  <a:path w="148875" h="148780" extrusionOk="0">
                    <a:moveTo>
                      <a:pt x="89345" y="59531"/>
                    </a:moveTo>
                    <a:lnTo>
                      <a:pt x="89345" y="29718"/>
                    </a:lnTo>
                    <a:lnTo>
                      <a:pt x="89345" y="0"/>
                    </a:lnTo>
                    <a:lnTo>
                      <a:pt x="59627" y="0"/>
                    </a:lnTo>
                    <a:lnTo>
                      <a:pt x="59627" y="29718"/>
                    </a:lnTo>
                    <a:lnTo>
                      <a:pt x="59627" y="59531"/>
                    </a:lnTo>
                    <a:lnTo>
                      <a:pt x="29813" y="59531"/>
                    </a:lnTo>
                    <a:lnTo>
                      <a:pt x="0" y="59531"/>
                    </a:lnTo>
                    <a:lnTo>
                      <a:pt x="0" y="89345"/>
                    </a:lnTo>
                    <a:lnTo>
                      <a:pt x="29813" y="89345"/>
                    </a:lnTo>
                    <a:lnTo>
                      <a:pt x="59627" y="89345"/>
                    </a:lnTo>
                    <a:lnTo>
                      <a:pt x="59627" y="119063"/>
                    </a:lnTo>
                    <a:lnTo>
                      <a:pt x="59627" y="148780"/>
                    </a:lnTo>
                    <a:lnTo>
                      <a:pt x="89345" y="148780"/>
                    </a:lnTo>
                    <a:lnTo>
                      <a:pt x="89345" y="119063"/>
                    </a:lnTo>
                    <a:lnTo>
                      <a:pt x="89345" y="89345"/>
                    </a:lnTo>
                    <a:lnTo>
                      <a:pt x="119063" y="89345"/>
                    </a:lnTo>
                    <a:lnTo>
                      <a:pt x="148876" y="89345"/>
                    </a:lnTo>
                    <a:lnTo>
                      <a:pt x="148876" y="59531"/>
                    </a:lnTo>
                    <a:lnTo>
                      <a:pt x="119063" y="59531"/>
                    </a:lnTo>
                    <a:lnTo>
                      <a:pt x="89345"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4" name="Google Shape;2374;p38"/>
              <p:cNvSpPr/>
              <p:nvPr/>
            </p:nvSpPr>
            <p:spPr>
              <a:xfrm>
                <a:off x="4874418" y="3786187"/>
                <a:ext cx="148875" cy="148780"/>
              </a:xfrm>
              <a:custGeom>
                <a:avLst/>
                <a:gdLst/>
                <a:ahLst/>
                <a:cxnLst/>
                <a:rect l="l" t="t" r="r" b="b"/>
                <a:pathLst>
                  <a:path w="148875" h="148780" extrusionOk="0">
                    <a:moveTo>
                      <a:pt x="59531" y="148780"/>
                    </a:moveTo>
                    <a:lnTo>
                      <a:pt x="89249" y="148780"/>
                    </a:lnTo>
                    <a:lnTo>
                      <a:pt x="89249" y="119063"/>
                    </a:lnTo>
                    <a:lnTo>
                      <a:pt x="89249" y="89345"/>
                    </a:lnTo>
                    <a:lnTo>
                      <a:pt x="119063" y="89345"/>
                    </a:lnTo>
                    <a:lnTo>
                      <a:pt x="148876" y="89345"/>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5"/>
                    </a:lnTo>
                    <a:lnTo>
                      <a:pt x="29813" y="89345"/>
                    </a:lnTo>
                    <a:lnTo>
                      <a:pt x="59531" y="89345"/>
                    </a:lnTo>
                    <a:lnTo>
                      <a:pt x="59531" y="119063"/>
                    </a:lnTo>
                    <a:lnTo>
                      <a:pt x="59531" y="14878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5" name="Google Shape;2375;p38"/>
              <p:cNvSpPr/>
              <p:nvPr/>
            </p:nvSpPr>
            <p:spPr>
              <a:xfrm>
                <a:off x="4338637" y="4054029"/>
                <a:ext cx="148780" cy="148875"/>
              </a:xfrm>
              <a:custGeom>
                <a:avLst/>
                <a:gdLst/>
                <a:ahLst/>
                <a:cxnLst/>
                <a:rect l="l" t="t" r="r" b="b"/>
                <a:pathLst>
                  <a:path w="148780" h="148875" extrusionOk="0">
                    <a:moveTo>
                      <a:pt x="59531" y="29813"/>
                    </a:moveTo>
                    <a:lnTo>
                      <a:pt x="59531" y="59627"/>
                    </a:lnTo>
                    <a:lnTo>
                      <a:pt x="29718" y="59627"/>
                    </a:lnTo>
                    <a:lnTo>
                      <a:pt x="0" y="59627"/>
                    </a:lnTo>
                    <a:lnTo>
                      <a:pt x="0" y="89345"/>
                    </a:lnTo>
                    <a:lnTo>
                      <a:pt x="29718" y="89345"/>
                    </a:lnTo>
                    <a:lnTo>
                      <a:pt x="59531" y="89345"/>
                    </a:lnTo>
                    <a:lnTo>
                      <a:pt x="59531" y="119063"/>
                    </a:lnTo>
                    <a:lnTo>
                      <a:pt x="59531" y="148876"/>
                    </a:lnTo>
                    <a:lnTo>
                      <a:pt x="89345" y="148876"/>
                    </a:lnTo>
                    <a:lnTo>
                      <a:pt x="89345" y="119063"/>
                    </a:lnTo>
                    <a:lnTo>
                      <a:pt x="89345" y="89345"/>
                    </a:lnTo>
                    <a:lnTo>
                      <a:pt x="119063" y="89345"/>
                    </a:lnTo>
                    <a:lnTo>
                      <a:pt x="148780" y="89345"/>
                    </a:lnTo>
                    <a:lnTo>
                      <a:pt x="148780" y="59627"/>
                    </a:lnTo>
                    <a:lnTo>
                      <a:pt x="119063" y="59627"/>
                    </a:lnTo>
                    <a:lnTo>
                      <a:pt x="89345" y="59627"/>
                    </a:lnTo>
                    <a:lnTo>
                      <a:pt x="89345" y="29813"/>
                    </a:lnTo>
                    <a:lnTo>
                      <a:pt x="89345" y="0"/>
                    </a:lnTo>
                    <a:lnTo>
                      <a:pt x="59531" y="0"/>
                    </a:lnTo>
                    <a:lnTo>
                      <a:pt x="59531" y="29813"/>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6" name="Google Shape;2376;p38"/>
              <p:cNvSpPr/>
              <p:nvPr/>
            </p:nvSpPr>
            <p:spPr>
              <a:xfrm>
                <a:off x="5291137" y="3518344"/>
                <a:ext cx="505967" cy="1279874"/>
              </a:xfrm>
              <a:custGeom>
                <a:avLst/>
                <a:gdLst/>
                <a:ahLst/>
                <a:cxnLst/>
                <a:rect l="l" t="t" r="r" b="b"/>
                <a:pathLst>
                  <a:path w="505967" h="1279874" extrusionOk="0">
                    <a:moveTo>
                      <a:pt x="446532" y="1160812"/>
                    </a:moveTo>
                    <a:lnTo>
                      <a:pt x="446532" y="1130998"/>
                    </a:lnTo>
                    <a:lnTo>
                      <a:pt x="446532" y="1011936"/>
                    </a:lnTo>
                    <a:lnTo>
                      <a:pt x="476250" y="1011936"/>
                    </a:lnTo>
                    <a:lnTo>
                      <a:pt x="476250" y="803624"/>
                    </a:lnTo>
                    <a:lnTo>
                      <a:pt x="505968" y="803624"/>
                    </a:lnTo>
                    <a:lnTo>
                      <a:pt x="505968" y="625030"/>
                    </a:lnTo>
                    <a:lnTo>
                      <a:pt x="476250" y="625030"/>
                    </a:lnTo>
                    <a:lnTo>
                      <a:pt x="476250" y="535686"/>
                    </a:lnTo>
                    <a:lnTo>
                      <a:pt x="446532" y="535686"/>
                    </a:lnTo>
                    <a:lnTo>
                      <a:pt x="446532" y="416623"/>
                    </a:lnTo>
                    <a:lnTo>
                      <a:pt x="416719" y="416623"/>
                    </a:lnTo>
                    <a:lnTo>
                      <a:pt x="416719" y="357188"/>
                    </a:lnTo>
                    <a:lnTo>
                      <a:pt x="446532" y="357188"/>
                    </a:lnTo>
                    <a:lnTo>
                      <a:pt x="446532" y="267843"/>
                    </a:lnTo>
                    <a:lnTo>
                      <a:pt x="476250" y="267843"/>
                    </a:lnTo>
                    <a:lnTo>
                      <a:pt x="476250" y="178498"/>
                    </a:lnTo>
                    <a:lnTo>
                      <a:pt x="505968" y="178498"/>
                    </a:lnTo>
                    <a:lnTo>
                      <a:pt x="505968" y="89249"/>
                    </a:lnTo>
                    <a:lnTo>
                      <a:pt x="476250" y="89249"/>
                    </a:lnTo>
                    <a:lnTo>
                      <a:pt x="476250" y="59436"/>
                    </a:lnTo>
                    <a:lnTo>
                      <a:pt x="446532" y="59436"/>
                    </a:lnTo>
                    <a:lnTo>
                      <a:pt x="446532" y="29718"/>
                    </a:lnTo>
                    <a:lnTo>
                      <a:pt x="386905" y="29718"/>
                    </a:lnTo>
                    <a:lnTo>
                      <a:pt x="386905" y="0"/>
                    </a:lnTo>
                    <a:lnTo>
                      <a:pt x="327470" y="0"/>
                    </a:lnTo>
                    <a:lnTo>
                      <a:pt x="327470" y="29718"/>
                    </a:lnTo>
                    <a:lnTo>
                      <a:pt x="267843" y="29718"/>
                    </a:lnTo>
                    <a:lnTo>
                      <a:pt x="267843" y="59436"/>
                    </a:lnTo>
                    <a:lnTo>
                      <a:pt x="238125" y="59436"/>
                    </a:lnTo>
                    <a:lnTo>
                      <a:pt x="238125" y="89249"/>
                    </a:lnTo>
                    <a:lnTo>
                      <a:pt x="208407" y="89249"/>
                    </a:lnTo>
                    <a:lnTo>
                      <a:pt x="208407" y="416623"/>
                    </a:lnTo>
                    <a:lnTo>
                      <a:pt x="178594" y="416623"/>
                    </a:lnTo>
                    <a:lnTo>
                      <a:pt x="178594" y="505968"/>
                    </a:lnTo>
                    <a:lnTo>
                      <a:pt x="148780" y="505968"/>
                    </a:lnTo>
                    <a:lnTo>
                      <a:pt x="148780" y="684562"/>
                    </a:lnTo>
                    <a:lnTo>
                      <a:pt x="178594" y="684562"/>
                    </a:lnTo>
                    <a:lnTo>
                      <a:pt x="178594" y="803624"/>
                    </a:lnTo>
                    <a:lnTo>
                      <a:pt x="148780" y="803624"/>
                    </a:lnTo>
                    <a:lnTo>
                      <a:pt x="148780" y="833438"/>
                    </a:lnTo>
                    <a:lnTo>
                      <a:pt x="89345" y="833438"/>
                    </a:lnTo>
                    <a:lnTo>
                      <a:pt x="89345" y="863155"/>
                    </a:lnTo>
                    <a:lnTo>
                      <a:pt x="59531" y="863155"/>
                    </a:lnTo>
                    <a:lnTo>
                      <a:pt x="59531" y="892873"/>
                    </a:lnTo>
                    <a:lnTo>
                      <a:pt x="29718" y="892873"/>
                    </a:lnTo>
                    <a:lnTo>
                      <a:pt x="29718" y="922687"/>
                    </a:lnTo>
                    <a:lnTo>
                      <a:pt x="0" y="922687"/>
                    </a:lnTo>
                    <a:lnTo>
                      <a:pt x="0" y="952500"/>
                    </a:lnTo>
                    <a:lnTo>
                      <a:pt x="29718" y="952500"/>
                    </a:lnTo>
                    <a:lnTo>
                      <a:pt x="29718" y="982218"/>
                    </a:lnTo>
                    <a:lnTo>
                      <a:pt x="89345" y="982218"/>
                    </a:lnTo>
                    <a:lnTo>
                      <a:pt x="89345" y="952500"/>
                    </a:lnTo>
                    <a:lnTo>
                      <a:pt x="119063" y="952500"/>
                    </a:lnTo>
                    <a:lnTo>
                      <a:pt x="119063" y="922687"/>
                    </a:lnTo>
                    <a:lnTo>
                      <a:pt x="178594" y="922687"/>
                    </a:lnTo>
                    <a:lnTo>
                      <a:pt x="178594" y="952500"/>
                    </a:lnTo>
                    <a:lnTo>
                      <a:pt x="148780" y="952500"/>
                    </a:lnTo>
                    <a:lnTo>
                      <a:pt x="148780" y="982218"/>
                    </a:lnTo>
                    <a:lnTo>
                      <a:pt x="119063" y="982218"/>
                    </a:lnTo>
                    <a:lnTo>
                      <a:pt x="119063" y="1011936"/>
                    </a:lnTo>
                    <a:lnTo>
                      <a:pt x="89345" y="1011936"/>
                    </a:lnTo>
                    <a:lnTo>
                      <a:pt x="89345" y="1041749"/>
                    </a:lnTo>
                    <a:lnTo>
                      <a:pt x="59531" y="1041749"/>
                    </a:lnTo>
                    <a:lnTo>
                      <a:pt x="59531" y="1101281"/>
                    </a:lnTo>
                    <a:lnTo>
                      <a:pt x="89345" y="1101281"/>
                    </a:lnTo>
                    <a:lnTo>
                      <a:pt x="89345" y="1130998"/>
                    </a:lnTo>
                    <a:lnTo>
                      <a:pt x="119063" y="1130998"/>
                    </a:lnTo>
                    <a:lnTo>
                      <a:pt x="119063" y="1101281"/>
                    </a:lnTo>
                    <a:lnTo>
                      <a:pt x="148780" y="1101281"/>
                    </a:lnTo>
                    <a:lnTo>
                      <a:pt x="148780" y="1071563"/>
                    </a:lnTo>
                    <a:lnTo>
                      <a:pt x="178594" y="1071563"/>
                    </a:lnTo>
                    <a:lnTo>
                      <a:pt x="178594" y="1041749"/>
                    </a:lnTo>
                    <a:lnTo>
                      <a:pt x="208407" y="1041749"/>
                    </a:lnTo>
                    <a:lnTo>
                      <a:pt x="208407" y="1011936"/>
                    </a:lnTo>
                    <a:lnTo>
                      <a:pt x="238125" y="1011936"/>
                    </a:lnTo>
                    <a:lnTo>
                      <a:pt x="238125" y="982218"/>
                    </a:lnTo>
                    <a:lnTo>
                      <a:pt x="267843" y="982218"/>
                    </a:lnTo>
                    <a:lnTo>
                      <a:pt x="267843" y="1011936"/>
                    </a:lnTo>
                    <a:lnTo>
                      <a:pt x="238125" y="1011936"/>
                    </a:lnTo>
                    <a:lnTo>
                      <a:pt x="238125" y="1041749"/>
                    </a:lnTo>
                    <a:lnTo>
                      <a:pt x="208407" y="1041749"/>
                    </a:lnTo>
                    <a:lnTo>
                      <a:pt x="208407" y="1071563"/>
                    </a:lnTo>
                    <a:lnTo>
                      <a:pt x="178594" y="1071563"/>
                    </a:lnTo>
                    <a:lnTo>
                      <a:pt x="178594" y="1101281"/>
                    </a:lnTo>
                    <a:lnTo>
                      <a:pt x="148780" y="1101281"/>
                    </a:lnTo>
                    <a:lnTo>
                      <a:pt x="148780" y="1130998"/>
                    </a:lnTo>
                    <a:lnTo>
                      <a:pt x="119063" y="1130998"/>
                    </a:lnTo>
                    <a:lnTo>
                      <a:pt x="119063" y="1190625"/>
                    </a:lnTo>
                    <a:lnTo>
                      <a:pt x="148780" y="1190625"/>
                    </a:lnTo>
                    <a:lnTo>
                      <a:pt x="148780" y="1220343"/>
                    </a:lnTo>
                    <a:lnTo>
                      <a:pt x="178594" y="1220343"/>
                    </a:lnTo>
                    <a:lnTo>
                      <a:pt x="178594" y="1190625"/>
                    </a:lnTo>
                    <a:lnTo>
                      <a:pt x="208407" y="1190625"/>
                    </a:lnTo>
                    <a:lnTo>
                      <a:pt x="208407" y="1160812"/>
                    </a:lnTo>
                    <a:lnTo>
                      <a:pt x="238125" y="1160812"/>
                    </a:lnTo>
                    <a:lnTo>
                      <a:pt x="238125" y="1130998"/>
                    </a:lnTo>
                    <a:lnTo>
                      <a:pt x="267843" y="1130998"/>
                    </a:lnTo>
                    <a:lnTo>
                      <a:pt x="267843" y="1101281"/>
                    </a:lnTo>
                    <a:lnTo>
                      <a:pt x="297656" y="1101281"/>
                    </a:lnTo>
                    <a:lnTo>
                      <a:pt x="297656" y="1220343"/>
                    </a:lnTo>
                    <a:lnTo>
                      <a:pt x="327470" y="1220343"/>
                    </a:lnTo>
                    <a:lnTo>
                      <a:pt x="327470" y="1250061"/>
                    </a:lnTo>
                    <a:lnTo>
                      <a:pt x="357188" y="1250061"/>
                    </a:lnTo>
                    <a:lnTo>
                      <a:pt x="357188" y="1279874"/>
                    </a:lnTo>
                    <a:lnTo>
                      <a:pt x="386905" y="1279874"/>
                    </a:lnTo>
                    <a:lnTo>
                      <a:pt x="386905" y="1250061"/>
                    </a:lnTo>
                    <a:lnTo>
                      <a:pt x="416719" y="1250061"/>
                    </a:lnTo>
                    <a:lnTo>
                      <a:pt x="416719" y="1160812"/>
                    </a:lnTo>
                    <a:lnTo>
                      <a:pt x="446532" y="1160812"/>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7" name="Google Shape;2377;p38"/>
              <p:cNvSpPr/>
              <p:nvPr/>
            </p:nvSpPr>
            <p:spPr>
              <a:xfrm>
                <a:off x="5737669" y="4679155"/>
                <a:ext cx="29718" cy="89344"/>
              </a:xfrm>
              <a:custGeom>
                <a:avLst/>
                <a:gdLst/>
                <a:ahLst/>
                <a:cxnLst/>
                <a:rect l="l" t="t" r="r" b="b"/>
                <a:pathLst>
                  <a:path w="29718" h="89344" extrusionOk="0">
                    <a:moveTo>
                      <a:pt x="0" y="0"/>
                    </a:moveTo>
                    <a:lnTo>
                      <a:pt x="29718" y="0"/>
                    </a:lnTo>
                    <a:lnTo>
                      <a:pt x="29718" y="89345"/>
                    </a:lnTo>
                    <a:lnTo>
                      <a:pt x="0"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8" name="Google Shape;2378;p38"/>
              <p:cNvSpPr/>
              <p:nvPr/>
            </p:nvSpPr>
            <p:spPr>
              <a:xfrm>
                <a:off x="5678043" y="48280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9" name="Google Shape;2379;p38"/>
              <p:cNvSpPr/>
              <p:nvPr/>
            </p:nvSpPr>
            <p:spPr>
              <a:xfrm>
                <a:off x="5707856" y="4768405"/>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0" name="Google Shape;2380;p38"/>
              <p:cNvSpPr/>
              <p:nvPr/>
            </p:nvSpPr>
            <p:spPr>
              <a:xfrm>
                <a:off x="5678042" y="4857749"/>
                <a:ext cx="267938" cy="148780"/>
              </a:xfrm>
              <a:custGeom>
                <a:avLst/>
                <a:gdLst/>
                <a:ahLst/>
                <a:cxnLst/>
                <a:rect l="l" t="t" r="r" b="b"/>
                <a:pathLst>
                  <a:path w="267938" h="148780" extrusionOk="0">
                    <a:moveTo>
                      <a:pt x="89345" y="29718"/>
                    </a:moveTo>
                    <a:lnTo>
                      <a:pt x="29813" y="29718"/>
                    </a:lnTo>
                    <a:lnTo>
                      <a:pt x="29813" y="59531"/>
                    </a:lnTo>
                    <a:lnTo>
                      <a:pt x="0" y="59531"/>
                    </a:lnTo>
                    <a:lnTo>
                      <a:pt x="0" y="89345"/>
                    </a:lnTo>
                    <a:lnTo>
                      <a:pt x="29813" y="89345"/>
                    </a:lnTo>
                    <a:lnTo>
                      <a:pt x="29813" y="119063"/>
                    </a:lnTo>
                    <a:lnTo>
                      <a:pt x="89345" y="119063"/>
                    </a:lnTo>
                    <a:lnTo>
                      <a:pt x="89345" y="148780"/>
                    </a:lnTo>
                    <a:lnTo>
                      <a:pt x="178689" y="148780"/>
                    </a:lnTo>
                    <a:lnTo>
                      <a:pt x="178689" y="119063"/>
                    </a:lnTo>
                    <a:lnTo>
                      <a:pt x="238125" y="119063"/>
                    </a:lnTo>
                    <a:lnTo>
                      <a:pt x="238125" y="89345"/>
                    </a:lnTo>
                    <a:lnTo>
                      <a:pt x="267938" y="89345"/>
                    </a:lnTo>
                    <a:lnTo>
                      <a:pt x="267938" y="59531"/>
                    </a:lnTo>
                    <a:lnTo>
                      <a:pt x="238125" y="59531"/>
                    </a:lnTo>
                    <a:lnTo>
                      <a:pt x="238125" y="29718"/>
                    </a:lnTo>
                    <a:lnTo>
                      <a:pt x="178689" y="29718"/>
                    </a:lnTo>
                    <a:lnTo>
                      <a:pt x="178689" y="0"/>
                    </a:lnTo>
                    <a:lnTo>
                      <a:pt x="89345" y="0"/>
                    </a:lnTo>
                    <a:lnTo>
                      <a:pt x="89345"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1" name="Google Shape;2381;p38"/>
              <p:cNvSpPr/>
              <p:nvPr/>
            </p:nvSpPr>
            <p:spPr>
              <a:xfrm>
                <a:off x="5350668" y="4828031"/>
                <a:ext cx="267938" cy="148780"/>
              </a:xfrm>
              <a:custGeom>
                <a:avLst/>
                <a:gdLst/>
                <a:ahLst/>
                <a:cxnLst/>
                <a:rect l="l" t="t" r="r" b="b"/>
                <a:pathLst>
                  <a:path w="267938" h="148780" extrusionOk="0">
                    <a:moveTo>
                      <a:pt x="238125" y="59436"/>
                    </a:moveTo>
                    <a:lnTo>
                      <a:pt x="238125" y="29718"/>
                    </a:lnTo>
                    <a:lnTo>
                      <a:pt x="178594" y="29718"/>
                    </a:lnTo>
                    <a:lnTo>
                      <a:pt x="178594" y="0"/>
                    </a:lnTo>
                    <a:lnTo>
                      <a:pt x="89249" y="0"/>
                    </a:lnTo>
                    <a:lnTo>
                      <a:pt x="89249" y="29718"/>
                    </a:lnTo>
                    <a:lnTo>
                      <a:pt x="29813" y="29718"/>
                    </a:lnTo>
                    <a:lnTo>
                      <a:pt x="29813" y="59436"/>
                    </a:lnTo>
                    <a:lnTo>
                      <a:pt x="0" y="59436"/>
                    </a:lnTo>
                    <a:lnTo>
                      <a:pt x="0" y="89249"/>
                    </a:lnTo>
                    <a:lnTo>
                      <a:pt x="29813" y="89249"/>
                    </a:lnTo>
                    <a:lnTo>
                      <a:pt x="29813" y="119063"/>
                    </a:lnTo>
                    <a:lnTo>
                      <a:pt x="89249" y="119063"/>
                    </a:lnTo>
                    <a:lnTo>
                      <a:pt x="89249" y="148780"/>
                    </a:lnTo>
                    <a:lnTo>
                      <a:pt x="178594" y="148780"/>
                    </a:lnTo>
                    <a:lnTo>
                      <a:pt x="178594" y="119063"/>
                    </a:lnTo>
                    <a:lnTo>
                      <a:pt x="238125" y="119063"/>
                    </a:lnTo>
                    <a:lnTo>
                      <a:pt x="238125" y="89249"/>
                    </a:lnTo>
                    <a:lnTo>
                      <a:pt x="267938" y="89249"/>
                    </a:lnTo>
                    <a:lnTo>
                      <a:pt x="267938" y="59436"/>
                    </a:lnTo>
                    <a:lnTo>
                      <a:pt x="238125" y="5943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2" name="Google Shape;2382;p38"/>
              <p:cNvSpPr/>
              <p:nvPr/>
            </p:nvSpPr>
            <p:spPr>
              <a:xfrm>
                <a:off x="5648325" y="4857749"/>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3" name="Google Shape;2383;p38"/>
              <p:cNvSpPr/>
              <p:nvPr/>
            </p:nvSpPr>
            <p:spPr>
              <a:xfrm>
                <a:off x="5618607" y="4917280"/>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4" name="Google Shape;2384;p38"/>
              <p:cNvSpPr/>
              <p:nvPr/>
            </p:nvSpPr>
            <p:spPr>
              <a:xfrm>
                <a:off x="5439917" y="4976812"/>
                <a:ext cx="387000" cy="238125"/>
              </a:xfrm>
              <a:custGeom>
                <a:avLst/>
                <a:gdLst/>
                <a:ahLst/>
                <a:cxnLst/>
                <a:rect l="l" t="t" r="r" b="b"/>
                <a:pathLst>
                  <a:path w="387000" h="238125" extrusionOk="0">
                    <a:moveTo>
                      <a:pt x="178689" y="29718"/>
                    </a:moveTo>
                    <a:lnTo>
                      <a:pt x="178689" y="0"/>
                    </a:lnTo>
                    <a:lnTo>
                      <a:pt x="148876" y="0"/>
                    </a:lnTo>
                    <a:lnTo>
                      <a:pt x="148876" y="29718"/>
                    </a:lnTo>
                    <a:lnTo>
                      <a:pt x="119063" y="29718"/>
                    </a:lnTo>
                    <a:lnTo>
                      <a:pt x="119063" y="59531"/>
                    </a:lnTo>
                    <a:lnTo>
                      <a:pt x="59627" y="59531"/>
                    </a:lnTo>
                    <a:lnTo>
                      <a:pt x="59627" y="89345"/>
                    </a:lnTo>
                    <a:lnTo>
                      <a:pt x="29813" y="89345"/>
                    </a:lnTo>
                    <a:lnTo>
                      <a:pt x="29813" y="119063"/>
                    </a:lnTo>
                    <a:lnTo>
                      <a:pt x="0" y="119063"/>
                    </a:lnTo>
                    <a:lnTo>
                      <a:pt x="0" y="178594"/>
                    </a:lnTo>
                    <a:lnTo>
                      <a:pt x="29813" y="178594"/>
                    </a:lnTo>
                    <a:lnTo>
                      <a:pt x="29813" y="208407"/>
                    </a:lnTo>
                    <a:lnTo>
                      <a:pt x="59627" y="208407"/>
                    </a:lnTo>
                    <a:lnTo>
                      <a:pt x="59627" y="238125"/>
                    </a:lnTo>
                    <a:lnTo>
                      <a:pt x="119063" y="238125"/>
                    </a:lnTo>
                    <a:lnTo>
                      <a:pt x="119063" y="208407"/>
                    </a:lnTo>
                    <a:lnTo>
                      <a:pt x="148876" y="208407"/>
                    </a:lnTo>
                    <a:lnTo>
                      <a:pt x="148876" y="178594"/>
                    </a:lnTo>
                    <a:lnTo>
                      <a:pt x="178689" y="178594"/>
                    </a:lnTo>
                    <a:lnTo>
                      <a:pt x="178689" y="89345"/>
                    </a:lnTo>
                    <a:lnTo>
                      <a:pt x="208407" y="89345"/>
                    </a:lnTo>
                    <a:lnTo>
                      <a:pt x="208407" y="178594"/>
                    </a:lnTo>
                    <a:lnTo>
                      <a:pt x="238125" y="178594"/>
                    </a:lnTo>
                    <a:lnTo>
                      <a:pt x="238125" y="208407"/>
                    </a:lnTo>
                    <a:lnTo>
                      <a:pt x="267938" y="208407"/>
                    </a:lnTo>
                    <a:lnTo>
                      <a:pt x="267938" y="238125"/>
                    </a:lnTo>
                    <a:lnTo>
                      <a:pt x="327470" y="238125"/>
                    </a:lnTo>
                    <a:lnTo>
                      <a:pt x="327470" y="208407"/>
                    </a:lnTo>
                    <a:lnTo>
                      <a:pt x="357188" y="208407"/>
                    </a:lnTo>
                    <a:lnTo>
                      <a:pt x="357188" y="178594"/>
                    </a:lnTo>
                    <a:lnTo>
                      <a:pt x="387001" y="178594"/>
                    </a:lnTo>
                    <a:lnTo>
                      <a:pt x="387001" y="119063"/>
                    </a:lnTo>
                    <a:lnTo>
                      <a:pt x="357188" y="119063"/>
                    </a:lnTo>
                    <a:lnTo>
                      <a:pt x="357188" y="89345"/>
                    </a:lnTo>
                    <a:lnTo>
                      <a:pt x="327470" y="89345"/>
                    </a:lnTo>
                    <a:lnTo>
                      <a:pt x="327470" y="59531"/>
                    </a:lnTo>
                    <a:lnTo>
                      <a:pt x="267938" y="59531"/>
                    </a:lnTo>
                    <a:lnTo>
                      <a:pt x="267938" y="29718"/>
                    </a:lnTo>
                    <a:lnTo>
                      <a:pt x="238125" y="29718"/>
                    </a:lnTo>
                    <a:lnTo>
                      <a:pt x="238125" y="0"/>
                    </a:lnTo>
                    <a:lnTo>
                      <a:pt x="208407" y="0"/>
                    </a:lnTo>
                    <a:lnTo>
                      <a:pt x="208407" y="29718"/>
                    </a:lnTo>
                    <a:lnTo>
                      <a:pt x="178689"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85" name="Google Shape;2385;p38"/>
            <p:cNvGrpSpPr/>
            <p:nvPr/>
          </p:nvGrpSpPr>
          <p:grpSpPr>
            <a:xfrm>
              <a:off x="4338637" y="3518344"/>
              <a:ext cx="1607249" cy="1875091"/>
              <a:chOff x="4338637" y="3518344"/>
              <a:chExt cx="1607249" cy="1875091"/>
            </a:xfrm>
          </p:grpSpPr>
          <p:grpSp>
            <p:nvGrpSpPr>
              <p:cNvPr id="2386" name="Google Shape;2386;p38"/>
              <p:cNvGrpSpPr/>
              <p:nvPr/>
            </p:nvGrpSpPr>
            <p:grpSpPr>
              <a:xfrm>
                <a:off x="4338637" y="3696842"/>
                <a:ext cx="654749" cy="1696593"/>
                <a:chOff x="4338637" y="3696842"/>
                <a:chExt cx="654749" cy="1696593"/>
              </a:xfrm>
            </p:grpSpPr>
            <p:grpSp>
              <p:nvGrpSpPr>
                <p:cNvPr id="2387" name="Google Shape;2387;p38"/>
                <p:cNvGrpSpPr/>
                <p:nvPr/>
              </p:nvGrpSpPr>
              <p:grpSpPr>
                <a:xfrm>
                  <a:off x="4487418" y="4113656"/>
                  <a:ext cx="505968" cy="1279779"/>
                  <a:chOff x="4487418" y="4113656"/>
                  <a:chExt cx="505968" cy="1279779"/>
                </a:xfrm>
              </p:grpSpPr>
              <p:sp>
                <p:nvSpPr>
                  <p:cNvPr id="2388" name="Google Shape;2388;p38"/>
                  <p:cNvSpPr/>
                  <p:nvPr/>
                </p:nvSpPr>
                <p:spPr>
                  <a:xfrm>
                    <a:off x="4606480" y="53637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9" name="Google Shape;2389;p38"/>
                  <p:cNvSpPr/>
                  <p:nvPr/>
                </p:nvSpPr>
                <p:spPr>
                  <a:xfrm>
                    <a:off x="4547044"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0" name="Google Shape;2390;p38"/>
                  <p:cNvSpPr/>
                  <p:nvPr/>
                </p:nvSpPr>
                <p:spPr>
                  <a:xfrm>
                    <a:off x="4517231" y="53042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1" name="Google Shape;2391;p38"/>
                  <p:cNvSpPr/>
                  <p:nvPr/>
                </p:nvSpPr>
                <p:spPr>
                  <a:xfrm>
                    <a:off x="4487418" y="5214937"/>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2" name="Google Shape;2392;p38"/>
                  <p:cNvSpPr/>
                  <p:nvPr/>
                </p:nvSpPr>
                <p:spPr>
                  <a:xfrm>
                    <a:off x="4755356" y="4976812"/>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3" name="Google Shape;2393;p38"/>
                  <p:cNvSpPr/>
                  <p:nvPr/>
                </p:nvSpPr>
                <p:spPr>
                  <a:xfrm>
                    <a:off x="4785169" y="4887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4" name="Google Shape;2394;p38"/>
                  <p:cNvSpPr/>
                  <p:nvPr/>
                </p:nvSpPr>
                <p:spPr>
                  <a:xfrm>
                    <a:off x="4814887" y="4708969"/>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5" name="Google Shape;2395;p38"/>
                  <p:cNvSpPr/>
                  <p:nvPr/>
                </p:nvSpPr>
                <p:spPr>
                  <a:xfrm>
                    <a:off x="4785169" y="4589906"/>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6" name="Google Shape;2396;p38"/>
                  <p:cNvSpPr/>
                  <p:nvPr/>
                </p:nvSpPr>
                <p:spPr>
                  <a:xfrm>
                    <a:off x="4517231" y="5125592"/>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7" name="Google Shape;2397;p38"/>
                  <p:cNvSpPr/>
                  <p:nvPr/>
                </p:nvSpPr>
                <p:spPr>
                  <a:xfrm>
                    <a:off x="4547044" y="5036343"/>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8" name="Google Shape;2398;p38"/>
                  <p:cNvSpPr/>
                  <p:nvPr/>
                </p:nvSpPr>
                <p:spPr>
                  <a:xfrm>
                    <a:off x="4666107"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9" name="Google Shape;2399;p38"/>
                  <p:cNvSpPr/>
                  <p:nvPr/>
                </p:nvSpPr>
                <p:spPr>
                  <a:xfrm>
                    <a:off x="4725543"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0" name="Google Shape;2400;p38"/>
                  <p:cNvSpPr/>
                  <p:nvPr/>
                </p:nvSpPr>
                <p:spPr>
                  <a:xfrm>
                    <a:off x="4725543"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1" name="Google Shape;2401;p38"/>
                  <p:cNvSpPr/>
                  <p:nvPr/>
                </p:nvSpPr>
                <p:spPr>
                  <a:xfrm>
                    <a:off x="4636293"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2" name="Google Shape;2402;p38"/>
                  <p:cNvSpPr/>
                  <p:nvPr/>
                </p:nvSpPr>
                <p:spPr>
                  <a:xfrm>
                    <a:off x="4606480" y="4113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3" name="Google Shape;2403;p38"/>
                  <p:cNvSpPr/>
                  <p:nvPr/>
                </p:nvSpPr>
                <p:spPr>
                  <a:xfrm>
                    <a:off x="4576762" y="41433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4" name="Google Shape;2404;p38"/>
                  <p:cNvSpPr/>
                  <p:nvPr/>
                </p:nvSpPr>
                <p:spPr>
                  <a:xfrm>
                    <a:off x="4547044" y="4262437"/>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5" name="Google Shape;2405;p38"/>
                  <p:cNvSpPr/>
                  <p:nvPr/>
                </p:nvSpPr>
                <p:spPr>
                  <a:xfrm>
                    <a:off x="4517231" y="4381499"/>
                    <a:ext cx="29717" cy="208406"/>
                  </a:xfrm>
                  <a:custGeom>
                    <a:avLst/>
                    <a:gdLst/>
                    <a:ahLst/>
                    <a:cxnLst/>
                    <a:rect l="l" t="t" r="r" b="b"/>
                    <a:pathLst>
                      <a:path w="29717"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6" name="Google Shape;2406;p38"/>
                  <p:cNvSpPr/>
                  <p:nvPr/>
                </p:nvSpPr>
                <p:spPr>
                  <a:xfrm>
                    <a:off x="4487418" y="4589906"/>
                    <a:ext cx="29717" cy="178593"/>
                  </a:xfrm>
                  <a:custGeom>
                    <a:avLst/>
                    <a:gdLst/>
                    <a:ahLst/>
                    <a:cxnLst/>
                    <a:rect l="l" t="t" r="r" b="b"/>
                    <a:pathLst>
                      <a:path w="29717"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7" name="Google Shape;2407;p38"/>
                  <p:cNvSpPr/>
                  <p:nvPr/>
                </p:nvSpPr>
                <p:spPr>
                  <a:xfrm>
                    <a:off x="4517231" y="476840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8" name="Google Shape;2408;p38"/>
                  <p:cNvSpPr/>
                  <p:nvPr/>
                </p:nvSpPr>
                <p:spPr>
                  <a:xfrm>
                    <a:off x="4547044" y="4857749"/>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9" name="Google Shape;2409;p38"/>
                  <p:cNvSpPr/>
                  <p:nvPr/>
                </p:nvSpPr>
                <p:spPr>
                  <a:xfrm>
                    <a:off x="4576762" y="4976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0" name="Google Shape;2410;p38"/>
                  <p:cNvSpPr/>
                  <p:nvPr/>
                </p:nvSpPr>
                <p:spPr>
                  <a:xfrm>
                    <a:off x="4695825" y="4441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1" name="Google Shape;2411;p38"/>
                  <p:cNvSpPr/>
                  <p:nvPr/>
                </p:nvSpPr>
                <p:spPr>
                  <a:xfrm>
                    <a:off x="4666107"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2" name="Google Shape;2412;p38"/>
                  <p:cNvSpPr/>
                  <p:nvPr/>
                </p:nvSpPr>
                <p:spPr>
                  <a:xfrm>
                    <a:off x="4666107"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3" name="Google Shape;2413;p38"/>
                  <p:cNvSpPr/>
                  <p:nvPr/>
                </p:nvSpPr>
                <p:spPr>
                  <a:xfrm>
                    <a:off x="4636293" y="453028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4" name="Google Shape;2414;p38"/>
                  <p:cNvSpPr/>
                  <p:nvPr/>
                </p:nvSpPr>
                <p:spPr>
                  <a:xfrm>
                    <a:off x="4606480" y="4411217"/>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5" name="Google Shape;2415;p38"/>
                  <p:cNvSpPr/>
                  <p:nvPr/>
                </p:nvSpPr>
                <p:spPr>
                  <a:xfrm>
                    <a:off x="4636293" y="4292155"/>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6" name="Google Shape;2416;p38"/>
                  <p:cNvSpPr/>
                  <p:nvPr/>
                </p:nvSpPr>
                <p:spPr>
                  <a:xfrm>
                    <a:off x="4695825"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7" name="Google Shape;2417;p38"/>
                  <p:cNvSpPr/>
                  <p:nvPr/>
                </p:nvSpPr>
                <p:spPr>
                  <a:xfrm>
                    <a:off x="4814887"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8" name="Google Shape;2418;p38"/>
                  <p:cNvSpPr/>
                  <p:nvPr/>
                </p:nvSpPr>
                <p:spPr>
                  <a:xfrm>
                    <a:off x="4785169"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9" name="Google Shape;2419;p38"/>
                  <p:cNvSpPr/>
                  <p:nvPr/>
                </p:nvSpPr>
                <p:spPr>
                  <a:xfrm>
                    <a:off x="481488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0" name="Google Shape;2420;p38"/>
                  <p:cNvSpPr/>
                  <p:nvPr/>
                </p:nvSpPr>
                <p:spPr>
                  <a:xfrm>
                    <a:off x="4904232"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1" name="Google Shape;2421;p38"/>
                  <p:cNvSpPr/>
                  <p:nvPr/>
                </p:nvSpPr>
                <p:spPr>
                  <a:xfrm>
                    <a:off x="487441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2" name="Google Shape;2422;p38"/>
                  <p:cNvSpPr/>
                  <p:nvPr/>
                </p:nvSpPr>
                <p:spPr>
                  <a:xfrm>
                    <a:off x="4814887"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3" name="Google Shape;2423;p38"/>
                  <p:cNvSpPr/>
                  <p:nvPr/>
                </p:nvSpPr>
                <p:spPr>
                  <a:xfrm>
                    <a:off x="4963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4" name="Google Shape;2424;p38"/>
                  <p:cNvSpPr/>
                  <p:nvPr/>
                </p:nvSpPr>
                <p:spPr>
                  <a:xfrm>
                    <a:off x="4904232"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5" name="Google Shape;2425;p38"/>
                  <p:cNvSpPr/>
                  <p:nvPr/>
                </p:nvSpPr>
                <p:spPr>
                  <a:xfrm>
                    <a:off x="4844605" y="4530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6" name="Google Shape;2426;p38"/>
                  <p:cNvSpPr/>
                  <p:nvPr/>
                </p:nvSpPr>
                <p:spPr>
                  <a:xfrm>
                    <a:off x="4814887" y="4441030"/>
                    <a:ext cx="148780" cy="119062"/>
                  </a:xfrm>
                  <a:custGeom>
                    <a:avLst/>
                    <a:gdLst/>
                    <a:ahLst/>
                    <a:cxnLst/>
                    <a:rect l="l" t="t" r="r" b="b"/>
                    <a:pathLst>
                      <a:path w="148780" h="119062" extrusionOk="0">
                        <a:moveTo>
                          <a:pt x="148781" y="0"/>
                        </a:moveTo>
                        <a:lnTo>
                          <a:pt x="148781" y="29813"/>
                        </a:lnTo>
                        <a:lnTo>
                          <a:pt x="119063" y="29813"/>
                        </a:lnTo>
                        <a:lnTo>
                          <a:pt x="119063" y="59531"/>
                        </a:lnTo>
                        <a:lnTo>
                          <a:pt x="89344" y="59531"/>
                        </a:lnTo>
                        <a:lnTo>
                          <a:pt x="89344" y="89249"/>
                        </a:lnTo>
                        <a:lnTo>
                          <a:pt x="29718" y="89249"/>
                        </a:lnTo>
                        <a:lnTo>
                          <a:pt x="29718" y="119063"/>
                        </a:lnTo>
                        <a:lnTo>
                          <a:pt x="0" y="119063"/>
                        </a:lnTo>
                        <a:lnTo>
                          <a:pt x="0" y="59531"/>
                        </a:lnTo>
                        <a:lnTo>
                          <a:pt x="59531" y="59531"/>
                        </a:lnTo>
                        <a:lnTo>
                          <a:pt x="59531" y="29813"/>
                        </a:lnTo>
                        <a:lnTo>
                          <a:pt x="89344" y="29813"/>
                        </a:lnTo>
                        <a:lnTo>
                          <a:pt x="89344" y="0"/>
                        </a:lnTo>
                        <a:lnTo>
                          <a:pt x="14878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7" name="Google Shape;2427;p38"/>
                  <p:cNvSpPr/>
                  <p:nvPr/>
                </p:nvSpPr>
                <p:spPr>
                  <a:xfrm>
                    <a:off x="4933950"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8" name="Google Shape;2428;p38"/>
                  <p:cNvSpPr/>
                  <p:nvPr/>
                </p:nvSpPr>
                <p:spPr>
                  <a:xfrm>
                    <a:off x="4844605"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9" name="Google Shape;2429;p38"/>
                  <p:cNvSpPr/>
                  <p:nvPr/>
                </p:nvSpPr>
                <p:spPr>
                  <a:xfrm>
                    <a:off x="4874418"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0" name="Google Shape;2430;p38"/>
                  <p:cNvSpPr/>
                  <p:nvPr/>
                </p:nvSpPr>
                <p:spPr>
                  <a:xfrm>
                    <a:off x="4904232" y="4292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1" name="Google Shape;2431;p38"/>
                  <p:cNvSpPr/>
                  <p:nvPr/>
                </p:nvSpPr>
                <p:spPr>
                  <a:xfrm>
                    <a:off x="4725543"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2" name="Google Shape;2432;p38"/>
                  <p:cNvSpPr/>
                  <p:nvPr/>
                </p:nvSpPr>
                <p:spPr>
                  <a:xfrm>
                    <a:off x="4755356"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3" name="Google Shape;2433;p38"/>
                  <p:cNvSpPr/>
                  <p:nvPr/>
                </p:nvSpPr>
                <p:spPr>
                  <a:xfrm>
                    <a:off x="4785169"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4" name="Google Shape;2434;p38"/>
                  <p:cNvSpPr/>
                  <p:nvPr/>
                </p:nvSpPr>
                <p:spPr>
                  <a:xfrm>
                    <a:off x="4814887"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5" name="Google Shape;2435;p38"/>
                  <p:cNvSpPr/>
                  <p:nvPr/>
                </p:nvSpPr>
                <p:spPr>
                  <a:xfrm>
                    <a:off x="4844605"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6" name="Google Shape;2436;p38"/>
                  <p:cNvSpPr/>
                  <p:nvPr/>
                </p:nvSpPr>
                <p:spPr>
                  <a:xfrm>
                    <a:off x="4814887"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7" name="Google Shape;2437;p38"/>
                  <p:cNvSpPr/>
                  <p:nvPr/>
                </p:nvSpPr>
                <p:spPr>
                  <a:xfrm>
                    <a:off x="4874418"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8" name="Google Shape;2438;p38"/>
                  <p:cNvSpPr/>
                  <p:nvPr/>
                </p:nvSpPr>
                <p:spPr>
                  <a:xfrm>
                    <a:off x="4844605"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9" name="Google Shape;2439;p38"/>
                  <p:cNvSpPr/>
                  <p:nvPr/>
                </p:nvSpPr>
                <p:spPr>
                  <a:xfrm>
                    <a:off x="4814887"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0" name="Google Shape;2440;p38"/>
                  <p:cNvSpPr/>
                  <p:nvPr/>
                </p:nvSpPr>
                <p:spPr>
                  <a:xfrm>
                    <a:off x="4785169"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1" name="Google Shape;2441;p38"/>
                  <p:cNvSpPr/>
                  <p:nvPr/>
                </p:nvSpPr>
                <p:spPr>
                  <a:xfrm>
                    <a:off x="4755356" y="4292154"/>
                    <a:ext cx="148875" cy="148875"/>
                  </a:xfrm>
                  <a:custGeom>
                    <a:avLst/>
                    <a:gdLst/>
                    <a:ahLst/>
                    <a:cxnLst/>
                    <a:rect l="l" t="t" r="r" b="b"/>
                    <a:pathLst>
                      <a:path w="148875" h="148875" extrusionOk="0">
                        <a:moveTo>
                          <a:pt x="148876" y="0"/>
                        </a:moveTo>
                        <a:lnTo>
                          <a:pt x="148876" y="59627"/>
                        </a:lnTo>
                        <a:lnTo>
                          <a:pt x="119063" y="59627"/>
                        </a:lnTo>
                        <a:lnTo>
                          <a:pt x="119063" y="89345"/>
                        </a:lnTo>
                        <a:lnTo>
                          <a:pt x="89249" y="89345"/>
                        </a:lnTo>
                        <a:lnTo>
                          <a:pt x="89249" y="119063"/>
                        </a:lnTo>
                        <a:lnTo>
                          <a:pt x="59531" y="119063"/>
                        </a:lnTo>
                        <a:lnTo>
                          <a:pt x="59531" y="148876"/>
                        </a:lnTo>
                        <a:lnTo>
                          <a:pt x="0" y="148876"/>
                        </a:lnTo>
                        <a:lnTo>
                          <a:pt x="0" y="119063"/>
                        </a:lnTo>
                        <a:lnTo>
                          <a:pt x="29813" y="119063"/>
                        </a:lnTo>
                        <a:lnTo>
                          <a:pt x="29813" y="89345"/>
                        </a:lnTo>
                        <a:lnTo>
                          <a:pt x="59531" y="89345"/>
                        </a:lnTo>
                        <a:lnTo>
                          <a:pt x="59531" y="59627"/>
                        </a:lnTo>
                        <a:lnTo>
                          <a:pt x="89249" y="59627"/>
                        </a:lnTo>
                        <a:lnTo>
                          <a:pt x="89249" y="29813"/>
                        </a:lnTo>
                        <a:lnTo>
                          <a:pt x="119063" y="29813"/>
                        </a:lnTo>
                        <a:lnTo>
                          <a:pt x="119063" y="0"/>
                        </a:lnTo>
                        <a:lnTo>
                          <a:pt x="148876"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2" name="Google Shape;2442;p38"/>
                  <p:cNvSpPr/>
                  <p:nvPr/>
                </p:nvSpPr>
                <p:spPr>
                  <a:xfrm>
                    <a:off x="4755356"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3" name="Google Shape;2443;p38"/>
                  <p:cNvSpPr/>
                  <p:nvPr/>
                </p:nvSpPr>
                <p:spPr>
                  <a:xfrm>
                    <a:off x="4785169" y="4202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4" name="Google Shape;2444;p38"/>
                  <p:cNvSpPr/>
                  <p:nvPr/>
                </p:nvSpPr>
                <p:spPr>
                  <a:xfrm>
                    <a:off x="4755356"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5" name="Google Shape;2445;p38"/>
                  <p:cNvSpPr/>
                  <p:nvPr/>
                </p:nvSpPr>
                <p:spPr>
                  <a:xfrm>
                    <a:off x="4725543"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6" name="Google Shape;2446;p38"/>
                  <p:cNvSpPr/>
                  <p:nvPr/>
                </p:nvSpPr>
                <p:spPr>
                  <a:xfrm>
                    <a:off x="4695825"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7" name="Google Shape;2447;p38"/>
                  <p:cNvSpPr/>
                  <p:nvPr/>
                </p:nvSpPr>
                <p:spPr>
                  <a:xfrm>
                    <a:off x="4517231" y="4143374"/>
                    <a:ext cx="297656" cy="1220342"/>
                  </a:xfrm>
                  <a:custGeom>
                    <a:avLst/>
                    <a:gdLst/>
                    <a:ahLst/>
                    <a:cxnLst/>
                    <a:rect l="l" t="t" r="r" b="b"/>
                    <a:pathLst>
                      <a:path w="297656" h="1220342" extrusionOk="0">
                        <a:moveTo>
                          <a:pt x="297656" y="565595"/>
                        </a:moveTo>
                        <a:lnTo>
                          <a:pt x="297656" y="744093"/>
                        </a:lnTo>
                        <a:lnTo>
                          <a:pt x="267938" y="744093"/>
                        </a:lnTo>
                        <a:lnTo>
                          <a:pt x="267938" y="833438"/>
                        </a:lnTo>
                        <a:lnTo>
                          <a:pt x="238125" y="833438"/>
                        </a:lnTo>
                        <a:lnTo>
                          <a:pt x="238125" y="1160907"/>
                        </a:lnTo>
                        <a:lnTo>
                          <a:pt x="208312" y="1160907"/>
                        </a:lnTo>
                        <a:lnTo>
                          <a:pt x="208312" y="1190625"/>
                        </a:lnTo>
                        <a:lnTo>
                          <a:pt x="148876" y="1190625"/>
                        </a:lnTo>
                        <a:lnTo>
                          <a:pt x="148876" y="1220343"/>
                        </a:lnTo>
                        <a:lnTo>
                          <a:pt x="89249" y="1220343"/>
                        </a:lnTo>
                        <a:lnTo>
                          <a:pt x="89249" y="1190625"/>
                        </a:lnTo>
                        <a:lnTo>
                          <a:pt x="29813" y="1190625"/>
                        </a:lnTo>
                        <a:lnTo>
                          <a:pt x="29813" y="1160907"/>
                        </a:lnTo>
                        <a:lnTo>
                          <a:pt x="0" y="1160907"/>
                        </a:lnTo>
                        <a:lnTo>
                          <a:pt x="0" y="1071563"/>
                        </a:lnTo>
                        <a:lnTo>
                          <a:pt x="29813" y="1071563"/>
                        </a:lnTo>
                        <a:lnTo>
                          <a:pt x="29813" y="982218"/>
                        </a:lnTo>
                        <a:lnTo>
                          <a:pt x="59531" y="982218"/>
                        </a:lnTo>
                        <a:lnTo>
                          <a:pt x="59531" y="892969"/>
                        </a:lnTo>
                        <a:lnTo>
                          <a:pt x="89249" y="892969"/>
                        </a:lnTo>
                        <a:lnTo>
                          <a:pt x="89249" y="833438"/>
                        </a:lnTo>
                        <a:lnTo>
                          <a:pt x="59531" y="833438"/>
                        </a:lnTo>
                        <a:lnTo>
                          <a:pt x="59531" y="714375"/>
                        </a:lnTo>
                        <a:lnTo>
                          <a:pt x="29813" y="714375"/>
                        </a:lnTo>
                        <a:lnTo>
                          <a:pt x="29813" y="625030"/>
                        </a:lnTo>
                        <a:lnTo>
                          <a:pt x="0" y="625030"/>
                        </a:lnTo>
                        <a:lnTo>
                          <a:pt x="0" y="446532"/>
                        </a:lnTo>
                        <a:lnTo>
                          <a:pt x="29813" y="446532"/>
                        </a:lnTo>
                        <a:lnTo>
                          <a:pt x="29813" y="238125"/>
                        </a:lnTo>
                        <a:lnTo>
                          <a:pt x="59531" y="238125"/>
                        </a:lnTo>
                        <a:lnTo>
                          <a:pt x="59531" y="119063"/>
                        </a:lnTo>
                        <a:lnTo>
                          <a:pt x="89249" y="119063"/>
                        </a:lnTo>
                        <a:lnTo>
                          <a:pt x="89249" y="0"/>
                        </a:lnTo>
                        <a:lnTo>
                          <a:pt x="119063" y="0"/>
                        </a:lnTo>
                        <a:lnTo>
                          <a:pt x="119063" y="29718"/>
                        </a:lnTo>
                        <a:lnTo>
                          <a:pt x="148876" y="29718"/>
                        </a:lnTo>
                        <a:lnTo>
                          <a:pt x="148876" y="148780"/>
                        </a:lnTo>
                        <a:lnTo>
                          <a:pt x="119063" y="148780"/>
                        </a:lnTo>
                        <a:lnTo>
                          <a:pt x="119063" y="267843"/>
                        </a:lnTo>
                        <a:lnTo>
                          <a:pt x="89249" y="267843"/>
                        </a:lnTo>
                        <a:lnTo>
                          <a:pt x="89249" y="386905"/>
                        </a:lnTo>
                        <a:lnTo>
                          <a:pt x="119063" y="386905"/>
                        </a:lnTo>
                        <a:lnTo>
                          <a:pt x="119063" y="505968"/>
                        </a:lnTo>
                        <a:lnTo>
                          <a:pt x="148876" y="505968"/>
                        </a:lnTo>
                        <a:lnTo>
                          <a:pt x="148876" y="595313"/>
                        </a:lnTo>
                        <a:lnTo>
                          <a:pt x="178594" y="595313"/>
                        </a:lnTo>
                        <a:lnTo>
                          <a:pt x="178594" y="505968"/>
                        </a:lnTo>
                        <a:lnTo>
                          <a:pt x="208312" y="505968"/>
                        </a:lnTo>
                        <a:lnTo>
                          <a:pt x="208312" y="297656"/>
                        </a:lnTo>
                        <a:lnTo>
                          <a:pt x="238125" y="297656"/>
                        </a:lnTo>
                        <a:lnTo>
                          <a:pt x="267938" y="297656"/>
                        </a:lnTo>
                        <a:lnTo>
                          <a:pt x="267938" y="565595"/>
                        </a:lnTo>
                        <a:lnTo>
                          <a:pt x="297656" y="5655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8" name="Google Shape;2448;p38"/>
                  <p:cNvSpPr/>
                  <p:nvPr/>
                </p:nvSpPr>
                <p:spPr>
                  <a:xfrm>
                    <a:off x="4636293" y="4202905"/>
                    <a:ext cx="208311" cy="446436"/>
                  </a:xfrm>
                  <a:custGeom>
                    <a:avLst/>
                    <a:gdLst/>
                    <a:ahLst/>
                    <a:cxnLst/>
                    <a:rect l="l" t="t" r="r" b="b"/>
                    <a:pathLst>
                      <a:path w="208311" h="446436" extrusionOk="0">
                        <a:moveTo>
                          <a:pt x="208312" y="0"/>
                        </a:moveTo>
                        <a:lnTo>
                          <a:pt x="208312" y="59531"/>
                        </a:lnTo>
                        <a:lnTo>
                          <a:pt x="178594" y="59531"/>
                        </a:lnTo>
                        <a:lnTo>
                          <a:pt x="178594" y="89249"/>
                        </a:lnTo>
                        <a:lnTo>
                          <a:pt x="148876" y="89249"/>
                        </a:lnTo>
                        <a:lnTo>
                          <a:pt x="148876" y="119063"/>
                        </a:lnTo>
                        <a:lnTo>
                          <a:pt x="119063" y="119063"/>
                        </a:lnTo>
                        <a:lnTo>
                          <a:pt x="119063" y="148876"/>
                        </a:lnTo>
                        <a:lnTo>
                          <a:pt x="89249" y="148876"/>
                        </a:lnTo>
                        <a:lnTo>
                          <a:pt x="89249" y="178594"/>
                        </a:lnTo>
                        <a:lnTo>
                          <a:pt x="59531" y="178594"/>
                        </a:lnTo>
                        <a:lnTo>
                          <a:pt x="59531" y="208312"/>
                        </a:lnTo>
                        <a:lnTo>
                          <a:pt x="89249" y="208312"/>
                        </a:lnTo>
                        <a:lnTo>
                          <a:pt x="89249" y="238125"/>
                        </a:lnTo>
                        <a:lnTo>
                          <a:pt x="59531" y="238125"/>
                        </a:lnTo>
                        <a:lnTo>
                          <a:pt x="59531" y="446437"/>
                        </a:lnTo>
                        <a:lnTo>
                          <a:pt x="29813" y="446437"/>
                        </a:lnTo>
                        <a:lnTo>
                          <a:pt x="29813" y="327374"/>
                        </a:lnTo>
                        <a:lnTo>
                          <a:pt x="0" y="327374"/>
                        </a:lnTo>
                        <a:lnTo>
                          <a:pt x="0" y="208312"/>
                        </a:lnTo>
                        <a:lnTo>
                          <a:pt x="29813" y="208312"/>
                        </a:lnTo>
                        <a:lnTo>
                          <a:pt x="29813" y="89249"/>
                        </a:lnTo>
                        <a:lnTo>
                          <a:pt x="59531" y="89249"/>
                        </a:lnTo>
                        <a:lnTo>
                          <a:pt x="59531" y="119063"/>
                        </a:lnTo>
                        <a:lnTo>
                          <a:pt x="89249" y="119063"/>
                        </a:lnTo>
                        <a:lnTo>
                          <a:pt x="89249" y="89249"/>
                        </a:lnTo>
                        <a:lnTo>
                          <a:pt x="119063" y="89249"/>
                        </a:lnTo>
                        <a:lnTo>
                          <a:pt x="119063" y="59531"/>
                        </a:lnTo>
                        <a:lnTo>
                          <a:pt x="148876" y="59531"/>
                        </a:lnTo>
                        <a:lnTo>
                          <a:pt x="148876" y="29813"/>
                        </a:lnTo>
                        <a:lnTo>
                          <a:pt x="178594" y="29813"/>
                        </a:lnTo>
                        <a:lnTo>
                          <a:pt x="178594" y="0"/>
                        </a:lnTo>
                        <a:lnTo>
                          <a:pt x="208312"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9" name="Google Shape;2449;p38"/>
                  <p:cNvSpPr/>
                  <p:nvPr/>
                </p:nvSpPr>
                <p:spPr>
                  <a:xfrm>
                    <a:off x="4666107" y="4173092"/>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450" name="Google Shape;2450;p38"/>
                <p:cNvSpPr/>
                <p:nvPr/>
              </p:nvSpPr>
              <p:spPr>
                <a:xfrm rot="10800000">
                  <a:off x="4606670" y="4143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1" name="Google Shape;2451;p38"/>
                <p:cNvSpPr/>
                <p:nvPr/>
              </p:nvSpPr>
              <p:spPr>
                <a:xfrm rot="10800000">
                  <a:off x="4814982" y="4202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2" name="Google Shape;2452;p38"/>
                <p:cNvSpPr/>
                <p:nvPr/>
              </p:nvSpPr>
              <p:spPr>
                <a:xfrm rot="10800000">
                  <a:off x="4874514" y="429234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3" name="Google Shape;2453;p38"/>
                <p:cNvSpPr/>
                <p:nvPr/>
              </p:nvSpPr>
              <p:spPr>
                <a:xfrm rot="10800000">
                  <a:off x="4785169"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4" name="Google Shape;2454;p38"/>
                <p:cNvSpPr/>
                <p:nvPr/>
              </p:nvSpPr>
              <p:spPr>
                <a:xfrm rot="10800000">
                  <a:off x="4844795"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5" name="Google Shape;2455;p38"/>
                <p:cNvSpPr/>
                <p:nvPr/>
              </p:nvSpPr>
              <p:spPr>
                <a:xfrm rot="10800000">
                  <a:off x="4725733" y="4441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6" name="Google Shape;2456;p38"/>
                <p:cNvSpPr/>
                <p:nvPr/>
              </p:nvSpPr>
              <p:spPr>
                <a:xfrm>
                  <a:off x="460648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7" name="Google Shape;2457;p38"/>
                <p:cNvSpPr/>
                <p:nvPr/>
              </p:nvSpPr>
              <p:spPr>
                <a:xfrm>
                  <a:off x="4636293" y="5066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8" name="Google Shape;2458;p38"/>
                <p:cNvSpPr/>
                <p:nvPr/>
              </p:nvSpPr>
              <p:spPr>
                <a:xfrm>
                  <a:off x="4695825"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9" name="Google Shape;2459;p38"/>
                <p:cNvSpPr/>
                <p:nvPr/>
              </p:nvSpPr>
              <p:spPr>
                <a:xfrm>
                  <a:off x="4695825"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0" name="Google Shape;2460;p38"/>
                <p:cNvSpPr/>
                <p:nvPr/>
              </p:nvSpPr>
              <p:spPr>
                <a:xfrm>
                  <a:off x="4695825"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1" name="Google Shape;2461;p38"/>
                <p:cNvSpPr/>
                <p:nvPr/>
              </p:nvSpPr>
              <p:spPr>
                <a:xfrm>
                  <a:off x="4666107" y="4292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2" name="Google Shape;2462;p38"/>
                <p:cNvSpPr/>
                <p:nvPr/>
              </p:nvSpPr>
              <p:spPr>
                <a:xfrm>
                  <a:off x="4547044" y="42327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3" name="Google Shape;2463;p38"/>
                <p:cNvSpPr/>
                <p:nvPr/>
              </p:nvSpPr>
              <p:spPr>
                <a:xfrm>
                  <a:off x="4517231" y="4143374"/>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4" name="Google Shape;2464;p38"/>
                <p:cNvSpPr/>
                <p:nvPr/>
              </p:nvSpPr>
              <p:spPr>
                <a:xfrm>
                  <a:off x="4576762"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5" name="Google Shape;2465;p38"/>
                <p:cNvSpPr/>
                <p:nvPr/>
              </p:nvSpPr>
              <p:spPr>
                <a:xfrm>
                  <a:off x="4547044" y="4083843"/>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6" name="Google Shape;2466;p38"/>
                <p:cNvSpPr/>
                <p:nvPr/>
              </p:nvSpPr>
              <p:spPr>
                <a:xfrm>
                  <a:off x="4576762" y="3964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7" name="Google Shape;2467;p38"/>
                <p:cNvSpPr/>
                <p:nvPr/>
              </p:nvSpPr>
              <p:spPr>
                <a:xfrm>
                  <a:off x="4338637"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8" name="Google Shape;2468;p38"/>
                <p:cNvSpPr/>
                <p:nvPr/>
              </p:nvSpPr>
              <p:spPr>
                <a:xfrm>
                  <a:off x="4368355"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9" name="Google Shape;2469;p38"/>
                <p:cNvSpPr/>
                <p:nvPr/>
              </p:nvSpPr>
              <p:spPr>
                <a:xfrm>
                  <a:off x="4517231"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0" name="Google Shape;2470;p38"/>
                <p:cNvSpPr/>
                <p:nvPr/>
              </p:nvSpPr>
              <p:spPr>
                <a:xfrm>
                  <a:off x="4517231"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1" name="Google Shape;2471;p38"/>
                <p:cNvSpPr/>
                <p:nvPr/>
              </p:nvSpPr>
              <p:spPr>
                <a:xfrm>
                  <a:off x="4368355"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2" name="Google Shape;2472;p38"/>
                <p:cNvSpPr/>
                <p:nvPr/>
              </p:nvSpPr>
              <p:spPr>
                <a:xfrm>
                  <a:off x="4427982" y="390524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3" name="Google Shape;2473;p38"/>
                <p:cNvSpPr/>
                <p:nvPr/>
              </p:nvSpPr>
              <p:spPr>
                <a:xfrm>
                  <a:off x="4368355" y="3934967"/>
                  <a:ext cx="208407" cy="89344"/>
                </a:xfrm>
                <a:custGeom>
                  <a:avLst/>
                  <a:gdLst/>
                  <a:ahLst/>
                  <a:cxnLst/>
                  <a:rect l="l" t="t" r="r" b="b"/>
                  <a:pathLst>
                    <a:path w="208407" h="89344" extrusionOk="0">
                      <a:moveTo>
                        <a:pt x="208407" y="29813"/>
                      </a:moveTo>
                      <a:lnTo>
                        <a:pt x="208407" y="59627"/>
                      </a:lnTo>
                      <a:lnTo>
                        <a:pt x="148876" y="59627"/>
                      </a:lnTo>
                      <a:lnTo>
                        <a:pt x="148876" y="89345"/>
                      </a:lnTo>
                      <a:lnTo>
                        <a:pt x="59627" y="89345"/>
                      </a:lnTo>
                      <a:lnTo>
                        <a:pt x="59627" y="59627"/>
                      </a:lnTo>
                      <a:lnTo>
                        <a:pt x="0" y="59627"/>
                      </a:lnTo>
                      <a:lnTo>
                        <a:pt x="0" y="29813"/>
                      </a:lnTo>
                      <a:lnTo>
                        <a:pt x="59627" y="29813"/>
                      </a:lnTo>
                      <a:lnTo>
                        <a:pt x="59627" y="0"/>
                      </a:lnTo>
                      <a:lnTo>
                        <a:pt x="148876" y="0"/>
                      </a:lnTo>
                      <a:lnTo>
                        <a:pt x="148876"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4" name="Google Shape;2474;p38"/>
                <p:cNvSpPr/>
                <p:nvPr/>
              </p:nvSpPr>
              <p:spPr>
                <a:xfrm>
                  <a:off x="4427982" y="40243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5" name="Google Shape;2475;p38"/>
                <p:cNvSpPr/>
                <p:nvPr/>
              </p:nvSpPr>
              <p:spPr>
                <a:xfrm>
                  <a:off x="4666107"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6" name="Google Shape;2476;p38"/>
                <p:cNvSpPr/>
                <p:nvPr/>
              </p:nvSpPr>
              <p:spPr>
                <a:xfrm>
                  <a:off x="4904232"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7" name="Google Shape;2477;p38"/>
                <p:cNvSpPr/>
                <p:nvPr/>
              </p:nvSpPr>
              <p:spPr>
                <a:xfrm>
                  <a:off x="4844605"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8" name="Google Shape;2478;p38"/>
                <p:cNvSpPr/>
                <p:nvPr/>
              </p:nvSpPr>
              <p:spPr>
                <a:xfrm>
                  <a:off x="4695825"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9" name="Google Shape;2479;p38"/>
                <p:cNvSpPr/>
                <p:nvPr/>
              </p:nvSpPr>
              <p:spPr>
                <a:xfrm>
                  <a:off x="4695825"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0" name="Google Shape;2480;p38"/>
                <p:cNvSpPr/>
                <p:nvPr/>
              </p:nvSpPr>
              <p:spPr>
                <a:xfrm>
                  <a:off x="4844605"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1" name="Google Shape;2481;p38"/>
                <p:cNvSpPr/>
                <p:nvPr/>
              </p:nvSpPr>
              <p:spPr>
                <a:xfrm>
                  <a:off x="4755356" y="3934967"/>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2" name="Google Shape;2482;p38"/>
                <p:cNvSpPr/>
                <p:nvPr/>
              </p:nvSpPr>
              <p:spPr>
                <a:xfrm>
                  <a:off x="4695825" y="3964780"/>
                  <a:ext cx="208406" cy="89249"/>
                </a:xfrm>
                <a:custGeom>
                  <a:avLst/>
                  <a:gdLst/>
                  <a:ahLst/>
                  <a:cxnLst/>
                  <a:rect l="l" t="t" r="r" b="b"/>
                  <a:pathLst>
                    <a:path w="208406" h="89249" extrusionOk="0">
                      <a:moveTo>
                        <a:pt x="208407" y="29813"/>
                      </a:moveTo>
                      <a:lnTo>
                        <a:pt x="208407" y="59531"/>
                      </a:lnTo>
                      <a:lnTo>
                        <a:pt x="148781" y="59531"/>
                      </a:lnTo>
                      <a:lnTo>
                        <a:pt x="148781" y="89249"/>
                      </a:lnTo>
                      <a:lnTo>
                        <a:pt x="59531" y="89249"/>
                      </a:lnTo>
                      <a:lnTo>
                        <a:pt x="59531" y="59531"/>
                      </a:lnTo>
                      <a:lnTo>
                        <a:pt x="0" y="59531"/>
                      </a:lnTo>
                      <a:lnTo>
                        <a:pt x="0" y="29813"/>
                      </a:lnTo>
                      <a:lnTo>
                        <a:pt x="59531" y="29813"/>
                      </a:lnTo>
                      <a:lnTo>
                        <a:pt x="59531" y="0"/>
                      </a:lnTo>
                      <a:lnTo>
                        <a:pt x="148781" y="0"/>
                      </a:lnTo>
                      <a:lnTo>
                        <a:pt x="148781"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3" name="Google Shape;2483;p38"/>
                <p:cNvSpPr/>
                <p:nvPr/>
              </p:nvSpPr>
              <p:spPr>
                <a:xfrm>
                  <a:off x="4755356" y="4054030"/>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4" name="Google Shape;2484;p38"/>
                <p:cNvSpPr/>
                <p:nvPr/>
              </p:nvSpPr>
              <p:spPr>
                <a:xfrm>
                  <a:off x="4606480" y="39945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5" name="Google Shape;2485;p38"/>
                <p:cNvSpPr/>
                <p:nvPr/>
              </p:nvSpPr>
              <p:spPr>
                <a:xfrm>
                  <a:off x="4636293" y="3934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6" name="Google Shape;2486;p38"/>
                <p:cNvSpPr/>
                <p:nvPr/>
              </p:nvSpPr>
              <p:spPr>
                <a:xfrm>
                  <a:off x="4606480"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7" name="Google Shape;2487;p38"/>
                <p:cNvSpPr/>
                <p:nvPr/>
              </p:nvSpPr>
              <p:spPr>
                <a:xfrm>
                  <a:off x="4636293"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8" name="Google Shape;2488;p38"/>
                <p:cNvSpPr/>
                <p:nvPr/>
              </p:nvSpPr>
              <p:spPr>
                <a:xfrm>
                  <a:off x="4576762"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9" name="Google Shape;2489;p38"/>
                <p:cNvSpPr/>
                <p:nvPr/>
              </p:nvSpPr>
              <p:spPr>
                <a:xfrm>
                  <a:off x="4487418" y="3815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0" name="Google Shape;2490;p38"/>
                <p:cNvSpPr/>
                <p:nvPr/>
              </p:nvSpPr>
              <p:spPr>
                <a:xfrm>
                  <a:off x="4517231"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1" name="Google Shape;2491;p38"/>
                <p:cNvSpPr/>
                <p:nvPr/>
              </p:nvSpPr>
              <p:spPr>
                <a:xfrm>
                  <a:off x="4576762"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2" name="Google Shape;2492;p38"/>
                <p:cNvSpPr/>
                <p:nvPr/>
              </p:nvSpPr>
              <p:spPr>
                <a:xfrm>
                  <a:off x="4487418" y="37266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3" name="Google Shape;2493;p38"/>
                <p:cNvSpPr/>
                <p:nvPr/>
              </p:nvSpPr>
              <p:spPr>
                <a:xfrm>
                  <a:off x="4517231"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4" name="Google Shape;2494;p38"/>
                <p:cNvSpPr/>
                <p:nvPr/>
              </p:nvSpPr>
              <p:spPr>
                <a:xfrm>
                  <a:off x="4457700" y="375646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5" name="Google Shape;2495;p38"/>
                <p:cNvSpPr/>
                <p:nvPr/>
              </p:nvSpPr>
              <p:spPr>
                <a:xfrm>
                  <a:off x="4487417" y="3726655"/>
                  <a:ext cx="148875" cy="178593"/>
                </a:xfrm>
                <a:custGeom>
                  <a:avLst/>
                  <a:gdLst/>
                  <a:ahLst/>
                  <a:cxnLst/>
                  <a:rect l="l" t="t" r="r" b="b"/>
                  <a:pathLst>
                    <a:path w="148875" h="178593" extrusionOk="0">
                      <a:moveTo>
                        <a:pt x="148876" y="119063"/>
                      </a:moveTo>
                      <a:lnTo>
                        <a:pt x="148876" y="178594"/>
                      </a:lnTo>
                      <a:lnTo>
                        <a:pt x="119063" y="178594"/>
                      </a:lnTo>
                      <a:lnTo>
                        <a:pt x="119063" y="148876"/>
                      </a:lnTo>
                      <a:lnTo>
                        <a:pt x="89345" y="148876"/>
                      </a:lnTo>
                      <a:lnTo>
                        <a:pt x="89345" y="119063"/>
                      </a:lnTo>
                      <a:lnTo>
                        <a:pt x="29813" y="119063"/>
                      </a:lnTo>
                      <a:lnTo>
                        <a:pt x="29813" y="89249"/>
                      </a:lnTo>
                      <a:lnTo>
                        <a:pt x="0" y="89249"/>
                      </a:lnTo>
                      <a:lnTo>
                        <a:pt x="0" y="29813"/>
                      </a:lnTo>
                      <a:lnTo>
                        <a:pt x="29813" y="29813"/>
                      </a:lnTo>
                      <a:lnTo>
                        <a:pt x="29813" y="0"/>
                      </a:lnTo>
                      <a:lnTo>
                        <a:pt x="89345" y="0"/>
                      </a:lnTo>
                      <a:lnTo>
                        <a:pt x="89345" y="29813"/>
                      </a:lnTo>
                      <a:lnTo>
                        <a:pt x="119063" y="29813"/>
                      </a:lnTo>
                      <a:lnTo>
                        <a:pt x="119063" y="119063"/>
                      </a:lnTo>
                      <a:lnTo>
                        <a:pt x="148876"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6" name="Google Shape;2496;p38"/>
                <p:cNvSpPr/>
                <p:nvPr/>
              </p:nvSpPr>
              <p:spPr>
                <a:xfrm>
                  <a:off x="4606480"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7" name="Google Shape;2497;p38"/>
                <p:cNvSpPr/>
                <p:nvPr/>
              </p:nvSpPr>
              <p:spPr>
                <a:xfrm>
                  <a:off x="4666107"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8" name="Google Shape;2498;p38"/>
                <p:cNvSpPr/>
                <p:nvPr/>
              </p:nvSpPr>
              <p:spPr>
                <a:xfrm>
                  <a:off x="4695825"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9" name="Google Shape;2499;p38"/>
                <p:cNvSpPr/>
                <p:nvPr/>
              </p:nvSpPr>
              <p:spPr>
                <a:xfrm>
                  <a:off x="4785169"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0" name="Google Shape;2500;p38"/>
                <p:cNvSpPr/>
                <p:nvPr/>
              </p:nvSpPr>
              <p:spPr>
                <a:xfrm>
                  <a:off x="4725543"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1" name="Google Shape;2501;p38"/>
                <p:cNvSpPr/>
                <p:nvPr/>
              </p:nvSpPr>
              <p:spPr>
                <a:xfrm>
                  <a:off x="4695825"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2" name="Google Shape;2502;p38"/>
                <p:cNvSpPr/>
                <p:nvPr/>
              </p:nvSpPr>
              <p:spPr>
                <a:xfrm>
                  <a:off x="4785169"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3" name="Google Shape;2503;p38"/>
                <p:cNvSpPr/>
                <p:nvPr/>
              </p:nvSpPr>
              <p:spPr>
                <a:xfrm>
                  <a:off x="4725543"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4" name="Google Shape;2504;p38"/>
                <p:cNvSpPr/>
                <p:nvPr/>
              </p:nvSpPr>
              <p:spPr>
                <a:xfrm>
                  <a:off x="4814887"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5" name="Google Shape;2505;p38"/>
                <p:cNvSpPr/>
                <p:nvPr/>
              </p:nvSpPr>
              <p:spPr>
                <a:xfrm>
                  <a:off x="4666106" y="3726655"/>
                  <a:ext cx="148780" cy="178593"/>
                </a:xfrm>
                <a:custGeom>
                  <a:avLst/>
                  <a:gdLst/>
                  <a:ahLst/>
                  <a:cxnLst/>
                  <a:rect l="l" t="t" r="r" b="b"/>
                  <a:pathLst>
                    <a:path w="148780" h="178593" extrusionOk="0">
                      <a:moveTo>
                        <a:pt x="148781" y="29813"/>
                      </a:moveTo>
                      <a:lnTo>
                        <a:pt x="148781" y="89249"/>
                      </a:lnTo>
                      <a:lnTo>
                        <a:pt x="119063" y="89249"/>
                      </a:lnTo>
                      <a:lnTo>
                        <a:pt x="119063" y="119063"/>
                      </a:lnTo>
                      <a:lnTo>
                        <a:pt x="59436" y="119063"/>
                      </a:lnTo>
                      <a:lnTo>
                        <a:pt x="59436" y="148876"/>
                      </a:lnTo>
                      <a:lnTo>
                        <a:pt x="29718" y="148876"/>
                      </a:lnTo>
                      <a:lnTo>
                        <a:pt x="29718" y="178594"/>
                      </a:lnTo>
                      <a:lnTo>
                        <a:pt x="0" y="178594"/>
                      </a:lnTo>
                      <a:lnTo>
                        <a:pt x="0" y="119063"/>
                      </a:lnTo>
                      <a:lnTo>
                        <a:pt x="29718" y="119063"/>
                      </a:lnTo>
                      <a:lnTo>
                        <a:pt x="29718" y="29813"/>
                      </a:lnTo>
                      <a:lnTo>
                        <a:pt x="59436" y="29813"/>
                      </a:lnTo>
                      <a:lnTo>
                        <a:pt x="59436" y="0"/>
                      </a:lnTo>
                      <a:lnTo>
                        <a:pt x="119063" y="0"/>
                      </a:lnTo>
                      <a:lnTo>
                        <a:pt x="119063" y="29813"/>
                      </a:lnTo>
                      <a:lnTo>
                        <a:pt x="148781"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6" name="Google Shape;2506;p38"/>
                <p:cNvSpPr/>
                <p:nvPr/>
              </p:nvSpPr>
              <p:spPr>
                <a:xfrm>
                  <a:off x="4666107"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7" name="Google Shape;2507;p38"/>
                <p:cNvSpPr/>
                <p:nvPr/>
              </p:nvSpPr>
              <p:spPr>
                <a:xfrm rot="10800000">
                  <a:off x="4904136" y="4441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8" name="Google Shape;2508;p38"/>
                <p:cNvSpPr/>
                <p:nvPr/>
              </p:nvSpPr>
              <p:spPr>
                <a:xfrm>
                  <a:off x="4814887"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9" name="Google Shape;2509;p38"/>
                <p:cNvSpPr/>
                <p:nvPr/>
              </p:nvSpPr>
              <p:spPr>
                <a:xfrm>
                  <a:off x="4874418"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0" name="Google Shape;2510;p38"/>
                <p:cNvSpPr/>
                <p:nvPr/>
              </p:nvSpPr>
              <p:spPr>
                <a:xfrm>
                  <a:off x="4844605"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1" name="Google Shape;2511;p38"/>
                <p:cNvSpPr/>
                <p:nvPr/>
              </p:nvSpPr>
              <p:spPr>
                <a:xfrm>
                  <a:off x="4814887"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2" name="Google Shape;2512;p38"/>
                <p:cNvSpPr/>
                <p:nvPr/>
              </p:nvSpPr>
              <p:spPr>
                <a:xfrm>
                  <a:off x="4755356"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3" name="Google Shape;2513;p38"/>
                <p:cNvSpPr/>
                <p:nvPr/>
              </p:nvSpPr>
              <p:spPr>
                <a:xfrm>
                  <a:off x="4785169"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4" name="Google Shape;2514;p38"/>
                <p:cNvSpPr/>
                <p:nvPr/>
              </p:nvSpPr>
              <p:spPr>
                <a:xfrm>
                  <a:off x="4755356"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5" name="Google Shape;2515;p38"/>
                <p:cNvSpPr/>
                <p:nvPr/>
              </p:nvSpPr>
              <p:spPr>
                <a:xfrm>
                  <a:off x="4725543"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6" name="Google Shape;2516;p38"/>
                <p:cNvSpPr/>
                <p:nvPr/>
              </p:nvSpPr>
              <p:spPr>
                <a:xfrm>
                  <a:off x="4755356"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7" name="Google Shape;2517;p38"/>
                <p:cNvSpPr/>
                <p:nvPr/>
              </p:nvSpPr>
              <p:spPr>
                <a:xfrm>
                  <a:off x="4666107" y="4560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8" name="Google Shape;2518;p38"/>
                <p:cNvSpPr/>
                <p:nvPr/>
              </p:nvSpPr>
              <p:spPr>
                <a:xfrm>
                  <a:off x="4636293" y="441121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9" name="Google Shape;2519;p38"/>
                <p:cNvSpPr/>
                <p:nvPr/>
              </p:nvSpPr>
              <p:spPr>
                <a:xfrm>
                  <a:off x="466610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0" name="Google Shape;2520;p38"/>
                <p:cNvSpPr/>
                <p:nvPr/>
              </p:nvSpPr>
              <p:spPr>
                <a:xfrm>
                  <a:off x="4814887"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1" name="Google Shape;2521;p38"/>
                <p:cNvSpPr/>
                <p:nvPr/>
              </p:nvSpPr>
              <p:spPr>
                <a:xfrm>
                  <a:off x="4904232"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2" name="Google Shape;2522;p38"/>
                <p:cNvSpPr/>
                <p:nvPr/>
              </p:nvSpPr>
              <p:spPr>
                <a:xfrm>
                  <a:off x="4844605" y="45005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3" name="Google Shape;2523;p38"/>
                <p:cNvSpPr/>
                <p:nvPr/>
              </p:nvSpPr>
              <p:spPr>
                <a:xfrm>
                  <a:off x="4666107"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4" name="Google Shape;2524;p38"/>
                <p:cNvSpPr/>
                <p:nvPr/>
              </p:nvSpPr>
              <p:spPr>
                <a:xfrm>
                  <a:off x="4666107" y="438149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5" name="Google Shape;2525;p38"/>
                <p:cNvSpPr/>
                <p:nvPr/>
              </p:nvSpPr>
              <p:spPr>
                <a:xfrm>
                  <a:off x="4606480" y="43219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6" name="Google Shape;2526;p38"/>
                <p:cNvSpPr/>
                <p:nvPr/>
              </p:nvSpPr>
              <p:spPr>
                <a:xfrm>
                  <a:off x="4636293"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7" name="Google Shape;2527;p38"/>
                <p:cNvSpPr/>
                <p:nvPr/>
              </p:nvSpPr>
              <p:spPr>
                <a:xfrm>
                  <a:off x="4576762"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8" name="Google Shape;2528;p38"/>
                <p:cNvSpPr/>
                <p:nvPr/>
              </p:nvSpPr>
              <p:spPr>
                <a:xfrm>
                  <a:off x="4785169" y="4470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9" name="Google Shape;2529;p38"/>
                <p:cNvSpPr/>
                <p:nvPr/>
              </p:nvSpPr>
              <p:spPr>
                <a:xfrm>
                  <a:off x="4695825"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0" name="Google Shape;2530;p38"/>
                <p:cNvSpPr/>
                <p:nvPr/>
              </p:nvSpPr>
              <p:spPr>
                <a:xfrm>
                  <a:off x="4725543"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1" name="Google Shape;2531;p38"/>
                <p:cNvSpPr/>
                <p:nvPr/>
              </p:nvSpPr>
              <p:spPr>
                <a:xfrm>
                  <a:off x="4785169" y="4708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2" name="Google Shape;2532;p38"/>
                <p:cNvSpPr/>
                <p:nvPr/>
              </p:nvSpPr>
              <p:spPr>
                <a:xfrm>
                  <a:off x="4785169"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3" name="Google Shape;2533;p38"/>
                <p:cNvSpPr/>
                <p:nvPr/>
              </p:nvSpPr>
              <p:spPr>
                <a:xfrm>
                  <a:off x="4755356"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4" name="Google Shape;2534;p38"/>
                <p:cNvSpPr/>
                <p:nvPr/>
              </p:nvSpPr>
              <p:spPr>
                <a:xfrm>
                  <a:off x="4725543" y="521493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5" name="Google Shape;2535;p38"/>
                <p:cNvSpPr/>
                <p:nvPr/>
              </p:nvSpPr>
              <p:spPr>
                <a:xfrm>
                  <a:off x="4695825"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6" name="Google Shape;2536;p38"/>
                <p:cNvSpPr/>
                <p:nvPr/>
              </p:nvSpPr>
              <p:spPr>
                <a:xfrm>
                  <a:off x="4606480"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7" name="Google Shape;2537;p38"/>
                <p:cNvSpPr/>
                <p:nvPr/>
              </p:nvSpPr>
              <p:spPr>
                <a:xfrm>
                  <a:off x="4517231" y="52446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8" name="Google Shape;2538;p38"/>
                <p:cNvSpPr/>
                <p:nvPr/>
              </p:nvSpPr>
              <p:spPr>
                <a:xfrm>
                  <a:off x="4576762"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9" name="Google Shape;2539;p38"/>
                <p:cNvSpPr/>
                <p:nvPr/>
              </p:nvSpPr>
              <p:spPr>
                <a:xfrm>
                  <a:off x="4606480"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0" name="Google Shape;2540;p38"/>
                <p:cNvSpPr/>
                <p:nvPr/>
              </p:nvSpPr>
              <p:spPr>
                <a:xfrm>
                  <a:off x="4666107"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1" name="Google Shape;2541;p38"/>
                <p:cNvSpPr/>
                <p:nvPr/>
              </p:nvSpPr>
              <p:spPr>
                <a:xfrm>
                  <a:off x="463629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2" name="Google Shape;2542;p38"/>
                <p:cNvSpPr/>
                <p:nvPr/>
              </p:nvSpPr>
              <p:spPr>
                <a:xfrm>
                  <a:off x="460648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3" name="Google Shape;2543;p38"/>
                <p:cNvSpPr/>
                <p:nvPr/>
              </p:nvSpPr>
              <p:spPr>
                <a:xfrm>
                  <a:off x="4576762"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4" name="Google Shape;2544;p38"/>
                <p:cNvSpPr/>
                <p:nvPr/>
              </p:nvSpPr>
              <p:spPr>
                <a:xfrm>
                  <a:off x="4606480"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5" name="Google Shape;2545;p38"/>
                <p:cNvSpPr/>
                <p:nvPr/>
              </p:nvSpPr>
              <p:spPr>
                <a:xfrm>
                  <a:off x="4636293"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6" name="Google Shape;2546;p38"/>
                <p:cNvSpPr/>
                <p:nvPr/>
              </p:nvSpPr>
              <p:spPr>
                <a:xfrm>
                  <a:off x="469582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7" name="Google Shape;2547;p38"/>
                <p:cNvSpPr/>
                <p:nvPr/>
              </p:nvSpPr>
              <p:spPr>
                <a:xfrm>
                  <a:off x="4547044" y="51255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8" name="Google Shape;2548;p38"/>
                <p:cNvSpPr/>
                <p:nvPr/>
              </p:nvSpPr>
              <p:spPr>
                <a:xfrm>
                  <a:off x="4547044" y="52149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9" name="Google Shape;2549;p38"/>
                <p:cNvSpPr/>
                <p:nvPr/>
              </p:nvSpPr>
              <p:spPr>
                <a:xfrm>
                  <a:off x="4517231" y="52744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0" name="Google Shape;2550;p38"/>
                <p:cNvSpPr/>
                <p:nvPr/>
              </p:nvSpPr>
              <p:spPr>
                <a:xfrm>
                  <a:off x="4576762" y="5304281"/>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1" name="Google Shape;2551;p38"/>
                <p:cNvSpPr/>
                <p:nvPr/>
              </p:nvSpPr>
              <p:spPr>
                <a:xfrm>
                  <a:off x="4785169"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2" name="Google Shape;2552;p38"/>
                <p:cNvSpPr/>
                <p:nvPr/>
              </p:nvSpPr>
              <p:spPr>
                <a:xfrm>
                  <a:off x="4695825"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3" name="Google Shape;2553;p38"/>
                <p:cNvSpPr/>
                <p:nvPr/>
              </p:nvSpPr>
              <p:spPr>
                <a:xfrm>
                  <a:off x="4368355"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4" name="Google Shape;2554;p38"/>
                <p:cNvSpPr/>
                <p:nvPr/>
              </p:nvSpPr>
              <p:spPr>
                <a:xfrm>
                  <a:off x="4606480"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5" name="Google Shape;2555;p38"/>
                <p:cNvSpPr/>
                <p:nvPr/>
              </p:nvSpPr>
              <p:spPr>
                <a:xfrm>
                  <a:off x="4666107"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6" name="Google Shape;2556;p38"/>
                <p:cNvSpPr/>
                <p:nvPr/>
              </p:nvSpPr>
              <p:spPr>
                <a:xfrm>
                  <a:off x="4576762"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7" name="Google Shape;2557;p38"/>
                <p:cNvSpPr/>
                <p:nvPr/>
              </p:nvSpPr>
              <p:spPr>
                <a:xfrm>
                  <a:off x="4695825"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8" name="Google Shape;2558;p38"/>
                <p:cNvSpPr/>
                <p:nvPr/>
              </p:nvSpPr>
              <p:spPr>
                <a:xfrm>
                  <a:off x="4517231" y="3815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9" name="Google Shape;2559;p38"/>
                <p:cNvSpPr/>
                <p:nvPr/>
              </p:nvSpPr>
              <p:spPr>
                <a:xfrm>
                  <a:off x="4755356"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0" name="Google Shape;2560;p38"/>
                <p:cNvSpPr/>
                <p:nvPr/>
              </p:nvSpPr>
              <p:spPr>
                <a:xfrm>
                  <a:off x="4427982"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1" name="Google Shape;2561;p38"/>
                <p:cNvSpPr/>
                <p:nvPr/>
              </p:nvSpPr>
              <p:spPr>
                <a:xfrm>
                  <a:off x="4874418"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2" name="Google Shape;2562;p38"/>
                <p:cNvSpPr/>
                <p:nvPr/>
              </p:nvSpPr>
              <p:spPr>
                <a:xfrm>
                  <a:off x="4547044"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3" name="Google Shape;2563;p38"/>
                <p:cNvSpPr/>
                <p:nvPr/>
              </p:nvSpPr>
              <p:spPr>
                <a:xfrm>
                  <a:off x="4725543"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4" name="Google Shape;2564;p38"/>
                <p:cNvSpPr/>
                <p:nvPr/>
              </p:nvSpPr>
              <p:spPr>
                <a:xfrm>
                  <a:off x="4517231"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5" name="Google Shape;2565;p38"/>
                <p:cNvSpPr/>
                <p:nvPr/>
              </p:nvSpPr>
              <p:spPr>
                <a:xfrm>
                  <a:off x="4785169"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6" name="Google Shape;2566;p38"/>
                <p:cNvSpPr/>
                <p:nvPr/>
              </p:nvSpPr>
              <p:spPr>
                <a:xfrm>
                  <a:off x="4457700"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7" name="Google Shape;2567;p38"/>
                <p:cNvSpPr/>
                <p:nvPr/>
              </p:nvSpPr>
              <p:spPr>
                <a:xfrm>
                  <a:off x="4785169"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8" name="Google Shape;2568;p38"/>
                <p:cNvSpPr/>
                <p:nvPr/>
              </p:nvSpPr>
              <p:spPr>
                <a:xfrm>
                  <a:off x="4487418" y="378618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569" name="Google Shape;2569;p38"/>
              <p:cNvGrpSpPr/>
              <p:nvPr/>
            </p:nvGrpSpPr>
            <p:grpSpPr>
              <a:xfrm>
                <a:off x="4933950" y="3726655"/>
                <a:ext cx="357187" cy="1488282"/>
                <a:chOff x="4933950" y="3726655"/>
                <a:chExt cx="357187" cy="1488282"/>
              </a:xfrm>
            </p:grpSpPr>
            <p:sp>
              <p:nvSpPr>
                <p:cNvPr id="2570" name="Google Shape;2570;p38"/>
                <p:cNvSpPr/>
                <p:nvPr/>
              </p:nvSpPr>
              <p:spPr>
                <a:xfrm>
                  <a:off x="5053012" y="4738687"/>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1" name="Google Shape;2571;p38"/>
                <p:cNvSpPr/>
                <p:nvPr/>
              </p:nvSpPr>
              <p:spPr>
                <a:xfrm>
                  <a:off x="5142357" y="4738687"/>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2" name="Google Shape;2572;p38"/>
                <p:cNvSpPr/>
                <p:nvPr/>
              </p:nvSpPr>
              <p:spPr>
                <a:xfrm>
                  <a:off x="5082730"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3" name="Google Shape;2573;p38"/>
                <p:cNvSpPr/>
                <p:nvPr/>
              </p:nvSpPr>
              <p:spPr>
                <a:xfrm>
                  <a:off x="5082730"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4" name="Google Shape;2574;p38"/>
                <p:cNvSpPr/>
                <p:nvPr/>
              </p:nvSpPr>
              <p:spPr>
                <a:xfrm>
                  <a:off x="51125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5" name="Google Shape;2575;p38"/>
                <p:cNvSpPr/>
                <p:nvPr/>
              </p:nvSpPr>
              <p:spPr>
                <a:xfrm>
                  <a:off x="5112543"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6" name="Google Shape;2576;p38"/>
                <p:cNvSpPr/>
                <p:nvPr/>
              </p:nvSpPr>
              <p:spPr>
                <a:xfrm>
                  <a:off x="5082730"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7" name="Google Shape;2577;p38"/>
                <p:cNvSpPr/>
                <p:nvPr/>
              </p:nvSpPr>
              <p:spPr>
                <a:xfrm>
                  <a:off x="5082730"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8" name="Google Shape;2578;p38"/>
                <p:cNvSpPr/>
                <p:nvPr/>
              </p:nvSpPr>
              <p:spPr>
                <a:xfrm>
                  <a:off x="511254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9" name="Google Shape;2579;p38"/>
                <p:cNvSpPr/>
                <p:nvPr/>
              </p:nvSpPr>
              <p:spPr>
                <a:xfrm>
                  <a:off x="5082730"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0" name="Google Shape;2580;p38"/>
                <p:cNvSpPr/>
                <p:nvPr/>
              </p:nvSpPr>
              <p:spPr>
                <a:xfrm>
                  <a:off x="5082730" y="4798218"/>
                  <a:ext cx="59626" cy="327374"/>
                </a:xfrm>
                <a:custGeom>
                  <a:avLst/>
                  <a:gdLst/>
                  <a:ahLst/>
                  <a:cxnLst/>
                  <a:rect l="l" t="t" r="r" b="b"/>
                  <a:pathLst>
                    <a:path w="59626" h="327374" extrusionOk="0">
                      <a:moveTo>
                        <a:pt x="29813" y="238125"/>
                      </a:moveTo>
                      <a:lnTo>
                        <a:pt x="29813" y="267938"/>
                      </a:lnTo>
                      <a:lnTo>
                        <a:pt x="59626" y="267938"/>
                      </a:lnTo>
                      <a:lnTo>
                        <a:pt x="59626" y="327374"/>
                      </a:lnTo>
                      <a:lnTo>
                        <a:pt x="29813" y="327374"/>
                      </a:lnTo>
                      <a:lnTo>
                        <a:pt x="29813" y="297656"/>
                      </a:lnTo>
                      <a:lnTo>
                        <a:pt x="0" y="297656"/>
                      </a:lnTo>
                      <a:lnTo>
                        <a:pt x="0" y="208312"/>
                      </a:lnTo>
                      <a:lnTo>
                        <a:pt x="29813" y="208312"/>
                      </a:lnTo>
                      <a:lnTo>
                        <a:pt x="29813" y="178594"/>
                      </a:lnTo>
                      <a:lnTo>
                        <a:pt x="0" y="178594"/>
                      </a:lnTo>
                      <a:lnTo>
                        <a:pt x="0" y="0"/>
                      </a:lnTo>
                      <a:lnTo>
                        <a:pt x="59626" y="0"/>
                      </a:lnTo>
                      <a:lnTo>
                        <a:pt x="59626" y="238125"/>
                      </a:lnTo>
                      <a:lnTo>
                        <a:pt x="29813" y="23812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1" name="Google Shape;2581;p38"/>
                <p:cNvSpPr/>
                <p:nvPr/>
              </p:nvSpPr>
              <p:spPr>
                <a:xfrm>
                  <a:off x="5082730"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2" name="Google Shape;2582;p38"/>
                <p:cNvSpPr/>
                <p:nvPr/>
              </p:nvSpPr>
              <p:spPr>
                <a:xfrm>
                  <a:off x="5082730"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3" name="Google Shape;2583;p38"/>
                <p:cNvSpPr/>
                <p:nvPr/>
              </p:nvSpPr>
              <p:spPr>
                <a:xfrm>
                  <a:off x="5082730" y="4738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4" name="Google Shape;2584;p38"/>
                <p:cNvSpPr/>
                <p:nvPr/>
              </p:nvSpPr>
              <p:spPr>
                <a:xfrm>
                  <a:off x="5023294" y="4679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5" name="Google Shape;2585;p38"/>
                <p:cNvSpPr/>
                <p:nvPr/>
              </p:nvSpPr>
              <p:spPr>
                <a:xfrm>
                  <a:off x="5142357" y="4679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6" name="Google Shape;2586;p38"/>
                <p:cNvSpPr/>
                <p:nvPr/>
              </p:nvSpPr>
              <p:spPr>
                <a:xfrm>
                  <a:off x="4993481"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7" name="Google Shape;2587;p38"/>
                <p:cNvSpPr/>
                <p:nvPr/>
              </p:nvSpPr>
              <p:spPr>
                <a:xfrm>
                  <a:off x="4963668"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8" name="Google Shape;2588;p38"/>
                <p:cNvSpPr/>
                <p:nvPr/>
              </p:nvSpPr>
              <p:spPr>
                <a:xfrm>
                  <a:off x="4963668"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9" name="Google Shape;2589;p38"/>
                <p:cNvSpPr/>
                <p:nvPr/>
              </p:nvSpPr>
              <p:spPr>
                <a:xfrm>
                  <a:off x="5231606"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0" name="Google Shape;2590;p38"/>
                <p:cNvSpPr/>
                <p:nvPr/>
              </p:nvSpPr>
              <p:spPr>
                <a:xfrm>
                  <a:off x="499348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1" name="Google Shape;2591;p38"/>
                <p:cNvSpPr/>
                <p:nvPr/>
              </p:nvSpPr>
              <p:spPr>
                <a:xfrm>
                  <a:off x="505301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2" name="Google Shape;2592;p38"/>
                <p:cNvSpPr/>
                <p:nvPr/>
              </p:nvSpPr>
              <p:spPr>
                <a:xfrm>
                  <a:off x="4993481"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3" name="Google Shape;2593;p38"/>
                <p:cNvSpPr/>
                <p:nvPr/>
              </p:nvSpPr>
              <p:spPr>
                <a:xfrm>
                  <a:off x="5142357"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4" name="Google Shape;2594;p38"/>
                <p:cNvSpPr/>
                <p:nvPr/>
              </p:nvSpPr>
              <p:spPr>
                <a:xfrm>
                  <a:off x="5172075"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5" name="Google Shape;2595;p38"/>
                <p:cNvSpPr/>
                <p:nvPr/>
              </p:nvSpPr>
              <p:spPr>
                <a:xfrm>
                  <a:off x="5261419"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6" name="Google Shape;2596;p38"/>
                <p:cNvSpPr/>
                <p:nvPr/>
              </p:nvSpPr>
              <p:spPr>
                <a:xfrm>
                  <a:off x="4933950"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7" name="Google Shape;2597;p38"/>
                <p:cNvSpPr/>
                <p:nvPr/>
              </p:nvSpPr>
              <p:spPr>
                <a:xfrm>
                  <a:off x="5172075"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8" name="Google Shape;2598;p38"/>
                <p:cNvSpPr/>
                <p:nvPr/>
              </p:nvSpPr>
              <p:spPr>
                <a:xfrm>
                  <a:off x="5053012"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9" name="Google Shape;2599;p38"/>
                <p:cNvSpPr/>
                <p:nvPr/>
              </p:nvSpPr>
              <p:spPr>
                <a:xfrm>
                  <a:off x="5142357"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0" name="Google Shape;2600;p38"/>
                <p:cNvSpPr/>
                <p:nvPr/>
              </p:nvSpPr>
              <p:spPr>
                <a:xfrm>
                  <a:off x="5142357" y="3756469"/>
                  <a:ext cx="29718" cy="803719"/>
                </a:xfrm>
                <a:custGeom>
                  <a:avLst/>
                  <a:gdLst/>
                  <a:ahLst/>
                  <a:cxnLst/>
                  <a:rect l="l" t="t" r="r" b="b"/>
                  <a:pathLst>
                    <a:path w="29718" h="803719" extrusionOk="0">
                      <a:moveTo>
                        <a:pt x="0" y="0"/>
                      </a:moveTo>
                      <a:lnTo>
                        <a:pt x="29718" y="0"/>
                      </a:lnTo>
                      <a:lnTo>
                        <a:pt x="29718" y="803720"/>
                      </a:lnTo>
                      <a:lnTo>
                        <a:pt x="0" y="8037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1" name="Google Shape;2601;p38"/>
                <p:cNvSpPr/>
                <p:nvPr/>
              </p:nvSpPr>
              <p:spPr>
                <a:xfrm>
                  <a:off x="514235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2" name="Google Shape;2602;p38"/>
                <p:cNvSpPr/>
                <p:nvPr/>
              </p:nvSpPr>
              <p:spPr>
                <a:xfrm>
                  <a:off x="5112543" y="4143374"/>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3" name="Google Shape;2603;p38"/>
                <p:cNvSpPr/>
                <p:nvPr/>
              </p:nvSpPr>
              <p:spPr>
                <a:xfrm>
                  <a:off x="5053012" y="3845718"/>
                  <a:ext cx="29718" cy="714375"/>
                </a:xfrm>
                <a:custGeom>
                  <a:avLst/>
                  <a:gdLst/>
                  <a:ahLst/>
                  <a:cxnLst/>
                  <a:rect l="l" t="t" r="r" b="b"/>
                  <a:pathLst>
                    <a:path w="29718" h="714375" extrusionOk="0">
                      <a:moveTo>
                        <a:pt x="0" y="0"/>
                      </a:moveTo>
                      <a:lnTo>
                        <a:pt x="29718" y="0"/>
                      </a:lnTo>
                      <a:lnTo>
                        <a:pt x="29718" y="714375"/>
                      </a:lnTo>
                      <a:lnTo>
                        <a:pt x="0" y="7143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4" name="Google Shape;2604;p38"/>
                <p:cNvSpPr/>
                <p:nvPr/>
              </p:nvSpPr>
              <p:spPr>
                <a:xfrm>
                  <a:off x="5082730" y="4619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5" name="Google Shape;2605;p38"/>
                <p:cNvSpPr/>
                <p:nvPr/>
              </p:nvSpPr>
              <p:spPr>
                <a:xfrm>
                  <a:off x="4963668" y="4589906"/>
                  <a:ext cx="297751" cy="119062"/>
                </a:xfrm>
                <a:custGeom>
                  <a:avLst/>
                  <a:gdLst/>
                  <a:ahLst/>
                  <a:cxnLst/>
                  <a:rect l="l" t="t" r="r" b="b"/>
                  <a:pathLst>
                    <a:path w="297751" h="119062" extrusionOk="0">
                      <a:moveTo>
                        <a:pt x="297752" y="0"/>
                      </a:moveTo>
                      <a:lnTo>
                        <a:pt x="297752" y="59436"/>
                      </a:lnTo>
                      <a:lnTo>
                        <a:pt x="238125" y="59436"/>
                      </a:lnTo>
                      <a:lnTo>
                        <a:pt x="238125" y="89249"/>
                      </a:lnTo>
                      <a:lnTo>
                        <a:pt x="178689" y="89249"/>
                      </a:lnTo>
                      <a:lnTo>
                        <a:pt x="178689" y="119063"/>
                      </a:lnTo>
                      <a:lnTo>
                        <a:pt x="119063" y="119063"/>
                      </a:lnTo>
                      <a:lnTo>
                        <a:pt x="119063" y="89249"/>
                      </a:lnTo>
                      <a:lnTo>
                        <a:pt x="59626" y="89249"/>
                      </a:lnTo>
                      <a:lnTo>
                        <a:pt x="59626" y="59436"/>
                      </a:lnTo>
                      <a:lnTo>
                        <a:pt x="0" y="59436"/>
                      </a:lnTo>
                      <a:lnTo>
                        <a:pt x="0" y="0"/>
                      </a:lnTo>
                      <a:lnTo>
                        <a:pt x="89344" y="0"/>
                      </a:lnTo>
                      <a:lnTo>
                        <a:pt x="89344" y="29718"/>
                      </a:lnTo>
                      <a:lnTo>
                        <a:pt x="119063" y="29718"/>
                      </a:lnTo>
                      <a:lnTo>
                        <a:pt x="119063" y="59436"/>
                      </a:lnTo>
                      <a:lnTo>
                        <a:pt x="178689" y="59436"/>
                      </a:lnTo>
                      <a:lnTo>
                        <a:pt x="178689" y="29718"/>
                      </a:lnTo>
                      <a:lnTo>
                        <a:pt x="208407" y="29718"/>
                      </a:lnTo>
                      <a:lnTo>
                        <a:pt x="208407" y="0"/>
                      </a:lnTo>
                      <a:lnTo>
                        <a:pt x="297752"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6" name="Google Shape;2606;p38"/>
                <p:cNvSpPr/>
                <p:nvPr/>
              </p:nvSpPr>
              <p:spPr>
                <a:xfrm>
                  <a:off x="520179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7" name="Google Shape;2607;p38"/>
                <p:cNvSpPr/>
                <p:nvPr/>
              </p:nvSpPr>
              <p:spPr>
                <a:xfrm>
                  <a:off x="5201793"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8" name="Google Shape;2608;p38"/>
                <p:cNvSpPr/>
                <p:nvPr/>
              </p:nvSpPr>
              <p:spPr>
                <a:xfrm>
                  <a:off x="5112543" y="3964780"/>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9" name="Google Shape;2609;p38"/>
                <p:cNvSpPr/>
                <p:nvPr/>
              </p:nvSpPr>
              <p:spPr>
                <a:xfrm>
                  <a:off x="5082730"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0" name="Google Shape;2610;p38"/>
                <p:cNvSpPr/>
                <p:nvPr/>
              </p:nvSpPr>
              <p:spPr>
                <a:xfrm>
                  <a:off x="5112543"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1" name="Google Shape;2611;p38"/>
                <p:cNvSpPr/>
                <p:nvPr/>
              </p:nvSpPr>
              <p:spPr>
                <a:xfrm>
                  <a:off x="5053012" y="3756469"/>
                  <a:ext cx="89344" cy="863155"/>
                </a:xfrm>
                <a:custGeom>
                  <a:avLst/>
                  <a:gdLst/>
                  <a:ahLst/>
                  <a:cxnLst/>
                  <a:rect l="l" t="t" r="r" b="b"/>
                  <a:pathLst>
                    <a:path w="89344" h="863155" extrusionOk="0">
                      <a:moveTo>
                        <a:pt x="89344" y="0"/>
                      </a:moveTo>
                      <a:lnTo>
                        <a:pt x="89344" y="208312"/>
                      </a:lnTo>
                      <a:lnTo>
                        <a:pt x="59531" y="208312"/>
                      </a:lnTo>
                      <a:lnTo>
                        <a:pt x="59531" y="327374"/>
                      </a:lnTo>
                      <a:lnTo>
                        <a:pt x="89344" y="327374"/>
                      </a:lnTo>
                      <a:lnTo>
                        <a:pt x="89344" y="386905"/>
                      </a:lnTo>
                      <a:lnTo>
                        <a:pt x="59531" y="386905"/>
                      </a:lnTo>
                      <a:lnTo>
                        <a:pt x="59531" y="863155"/>
                      </a:lnTo>
                      <a:lnTo>
                        <a:pt x="29718" y="863155"/>
                      </a:lnTo>
                      <a:lnTo>
                        <a:pt x="29718" y="833438"/>
                      </a:lnTo>
                      <a:lnTo>
                        <a:pt x="0" y="833438"/>
                      </a:lnTo>
                      <a:lnTo>
                        <a:pt x="0" y="803624"/>
                      </a:lnTo>
                      <a:lnTo>
                        <a:pt x="29718" y="803624"/>
                      </a:lnTo>
                      <a:lnTo>
                        <a:pt x="29718" y="89249"/>
                      </a:lnTo>
                      <a:lnTo>
                        <a:pt x="59531" y="89249"/>
                      </a:lnTo>
                      <a:lnTo>
                        <a:pt x="59531" y="0"/>
                      </a:lnTo>
                      <a:lnTo>
                        <a:pt x="8934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2" name="Google Shape;2612;p38"/>
                <p:cNvSpPr/>
                <p:nvPr/>
              </p:nvSpPr>
              <p:spPr>
                <a:xfrm>
                  <a:off x="5172075" y="4589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3" name="Google Shape;2613;p38"/>
                <p:cNvSpPr/>
                <p:nvPr/>
              </p:nvSpPr>
              <p:spPr>
                <a:xfrm>
                  <a:off x="4963668" y="4589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4" name="Google Shape;2614;p38"/>
                <p:cNvSpPr/>
                <p:nvPr/>
              </p:nvSpPr>
              <p:spPr>
                <a:xfrm>
                  <a:off x="505301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5" name="Google Shape;2615;p38"/>
                <p:cNvSpPr/>
                <p:nvPr/>
              </p:nvSpPr>
              <p:spPr>
                <a:xfrm>
                  <a:off x="508273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6" name="Google Shape;2616;p38"/>
                <p:cNvSpPr/>
                <p:nvPr/>
              </p:nvSpPr>
              <p:spPr>
                <a:xfrm>
                  <a:off x="514235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7" name="Google Shape;2617;p38"/>
                <p:cNvSpPr/>
                <p:nvPr/>
              </p:nvSpPr>
              <p:spPr>
                <a:xfrm>
                  <a:off x="5082730"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8" name="Google Shape;2618;p38"/>
                <p:cNvSpPr/>
                <p:nvPr/>
              </p:nvSpPr>
              <p:spPr>
                <a:xfrm>
                  <a:off x="5112543"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9" name="Google Shape;2619;p38"/>
                <p:cNvSpPr/>
                <p:nvPr/>
              </p:nvSpPr>
              <p:spPr>
                <a:xfrm>
                  <a:off x="5082730"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20" name="Google Shape;2620;p38"/>
              <p:cNvGrpSpPr/>
              <p:nvPr/>
            </p:nvGrpSpPr>
            <p:grpSpPr>
              <a:xfrm>
                <a:off x="4993481" y="3548062"/>
                <a:ext cx="386905" cy="386905"/>
                <a:chOff x="4993481" y="3548062"/>
                <a:chExt cx="386905" cy="386905"/>
              </a:xfrm>
            </p:grpSpPr>
            <p:sp>
              <p:nvSpPr>
                <p:cNvPr id="2621" name="Google Shape;2621;p38"/>
                <p:cNvSpPr/>
                <p:nvPr/>
              </p:nvSpPr>
              <p:spPr>
                <a:xfrm>
                  <a:off x="5023294"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2" name="Google Shape;2622;p38"/>
                <p:cNvSpPr/>
                <p:nvPr/>
              </p:nvSpPr>
              <p:spPr>
                <a:xfrm>
                  <a:off x="5291137"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3" name="Google Shape;2623;p38"/>
                <p:cNvSpPr/>
                <p:nvPr/>
              </p:nvSpPr>
              <p:spPr>
                <a:xfrm>
                  <a:off x="5350668"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4" name="Google Shape;2624;p38"/>
                <p:cNvSpPr/>
                <p:nvPr/>
              </p:nvSpPr>
              <p:spPr>
                <a:xfrm>
                  <a:off x="5172075" y="3548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5" name="Google Shape;2625;p38"/>
                <p:cNvSpPr/>
                <p:nvPr/>
              </p:nvSpPr>
              <p:spPr>
                <a:xfrm>
                  <a:off x="5172075"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6" name="Google Shape;2626;p38"/>
                <p:cNvSpPr/>
                <p:nvPr/>
              </p:nvSpPr>
              <p:spPr>
                <a:xfrm>
                  <a:off x="4993481"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7" name="Google Shape;2627;p38"/>
                <p:cNvSpPr/>
                <p:nvPr/>
              </p:nvSpPr>
              <p:spPr>
                <a:xfrm>
                  <a:off x="5172075"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BB0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8" name="Google Shape;2628;p38"/>
                <p:cNvSpPr/>
                <p:nvPr/>
              </p:nvSpPr>
              <p:spPr>
                <a:xfrm>
                  <a:off x="5172075"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9" name="Google Shape;2629;p38"/>
                <p:cNvSpPr/>
                <p:nvPr/>
              </p:nvSpPr>
              <p:spPr>
                <a:xfrm>
                  <a:off x="5172075"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0" name="Google Shape;2630;p38"/>
                <p:cNvSpPr/>
                <p:nvPr/>
              </p:nvSpPr>
              <p:spPr>
                <a:xfrm>
                  <a:off x="5082730"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1" name="Google Shape;2631;p38"/>
                <p:cNvSpPr/>
                <p:nvPr/>
              </p:nvSpPr>
              <p:spPr>
                <a:xfrm>
                  <a:off x="5082730" y="37564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2" name="Google Shape;2632;p38"/>
                <p:cNvSpPr/>
                <p:nvPr/>
              </p:nvSpPr>
              <p:spPr>
                <a:xfrm>
                  <a:off x="5231606"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3" name="Google Shape;2633;p38"/>
                <p:cNvSpPr/>
                <p:nvPr/>
              </p:nvSpPr>
              <p:spPr>
                <a:xfrm>
                  <a:off x="5231606" y="37564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4" name="Google Shape;2634;p38"/>
                <p:cNvSpPr/>
                <p:nvPr/>
              </p:nvSpPr>
              <p:spPr>
                <a:xfrm>
                  <a:off x="5142357"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5" name="Google Shape;2635;p38"/>
                <p:cNvSpPr/>
                <p:nvPr/>
              </p:nvSpPr>
              <p:spPr>
                <a:xfrm>
                  <a:off x="5142357" y="37861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6" name="Google Shape;2636;p38"/>
                <p:cNvSpPr/>
                <p:nvPr/>
              </p:nvSpPr>
              <p:spPr>
                <a:xfrm>
                  <a:off x="5201793"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7" name="Google Shape;2637;p38"/>
                <p:cNvSpPr/>
                <p:nvPr/>
              </p:nvSpPr>
              <p:spPr>
                <a:xfrm>
                  <a:off x="5082730" y="3637406"/>
                  <a:ext cx="208406" cy="208311"/>
                </a:xfrm>
                <a:custGeom>
                  <a:avLst/>
                  <a:gdLst/>
                  <a:ahLst/>
                  <a:cxnLst/>
                  <a:rect l="l" t="t" r="r" b="b"/>
                  <a:pathLst>
                    <a:path w="208406" h="208311" extrusionOk="0">
                      <a:moveTo>
                        <a:pt x="208407" y="89249"/>
                      </a:moveTo>
                      <a:lnTo>
                        <a:pt x="208407" y="119063"/>
                      </a:lnTo>
                      <a:lnTo>
                        <a:pt x="148876" y="119063"/>
                      </a:lnTo>
                      <a:lnTo>
                        <a:pt x="148876" y="148780"/>
                      </a:lnTo>
                      <a:lnTo>
                        <a:pt x="119062" y="148780"/>
                      </a:lnTo>
                      <a:lnTo>
                        <a:pt x="119062" y="208312"/>
                      </a:lnTo>
                      <a:lnTo>
                        <a:pt x="89344" y="208312"/>
                      </a:lnTo>
                      <a:lnTo>
                        <a:pt x="89344" y="148780"/>
                      </a:lnTo>
                      <a:lnTo>
                        <a:pt x="59626" y="148780"/>
                      </a:lnTo>
                      <a:lnTo>
                        <a:pt x="59626" y="119063"/>
                      </a:lnTo>
                      <a:lnTo>
                        <a:pt x="0" y="119063"/>
                      </a:lnTo>
                      <a:lnTo>
                        <a:pt x="0" y="89249"/>
                      </a:lnTo>
                      <a:lnTo>
                        <a:pt x="59626" y="89249"/>
                      </a:lnTo>
                      <a:lnTo>
                        <a:pt x="59626" y="59436"/>
                      </a:lnTo>
                      <a:lnTo>
                        <a:pt x="89344" y="59436"/>
                      </a:lnTo>
                      <a:lnTo>
                        <a:pt x="89344" y="0"/>
                      </a:lnTo>
                      <a:lnTo>
                        <a:pt x="119062" y="0"/>
                      </a:lnTo>
                      <a:lnTo>
                        <a:pt x="119062" y="59436"/>
                      </a:lnTo>
                      <a:lnTo>
                        <a:pt x="148876" y="59436"/>
                      </a:lnTo>
                      <a:lnTo>
                        <a:pt x="148876" y="89249"/>
                      </a:lnTo>
                      <a:lnTo>
                        <a:pt x="208407" y="8924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8" name="Google Shape;2638;p38"/>
                <p:cNvSpPr/>
                <p:nvPr/>
              </p:nvSpPr>
              <p:spPr>
                <a:xfrm>
                  <a:off x="5201793" y="37861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9" name="Google Shape;2639;p38"/>
                <p:cNvSpPr/>
                <p:nvPr/>
              </p:nvSpPr>
              <p:spPr>
                <a:xfrm>
                  <a:off x="5142357"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0" name="Google Shape;2640;p38"/>
                <p:cNvSpPr/>
                <p:nvPr/>
              </p:nvSpPr>
              <p:spPr>
                <a:xfrm>
                  <a:off x="5201793"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1" name="Google Shape;2641;p38"/>
                <p:cNvSpPr/>
                <p:nvPr/>
              </p:nvSpPr>
              <p:spPr>
                <a:xfrm>
                  <a:off x="5201793"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2" name="Google Shape;2642;p38"/>
                <p:cNvSpPr/>
                <p:nvPr/>
              </p:nvSpPr>
              <p:spPr>
                <a:xfrm>
                  <a:off x="5142357"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43" name="Google Shape;2643;p38"/>
              <p:cNvGrpSpPr/>
              <p:nvPr/>
            </p:nvGrpSpPr>
            <p:grpSpPr>
              <a:xfrm>
                <a:off x="5797105" y="4708969"/>
                <a:ext cx="148781" cy="148780"/>
                <a:chOff x="5797105" y="4708969"/>
                <a:chExt cx="148781" cy="148780"/>
              </a:xfrm>
            </p:grpSpPr>
            <p:sp>
              <p:nvSpPr>
                <p:cNvPr id="2644" name="Google Shape;2644;p38"/>
                <p:cNvSpPr/>
                <p:nvPr/>
              </p:nvSpPr>
              <p:spPr>
                <a:xfrm>
                  <a:off x="585673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5" name="Google Shape;2645;p38"/>
                <p:cNvSpPr/>
                <p:nvPr/>
              </p:nvSpPr>
              <p:spPr>
                <a:xfrm>
                  <a:off x="5856732"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6" name="Google Shape;2646;p38"/>
                <p:cNvSpPr/>
                <p:nvPr/>
              </p:nvSpPr>
              <p:spPr>
                <a:xfrm>
                  <a:off x="582691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7" name="Google Shape;2647;p38"/>
                <p:cNvSpPr/>
                <p:nvPr/>
              </p:nvSpPr>
              <p:spPr>
                <a:xfrm>
                  <a:off x="5856732"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8" name="Google Shape;2648;p38"/>
                <p:cNvSpPr/>
                <p:nvPr/>
              </p:nvSpPr>
              <p:spPr>
                <a:xfrm>
                  <a:off x="5886450"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9" name="Google Shape;2649;p38"/>
                <p:cNvSpPr/>
                <p:nvPr/>
              </p:nvSpPr>
              <p:spPr>
                <a:xfrm>
                  <a:off x="585673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0" name="Google Shape;2650;p38"/>
                <p:cNvSpPr/>
                <p:nvPr/>
              </p:nvSpPr>
              <p:spPr>
                <a:xfrm>
                  <a:off x="591616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1" name="Google Shape;2651;p38"/>
                <p:cNvSpPr/>
                <p:nvPr/>
              </p:nvSpPr>
              <p:spPr>
                <a:xfrm>
                  <a:off x="579710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2" name="Google Shape;2652;p38"/>
                <p:cNvSpPr/>
                <p:nvPr/>
              </p:nvSpPr>
              <p:spPr>
                <a:xfrm>
                  <a:off x="5856732"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53" name="Google Shape;2653;p38"/>
              <p:cNvGrpSpPr/>
              <p:nvPr/>
            </p:nvGrpSpPr>
            <p:grpSpPr>
              <a:xfrm>
                <a:off x="5201793" y="4976812"/>
                <a:ext cx="148780" cy="148780"/>
                <a:chOff x="5201793" y="4976812"/>
                <a:chExt cx="148780" cy="148780"/>
              </a:xfrm>
            </p:grpSpPr>
            <p:sp>
              <p:nvSpPr>
                <p:cNvPr id="2654" name="Google Shape;2654;p38"/>
                <p:cNvSpPr/>
                <p:nvPr/>
              </p:nvSpPr>
              <p:spPr>
                <a:xfrm>
                  <a:off x="5261419"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5" name="Google Shape;2655;p38"/>
                <p:cNvSpPr/>
                <p:nvPr/>
              </p:nvSpPr>
              <p:spPr>
                <a:xfrm>
                  <a:off x="5261419"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6" name="Google Shape;2656;p38"/>
                <p:cNvSpPr/>
                <p:nvPr/>
              </p:nvSpPr>
              <p:spPr>
                <a:xfrm>
                  <a:off x="5231606"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7" name="Google Shape;2657;p38"/>
                <p:cNvSpPr/>
                <p:nvPr/>
              </p:nvSpPr>
              <p:spPr>
                <a:xfrm>
                  <a:off x="5261419"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8" name="Google Shape;2658;p38"/>
                <p:cNvSpPr/>
                <p:nvPr/>
              </p:nvSpPr>
              <p:spPr>
                <a:xfrm>
                  <a:off x="5291137"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9" name="Google Shape;2659;p38"/>
                <p:cNvSpPr/>
                <p:nvPr/>
              </p:nvSpPr>
              <p:spPr>
                <a:xfrm>
                  <a:off x="5261419"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0" name="Google Shape;2660;p38"/>
                <p:cNvSpPr/>
                <p:nvPr/>
              </p:nvSpPr>
              <p:spPr>
                <a:xfrm>
                  <a:off x="5320855"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1" name="Google Shape;2661;p38"/>
                <p:cNvSpPr/>
                <p:nvPr/>
              </p:nvSpPr>
              <p:spPr>
                <a:xfrm>
                  <a:off x="5201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2" name="Google Shape;2662;p38"/>
                <p:cNvSpPr/>
                <p:nvPr/>
              </p:nvSpPr>
              <p:spPr>
                <a:xfrm>
                  <a:off x="526141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63" name="Google Shape;2663;p38"/>
              <p:cNvGrpSpPr/>
              <p:nvPr/>
            </p:nvGrpSpPr>
            <p:grpSpPr>
              <a:xfrm>
                <a:off x="4874418" y="3786187"/>
                <a:ext cx="148781" cy="148780"/>
                <a:chOff x="4874418" y="3786187"/>
                <a:chExt cx="148781" cy="148780"/>
              </a:xfrm>
            </p:grpSpPr>
            <p:sp>
              <p:nvSpPr>
                <p:cNvPr id="2664" name="Google Shape;2664;p38"/>
                <p:cNvSpPr/>
                <p:nvPr/>
              </p:nvSpPr>
              <p:spPr>
                <a:xfrm>
                  <a:off x="493395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5" name="Google Shape;2665;p38"/>
                <p:cNvSpPr/>
                <p:nvPr/>
              </p:nvSpPr>
              <p:spPr>
                <a:xfrm>
                  <a:off x="4933950"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6" name="Google Shape;2666;p38"/>
                <p:cNvSpPr/>
                <p:nvPr/>
              </p:nvSpPr>
              <p:spPr>
                <a:xfrm>
                  <a:off x="4904232"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7" name="Google Shape;2667;p38"/>
                <p:cNvSpPr/>
                <p:nvPr/>
              </p:nvSpPr>
              <p:spPr>
                <a:xfrm>
                  <a:off x="4933950"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8" name="Google Shape;2668;p38"/>
                <p:cNvSpPr/>
                <p:nvPr/>
              </p:nvSpPr>
              <p:spPr>
                <a:xfrm>
                  <a:off x="496366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9" name="Google Shape;2669;p38"/>
                <p:cNvSpPr/>
                <p:nvPr/>
              </p:nvSpPr>
              <p:spPr>
                <a:xfrm>
                  <a:off x="4933950" y="37861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0" name="Google Shape;2670;p38"/>
                <p:cNvSpPr/>
                <p:nvPr/>
              </p:nvSpPr>
              <p:spPr>
                <a:xfrm>
                  <a:off x="4993481"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1" name="Google Shape;2671;p38"/>
                <p:cNvSpPr/>
                <p:nvPr/>
              </p:nvSpPr>
              <p:spPr>
                <a:xfrm>
                  <a:off x="487441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2" name="Google Shape;2672;p38"/>
                <p:cNvSpPr/>
                <p:nvPr/>
              </p:nvSpPr>
              <p:spPr>
                <a:xfrm>
                  <a:off x="4933950"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73" name="Google Shape;2673;p38"/>
              <p:cNvGrpSpPr/>
              <p:nvPr/>
            </p:nvGrpSpPr>
            <p:grpSpPr>
              <a:xfrm>
                <a:off x="4338637" y="4054030"/>
                <a:ext cx="148780" cy="148780"/>
                <a:chOff x="4338637" y="4054030"/>
                <a:chExt cx="148780" cy="148780"/>
              </a:xfrm>
            </p:grpSpPr>
            <p:sp>
              <p:nvSpPr>
                <p:cNvPr id="2674" name="Google Shape;2674;p38"/>
                <p:cNvSpPr/>
                <p:nvPr/>
              </p:nvSpPr>
              <p:spPr>
                <a:xfrm>
                  <a:off x="4398168" y="4083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5" name="Google Shape;2675;p38"/>
                <p:cNvSpPr/>
                <p:nvPr/>
              </p:nvSpPr>
              <p:spPr>
                <a:xfrm>
                  <a:off x="4398168" y="414337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6" name="Google Shape;2676;p38"/>
                <p:cNvSpPr/>
                <p:nvPr/>
              </p:nvSpPr>
              <p:spPr>
                <a:xfrm>
                  <a:off x="4368355"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7" name="Google Shape;2677;p38"/>
                <p:cNvSpPr/>
                <p:nvPr/>
              </p:nvSpPr>
              <p:spPr>
                <a:xfrm>
                  <a:off x="4398168"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8" name="Google Shape;2678;p38"/>
                <p:cNvSpPr/>
                <p:nvPr/>
              </p:nvSpPr>
              <p:spPr>
                <a:xfrm>
                  <a:off x="4427982"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9" name="Google Shape;2679;p38"/>
                <p:cNvSpPr/>
                <p:nvPr/>
              </p:nvSpPr>
              <p:spPr>
                <a:xfrm>
                  <a:off x="4398168" y="4054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0" name="Google Shape;2680;p38"/>
                <p:cNvSpPr/>
                <p:nvPr/>
              </p:nvSpPr>
              <p:spPr>
                <a:xfrm>
                  <a:off x="4457700"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1" name="Google Shape;2681;p38"/>
                <p:cNvSpPr/>
                <p:nvPr/>
              </p:nvSpPr>
              <p:spPr>
                <a:xfrm>
                  <a:off x="4338637"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2" name="Google Shape;2682;p38"/>
                <p:cNvSpPr/>
                <p:nvPr/>
              </p:nvSpPr>
              <p:spPr>
                <a:xfrm>
                  <a:off x="4398168" y="417309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83" name="Google Shape;2683;p38"/>
              <p:cNvGrpSpPr/>
              <p:nvPr/>
            </p:nvGrpSpPr>
            <p:grpSpPr>
              <a:xfrm>
                <a:off x="5291137" y="3518344"/>
                <a:ext cx="654749" cy="1696593"/>
                <a:chOff x="5291137" y="3518344"/>
                <a:chExt cx="654749" cy="1696593"/>
              </a:xfrm>
            </p:grpSpPr>
            <p:grpSp>
              <p:nvGrpSpPr>
                <p:cNvPr id="2684" name="Google Shape;2684;p38"/>
                <p:cNvGrpSpPr/>
                <p:nvPr/>
              </p:nvGrpSpPr>
              <p:grpSpPr>
                <a:xfrm>
                  <a:off x="5291137" y="3518344"/>
                  <a:ext cx="505968" cy="1279779"/>
                  <a:chOff x="5291137" y="3518344"/>
                  <a:chExt cx="505968" cy="1279779"/>
                </a:xfrm>
              </p:grpSpPr>
              <p:sp>
                <p:nvSpPr>
                  <p:cNvPr id="2685" name="Google Shape;2685;p38"/>
                  <p:cNvSpPr/>
                  <p:nvPr/>
                </p:nvSpPr>
                <p:spPr>
                  <a:xfrm>
                    <a:off x="5618607" y="3518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6" name="Google Shape;2686;p38"/>
                  <p:cNvSpPr/>
                  <p:nvPr/>
                </p:nvSpPr>
                <p:spPr>
                  <a:xfrm>
                    <a:off x="5678043"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7" name="Google Shape;2687;p38"/>
                  <p:cNvSpPr/>
                  <p:nvPr/>
                </p:nvSpPr>
                <p:spPr>
                  <a:xfrm>
                    <a:off x="5737669"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8" name="Google Shape;2688;p38"/>
                  <p:cNvSpPr/>
                  <p:nvPr/>
                </p:nvSpPr>
                <p:spPr>
                  <a:xfrm>
                    <a:off x="5767387" y="36075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9" name="Google Shape;2689;p38"/>
                  <p:cNvSpPr/>
                  <p:nvPr/>
                </p:nvSpPr>
                <p:spPr>
                  <a:xfrm>
                    <a:off x="5499544" y="3607593"/>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0" name="Google Shape;2690;p38"/>
                  <p:cNvSpPr/>
                  <p:nvPr/>
                </p:nvSpPr>
                <p:spPr>
                  <a:xfrm>
                    <a:off x="5469731" y="39349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1" name="Google Shape;2691;p38"/>
                  <p:cNvSpPr/>
                  <p:nvPr/>
                </p:nvSpPr>
                <p:spPr>
                  <a:xfrm>
                    <a:off x="5439918" y="4024312"/>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2" name="Google Shape;2692;p38"/>
                  <p:cNvSpPr/>
                  <p:nvPr/>
                </p:nvSpPr>
                <p:spPr>
                  <a:xfrm>
                    <a:off x="5469731" y="4202905"/>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3" name="Google Shape;2693;p38"/>
                  <p:cNvSpPr/>
                  <p:nvPr/>
                </p:nvSpPr>
                <p:spPr>
                  <a:xfrm>
                    <a:off x="5737669" y="36968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4" name="Google Shape;2694;p38"/>
                  <p:cNvSpPr/>
                  <p:nvPr/>
                </p:nvSpPr>
                <p:spPr>
                  <a:xfrm>
                    <a:off x="5707856" y="378618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5" name="Google Shape;2695;p38"/>
                  <p:cNvSpPr/>
                  <p:nvPr/>
                </p:nvSpPr>
                <p:spPr>
                  <a:xfrm>
                    <a:off x="5558980"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6" name="Google Shape;2696;p38"/>
                  <p:cNvSpPr/>
                  <p:nvPr/>
                </p:nvSpPr>
                <p:spPr>
                  <a:xfrm>
                    <a:off x="5529262"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7" name="Google Shape;2697;p38"/>
                  <p:cNvSpPr/>
                  <p:nvPr/>
                </p:nvSpPr>
                <p:spPr>
                  <a:xfrm>
                    <a:off x="5529262"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8" name="Google Shape;2698;p38"/>
                  <p:cNvSpPr/>
                  <p:nvPr/>
                </p:nvSpPr>
                <p:spPr>
                  <a:xfrm>
                    <a:off x="5618607"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9" name="Google Shape;2699;p38"/>
                  <p:cNvSpPr/>
                  <p:nvPr/>
                </p:nvSpPr>
                <p:spPr>
                  <a:xfrm>
                    <a:off x="564832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0" name="Google Shape;2700;p38"/>
                  <p:cNvSpPr/>
                  <p:nvPr/>
                </p:nvSpPr>
                <p:spPr>
                  <a:xfrm>
                    <a:off x="5678043"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1" name="Google Shape;2701;p38"/>
                  <p:cNvSpPr/>
                  <p:nvPr/>
                </p:nvSpPr>
                <p:spPr>
                  <a:xfrm>
                    <a:off x="5707856" y="453028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2" name="Google Shape;2702;p38"/>
                  <p:cNvSpPr/>
                  <p:nvPr/>
                </p:nvSpPr>
                <p:spPr>
                  <a:xfrm>
                    <a:off x="5737669" y="4321968"/>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3" name="Google Shape;2703;p38"/>
                  <p:cNvSpPr/>
                  <p:nvPr/>
                </p:nvSpPr>
                <p:spPr>
                  <a:xfrm>
                    <a:off x="5767387" y="414337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4" name="Google Shape;2704;p38"/>
                  <p:cNvSpPr/>
                  <p:nvPr/>
                </p:nvSpPr>
                <p:spPr>
                  <a:xfrm>
                    <a:off x="5737669" y="405403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5" name="Google Shape;2705;p38"/>
                  <p:cNvSpPr/>
                  <p:nvPr/>
                </p:nvSpPr>
                <p:spPr>
                  <a:xfrm>
                    <a:off x="5707856" y="3934967"/>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6" name="Google Shape;2706;p38"/>
                  <p:cNvSpPr/>
                  <p:nvPr/>
                </p:nvSpPr>
                <p:spPr>
                  <a:xfrm>
                    <a:off x="5678043" y="3875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7" name="Google Shape;2707;p38"/>
                  <p:cNvSpPr/>
                  <p:nvPr/>
                </p:nvSpPr>
                <p:spPr>
                  <a:xfrm>
                    <a:off x="5558980" y="4262437"/>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8" name="Google Shape;2708;p38"/>
                  <p:cNvSpPr/>
                  <p:nvPr/>
                </p:nvSpPr>
                <p:spPr>
                  <a:xfrm>
                    <a:off x="5588793"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9" name="Google Shape;2709;p38"/>
                  <p:cNvSpPr/>
                  <p:nvPr/>
                </p:nvSpPr>
                <p:spPr>
                  <a:xfrm>
                    <a:off x="5588793" y="41730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0" name="Google Shape;2710;p38"/>
                  <p:cNvSpPr/>
                  <p:nvPr/>
                </p:nvSpPr>
                <p:spPr>
                  <a:xfrm>
                    <a:off x="5618607" y="4262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1" name="Google Shape;2711;p38"/>
                  <p:cNvSpPr/>
                  <p:nvPr/>
                </p:nvSpPr>
                <p:spPr>
                  <a:xfrm>
                    <a:off x="5648325" y="438149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2" name="Google Shape;2712;p38"/>
                  <p:cNvSpPr/>
                  <p:nvPr/>
                </p:nvSpPr>
                <p:spPr>
                  <a:xfrm>
                    <a:off x="5618607" y="450056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3" name="Google Shape;2713;p38"/>
                  <p:cNvSpPr/>
                  <p:nvPr/>
                </p:nvSpPr>
                <p:spPr>
                  <a:xfrm>
                    <a:off x="5558980"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4" name="Google Shape;2714;p38"/>
                  <p:cNvSpPr/>
                  <p:nvPr/>
                </p:nvSpPr>
                <p:spPr>
                  <a:xfrm>
                    <a:off x="5439918"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5" name="Google Shape;2715;p38"/>
                  <p:cNvSpPr/>
                  <p:nvPr/>
                </p:nvSpPr>
                <p:spPr>
                  <a:xfrm>
                    <a:off x="5469731"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6" name="Google Shape;2716;p38"/>
                  <p:cNvSpPr/>
                  <p:nvPr/>
                </p:nvSpPr>
                <p:spPr>
                  <a:xfrm>
                    <a:off x="5439918"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7" name="Google Shape;2717;p38"/>
                  <p:cNvSpPr/>
                  <p:nvPr/>
                </p:nvSpPr>
                <p:spPr>
                  <a:xfrm>
                    <a:off x="5350668"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8" name="Google Shape;2718;p38"/>
                  <p:cNvSpPr/>
                  <p:nvPr/>
                </p:nvSpPr>
                <p:spPr>
                  <a:xfrm>
                    <a:off x="5380482"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9" name="Google Shape;2719;p38"/>
                  <p:cNvSpPr/>
                  <p:nvPr/>
                </p:nvSpPr>
                <p:spPr>
                  <a:xfrm>
                    <a:off x="5410200"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0" name="Google Shape;2720;p38"/>
                  <p:cNvSpPr/>
                  <p:nvPr/>
                </p:nvSpPr>
                <p:spPr>
                  <a:xfrm>
                    <a:off x="5291137"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1" name="Google Shape;2721;p38"/>
                  <p:cNvSpPr/>
                  <p:nvPr/>
                </p:nvSpPr>
                <p:spPr>
                  <a:xfrm>
                    <a:off x="5320855"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2" name="Google Shape;2722;p38"/>
                  <p:cNvSpPr/>
                  <p:nvPr/>
                </p:nvSpPr>
                <p:spPr>
                  <a:xfrm>
                    <a:off x="5380482"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3" name="Google Shape;2723;p38"/>
                  <p:cNvSpPr/>
                  <p:nvPr/>
                </p:nvSpPr>
                <p:spPr>
                  <a:xfrm>
                    <a:off x="5320855" y="4351781"/>
                    <a:ext cx="148875" cy="119062"/>
                  </a:xfrm>
                  <a:custGeom>
                    <a:avLst/>
                    <a:gdLst/>
                    <a:ahLst/>
                    <a:cxnLst/>
                    <a:rect l="l" t="t" r="r" b="b"/>
                    <a:pathLst>
                      <a:path w="148875" h="119062" extrusionOk="0">
                        <a:moveTo>
                          <a:pt x="0" y="119063"/>
                        </a:moveTo>
                        <a:lnTo>
                          <a:pt x="0" y="89249"/>
                        </a:lnTo>
                        <a:lnTo>
                          <a:pt x="29813" y="89249"/>
                        </a:lnTo>
                        <a:lnTo>
                          <a:pt x="29813" y="59436"/>
                        </a:lnTo>
                        <a:lnTo>
                          <a:pt x="59627" y="59436"/>
                        </a:lnTo>
                        <a:lnTo>
                          <a:pt x="59627" y="29718"/>
                        </a:lnTo>
                        <a:lnTo>
                          <a:pt x="119063" y="29718"/>
                        </a:lnTo>
                        <a:lnTo>
                          <a:pt x="119063" y="0"/>
                        </a:lnTo>
                        <a:lnTo>
                          <a:pt x="148876" y="0"/>
                        </a:lnTo>
                        <a:lnTo>
                          <a:pt x="148876" y="59436"/>
                        </a:lnTo>
                        <a:lnTo>
                          <a:pt x="89345" y="59436"/>
                        </a:lnTo>
                        <a:lnTo>
                          <a:pt x="89345" y="89249"/>
                        </a:lnTo>
                        <a:lnTo>
                          <a:pt x="59627" y="89249"/>
                        </a:lnTo>
                        <a:lnTo>
                          <a:pt x="59627" y="119063"/>
                        </a:lnTo>
                        <a:lnTo>
                          <a:pt x="0"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4" name="Google Shape;2724;p38"/>
                  <p:cNvSpPr/>
                  <p:nvPr/>
                </p:nvSpPr>
                <p:spPr>
                  <a:xfrm>
                    <a:off x="5320855"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5" name="Google Shape;2725;p38"/>
                  <p:cNvSpPr/>
                  <p:nvPr/>
                </p:nvSpPr>
                <p:spPr>
                  <a:xfrm>
                    <a:off x="5410200"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6" name="Google Shape;2726;p38"/>
                  <p:cNvSpPr/>
                  <p:nvPr/>
                </p:nvSpPr>
                <p:spPr>
                  <a:xfrm>
                    <a:off x="5380482"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7" name="Google Shape;2727;p38"/>
                  <p:cNvSpPr/>
                  <p:nvPr/>
                </p:nvSpPr>
                <p:spPr>
                  <a:xfrm>
                    <a:off x="5350668"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8" name="Google Shape;2728;p38"/>
                  <p:cNvSpPr/>
                  <p:nvPr/>
                </p:nvSpPr>
                <p:spPr>
                  <a:xfrm>
                    <a:off x="5529262"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9" name="Google Shape;2729;p38"/>
                  <p:cNvSpPr/>
                  <p:nvPr/>
                </p:nvSpPr>
                <p:spPr>
                  <a:xfrm>
                    <a:off x="5499544"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0" name="Google Shape;2730;p38"/>
                  <p:cNvSpPr/>
                  <p:nvPr/>
                </p:nvSpPr>
                <p:spPr>
                  <a:xfrm>
                    <a:off x="5469731"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1" name="Google Shape;2731;p38"/>
                  <p:cNvSpPr/>
                  <p:nvPr/>
                </p:nvSpPr>
                <p:spPr>
                  <a:xfrm>
                    <a:off x="5439918"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2" name="Google Shape;2732;p38"/>
                  <p:cNvSpPr/>
                  <p:nvPr/>
                </p:nvSpPr>
                <p:spPr>
                  <a:xfrm>
                    <a:off x="5410200"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3" name="Google Shape;2733;p38"/>
                  <p:cNvSpPr/>
                  <p:nvPr/>
                </p:nvSpPr>
                <p:spPr>
                  <a:xfrm>
                    <a:off x="5439918"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4" name="Google Shape;2734;p38"/>
                  <p:cNvSpPr/>
                  <p:nvPr/>
                </p:nvSpPr>
                <p:spPr>
                  <a:xfrm>
                    <a:off x="5380482"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5" name="Google Shape;2735;p38"/>
                  <p:cNvSpPr/>
                  <p:nvPr/>
                </p:nvSpPr>
                <p:spPr>
                  <a:xfrm>
                    <a:off x="541020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6" name="Google Shape;2736;p38"/>
                  <p:cNvSpPr/>
                  <p:nvPr/>
                </p:nvSpPr>
                <p:spPr>
                  <a:xfrm>
                    <a:off x="5439918"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7" name="Google Shape;2737;p38"/>
                  <p:cNvSpPr/>
                  <p:nvPr/>
                </p:nvSpPr>
                <p:spPr>
                  <a:xfrm>
                    <a:off x="5469731"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8" name="Google Shape;2738;p38"/>
                  <p:cNvSpPr/>
                  <p:nvPr/>
                </p:nvSpPr>
                <p:spPr>
                  <a:xfrm>
                    <a:off x="5380482" y="4470844"/>
                    <a:ext cx="148780" cy="148780"/>
                  </a:xfrm>
                  <a:custGeom>
                    <a:avLst/>
                    <a:gdLst/>
                    <a:ahLst/>
                    <a:cxnLst/>
                    <a:rect l="l" t="t" r="r" b="b"/>
                    <a:pathLst>
                      <a:path w="148780" h="148780" extrusionOk="0">
                        <a:moveTo>
                          <a:pt x="0" y="148780"/>
                        </a:moveTo>
                        <a:lnTo>
                          <a:pt x="0" y="89249"/>
                        </a:lnTo>
                        <a:lnTo>
                          <a:pt x="29718" y="89249"/>
                        </a:lnTo>
                        <a:lnTo>
                          <a:pt x="29718" y="59436"/>
                        </a:lnTo>
                        <a:lnTo>
                          <a:pt x="59436" y="59436"/>
                        </a:lnTo>
                        <a:lnTo>
                          <a:pt x="59436" y="29718"/>
                        </a:lnTo>
                        <a:lnTo>
                          <a:pt x="89249" y="29718"/>
                        </a:lnTo>
                        <a:lnTo>
                          <a:pt x="89249" y="0"/>
                        </a:lnTo>
                        <a:lnTo>
                          <a:pt x="148780" y="0"/>
                        </a:lnTo>
                        <a:lnTo>
                          <a:pt x="148780" y="29718"/>
                        </a:lnTo>
                        <a:lnTo>
                          <a:pt x="119063" y="29718"/>
                        </a:lnTo>
                        <a:lnTo>
                          <a:pt x="119063" y="59436"/>
                        </a:lnTo>
                        <a:lnTo>
                          <a:pt x="89249" y="59436"/>
                        </a:lnTo>
                        <a:lnTo>
                          <a:pt x="89249" y="89249"/>
                        </a:lnTo>
                        <a:lnTo>
                          <a:pt x="59436" y="89249"/>
                        </a:lnTo>
                        <a:lnTo>
                          <a:pt x="59436" y="119063"/>
                        </a:lnTo>
                        <a:lnTo>
                          <a:pt x="29718" y="119063"/>
                        </a:lnTo>
                        <a:lnTo>
                          <a:pt x="29718" y="148780"/>
                        </a:lnTo>
                        <a:lnTo>
                          <a:pt x="0" y="1487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9" name="Google Shape;2739;p38"/>
                  <p:cNvSpPr/>
                  <p:nvPr/>
                </p:nvSpPr>
                <p:spPr>
                  <a:xfrm>
                    <a:off x="5499544"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0" name="Google Shape;2740;p38"/>
                  <p:cNvSpPr/>
                  <p:nvPr/>
                </p:nvSpPr>
                <p:spPr>
                  <a:xfrm>
                    <a:off x="546973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1" name="Google Shape;2741;p38"/>
                  <p:cNvSpPr/>
                  <p:nvPr/>
                </p:nvSpPr>
                <p:spPr>
                  <a:xfrm>
                    <a:off x="5499544"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2" name="Google Shape;2742;p38"/>
                  <p:cNvSpPr/>
                  <p:nvPr/>
                </p:nvSpPr>
                <p:spPr>
                  <a:xfrm>
                    <a:off x="5529262"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3" name="Google Shape;2743;p38"/>
                  <p:cNvSpPr/>
                  <p:nvPr/>
                </p:nvSpPr>
                <p:spPr>
                  <a:xfrm>
                    <a:off x="555898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4" name="Google Shape;2744;p38"/>
                  <p:cNvSpPr/>
                  <p:nvPr/>
                </p:nvSpPr>
                <p:spPr>
                  <a:xfrm>
                    <a:off x="5469731" y="3548062"/>
                    <a:ext cx="297656" cy="1220342"/>
                  </a:xfrm>
                  <a:custGeom>
                    <a:avLst/>
                    <a:gdLst/>
                    <a:ahLst/>
                    <a:cxnLst/>
                    <a:rect l="l" t="t" r="r" b="b"/>
                    <a:pathLst>
                      <a:path w="297656" h="1220342" extrusionOk="0">
                        <a:moveTo>
                          <a:pt x="0" y="654844"/>
                        </a:moveTo>
                        <a:lnTo>
                          <a:pt x="0" y="476250"/>
                        </a:lnTo>
                        <a:lnTo>
                          <a:pt x="29813" y="476250"/>
                        </a:lnTo>
                        <a:lnTo>
                          <a:pt x="29813" y="386905"/>
                        </a:lnTo>
                        <a:lnTo>
                          <a:pt x="59531" y="386905"/>
                        </a:lnTo>
                        <a:lnTo>
                          <a:pt x="59531" y="59531"/>
                        </a:lnTo>
                        <a:lnTo>
                          <a:pt x="89249" y="59531"/>
                        </a:lnTo>
                        <a:lnTo>
                          <a:pt x="89249" y="29718"/>
                        </a:lnTo>
                        <a:lnTo>
                          <a:pt x="148876" y="29718"/>
                        </a:lnTo>
                        <a:lnTo>
                          <a:pt x="148876" y="0"/>
                        </a:lnTo>
                        <a:lnTo>
                          <a:pt x="208312" y="0"/>
                        </a:lnTo>
                        <a:lnTo>
                          <a:pt x="208312" y="29718"/>
                        </a:lnTo>
                        <a:lnTo>
                          <a:pt x="267938" y="29718"/>
                        </a:lnTo>
                        <a:lnTo>
                          <a:pt x="267938" y="59531"/>
                        </a:lnTo>
                        <a:lnTo>
                          <a:pt x="297656" y="59531"/>
                        </a:lnTo>
                        <a:lnTo>
                          <a:pt x="297656" y="148780"/>
                        </a:lnTo>
                        <a:lnTo>
                          <a:pt x="267938" y="148780"/>
                        </a:lnTo>
                        <a:lnTo>
                          <a:pt x="267938" y="238125"/>
                        </a:lnTo>
                        <a:lnTo>
                          <a:pt x="238125" y="238125"/>
                        </a:lnTo>
                        <a:lnTo>
                          <a:pt x="238125" y="327470"/>
                        </a:lnTo>
                        <a:lnTo>
                          <a:pt x="208312" y="327470"/>
                        </a:lnTo>
                        <a:lnTo>
                          <a:pt x="208312" y="386905"/>
                        </a:lnTo>
                        <a:lnTo>
                          <a:pt x="238125" y="386905"/>
                        </a:lnTo>
                        <a:lnTo>
                          <a:pt x="238125" y="505968"/>
                        </a:lnTo>
                        <a:lnTo>
                          <a:pt x="267938" y="505968"/>
                        </a:lnTo>
                        <a:lnTo>
                          <a:pt x="267938" y="595313"/>
                        </a:lnTo>
                        <a:lnTo>
                          <a:pt x="297656" y="595313"/>
                        </a:lnTo>
                        <a:lnTo>
                          <a:pt x="297656" y="773906"/>
                        </a:lnTo>
                        <a:lnTo>
                          <a:pt x="267938" y="773906"/>
                        </a:lnTo>
                        <a:lnTo>
                          <a:pt x="267938" y="982218"/>
                        </a:lnTo>
                        <a:lnTo>
                          <a:pt x="238125" y="982218"/>
                        </a:lnTo>
                        <a:lnTo>
                          <a:pt x="238125" y="1101281"/>
                        </a:lnTo>
                        <a:lnTo>
                          <a:pt x="208312" y="1101281"/>
                        </a:lnTo>
                        <a:lnTo>
                          <a:pt x="208312" y="1220343"/>
                        </a:lnTo>
                        <a:lnTo>
                          <a:pt x="178594" y="1220343"/>
                        </a:lnTo>
                        <a:lnTo>
                          <a:pt x="178594" y="1190625"/>
                        </a:lnTo>
                        <a:lnTo>
                          <a:pt x="148876" y="1190625"/>
                        </a:lnTo>
                        <a:lnTo>
                          <a:pt x="148876" y="1071563"/>
                        </a:lnTo>
                        <a:lnTo>
                          <a:pt x="178594" y="1071563"/>
                        </a:lnTo>
                        <a:lnTo>
                          <a:pt x="178594" y="952500"/>
                        </a:lnTo>
                        <a:lnTo>
                          <a:pt x="208312" y="952500"/>
                        </a:lnTo>
                        <a:lnTo>
                          <a:pt x="208312" y="833438"/>
                        </a:lnTo>
                        <a:lnTo>
                          <a:pt x="178594" y="833438"/>
                        </a:lnTo>
                        <a:lnTo>
                          <a:pt x="178594" y="714375"/>
                        </a:lnTo>
                        <a:lnTo>
                          <a:pt x="148876" y="714375"/>
                        </a:lnTo>
                        <a:lnTo>
                          <a:pt x="148876" y="625030"/>
                        </a:lnTo>
                        <a:lnTo>
                          <a:pt x="119063" y="625030"/>
                        </a:lnTo>
                        <a:lnTo>
                          <a:pt x="119063" y="714375"/>
                        </a:lnTo>
                        <a:lnTo>
                          <a:pt x="89249" y="714375"/>
                        </a:lnTo>
                        <a:lnTo>
                          <a:pt x="89249" y="922782"/>
                        </a:lnTo>
                        <a:lnTo>
                          <a:pt x="59531" y="922782"/>
                        </a:lnTo>
                        <a:lnTo>
                          <a:pt x="29813" y="922782"/>
                        </a:lnTo>
                        <a:lnTo>
                          <a:pt x="29813" y="654844"/>
                        </a:lnTo>
                        <a:lnTo>
                          <a:pt x="0" y="6548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5" name="Google Shape;2745;p38"/>
                  <p:cNvSpPr/>
                  <p:nvPr/>
                </p:nvSpPr>
                <p:spPr>
                  <a:xfrm>
                    <a:off x="5439917" y="4262437"/>
                    <a:ext cx="208407" cy="446532"/>
                  </a:xfrm>
                  <a:custGeom>
                    <a:avLst/>
                    <a:gdLst/>
                    <a:ahLst/>
                    <a:cxnLst/>
                    <a:rect l="l" t="t" r="r" b="b"/>
                    <a:pathLst>
                      <a:path w="208407" h="446532" extrusionOk="0">
                        <a:moveTo>
                          <a:pt x="0" y="446532"/>
                        </a:moveTo>
                        <a:lnTo>
                          <a:pt x="0" y="386905"/>
                        </a:lnTo>
                        <a:lnTo>
                          <a:pt x="29813" y="386905"/>
                        </a:lnTo>
                        <a:lnTo>
                          <a:pt x="29813" y="357188"/>
                        </a:lnTo>
                        <a:lnTo>
                          <a:pt x="59627" y="357188"/>
                        </a:lnTo>
                        <a:lnTo>
                          <a:pt x="59627" y="327470"/>
                        </a:lnTo>
                        <a:lnTo>
                          <a:pt x="89345" y="327470"/>
                        </a:lnTo>
                        <a:lnTo>
                          <a:pt x="89345" y="297656"/>
                        </a:lnTo>
                        <a:lnTo>
                          <a:pt x="119063" y="297656"/>
                        </a:lnTo>
                        <a:lnTo>
                          <a:pt x="119063" y="267843"/>
                        </a:lnTo>
                        <a:lnTo>
                          <a:pt x="148876" y="267843"/>
                        </a:lnTo>
                        <a:lnTo>
                          <a:pt x="148876" y="238125"/>
                        </a:lnTo>
                        <a:lnTo>
                          <a:pt x="119063" y="238125"/>
                        </a:lnTo>
                        <a:lnTo>
                          <a:pt x="119063" y="208407"/>
                        </a:lnTo>
                        <a:lnTo>
                          <a:pt x="148876" y="208407"/>
                        </a:lnTo>
                        <a:lnTo>
                          <a:pt x="148876" y="0"/>
                        </a:lnTo>
                        <a:lnTo>
                          <a:pt x="178689" y="0"/>
                        </a:lnTo>
                        <a:lnTo>
                          <a:pt x="178689" y="119063"/>
                        </a:lnTo>
                        <a:lnTo>
                          <a:pt x="208407" y="119063"/>
                        </a:lnTo>
                        <a:lnTo>
                          <a:pt x="208407" y="238125"/>
                        </a:lnTo>
                        <a:lnTo>
                          <a:pt x="178689" y="238125"/>
                        </a:lnTo>
                        <a:lnTo>
                          <a:pt x="178689" y="357188"/>
                        </a:lnTo>
                        <a:lnTo>
                          <a:pt x="148876" y="357188"/>
                        </a:lnTo>
                        <a:lnTo>
                          <a:pt x="148876" y="327470"/>
                        </a:lnTo>
                        <a:lnTo>
                          <a:pt x="119063" y="327470"/>
                        </a:lnTo>
                        <a:lnTo>
                          <a:pt x="119063" y="357188"/>
                        </a:lnTo>
                        <a:lnTo>
                          <a:pt x="89345" y="357188"/>
                        </a:lnTo>
                        <a:lnTo>
                          <a:pt x="89345" y="386905"/>
                        </a:lnTo>
                        <a:lnTo>
                          <a:pt x="59627" y="386905"/>
                        </a:lnTo>
                        <a:lnTo>
                          <a:pt x="59627" y="416719"/>
                        </a:lnTo>
                        <a:lnTo>
                          <a:pt x="29813" y="416719"/>
                        </a:lnTo>
                        <a:lnTo>
                          <a:pt x="29813" y="446532"/>
                        </a:lnTo>
                        <a:lnTo>
                          <a:pt x="0" y="44653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6" name="Google Shape;2746;p38"/>
                  <p:cNvSpPr/>
                  <p:nvPr/>
                </p:nvSpPr>
                <p:spPr>
                  <a:xfrm>
                    <a:off x="5588793" y="461962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747" name="Google Shape;2747;p38"/>
                <p:cNvSpPr/>
                <p:nvPr/>
              </p:nvSpPr>
              <p:spPr>
                <a:xfrm>
                  <a:off x="5648325" y="4708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8" name="Google Shape;2748;p38"/>
                <p:cNvSpPr/>
                <p:nvPr/>
              </p:nvSpPr>
              <p:spPr>
                <a:xfrm>
                  <a:off x="5439918"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9" name="Google Shape;2749;p38"/>
                <p:cNvSpPr/>
                <p:nvPr/>
              </p:nvSpPr>
              <p:spPr>
                <a:xfrm>
                  <a:off x="5380482"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0" name="Google Shape;2750;p38"/>
                <p:cNvSpPr/>
                <p:nvPr/>
              </p:nvSpPr>
              <p:spPr>
                <a:xfrm>
                  <a:off x="5469731"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1" name="Google Shape;2751;p38"/>
                <p:cNvSpPr/>
                <p:nvPr/>
              </p:nvSpPr>
              <p:spPr>
                <a:xfrm>
                  <a:off x="5410200"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2" name="Google Shape;2752;p38"/>
                <p:cNvSpPr/>
                <p:nvPr/>
              </p:nvSpPr>
              <p:spPr>
                <a:xfrm>
                  <a:off x="5529262" y="4411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3" name="Google Shape;2753;p38"/>
                <p:cNvSpPr/>
                <p:nvPr/>
              </p:nvSpPr>
              <p:spPr>
                <a:xfrm rot="10800000">
                  <a:off x="5648325"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4" name="Google Shape;2754;p38"/>
                <p:cNvSpPr/>
                <p:nvPr/>
              </p:nvSpPr>
              <p:spPr>
                <a:xfrm rot="10800000">
                  <a:off x="5588793" y="381609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5" name="Google Shape;2755;p38"/>
                <p:cNvSpPr/>
                <p:nvPr/>
              </p:nvSpPr>
              <p:spPr>
                <a:xfrm rot="10800000">
                  <a:off x="5529262"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6" name="Google Shape;2756;p38"/>
                <p:cNvSpPr/>
                <p:nvPr/>
              </p:nvSpPr>
              <p:spPr>
                <a:xfrm rot="10800000">
                  <a:off x="5559171" y="453047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7" name="Google Shape;2757;p38"/>
                <p:cNvSpPr/>
                <p:nvPr/>
              </p:nvSpPr>
              <p:spPr>
                <a:xfrm rot="10800000">
                  <a:off x="5559171"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8" name="Google Shape;2758;p38"/>
                <p:cNvSpPr/>
                <p:nvPr/>
              </p:nvSpPr>
              <p:spPr>
                <a:xfrm rot="10800000">
                  <a:off x="5588793"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9" name="Google Shape;2759;p38"/>
                <p:cNvSpPr/>
                <p:nvPr/>
              </p:nvSpPr>
              <p:spPr>
                <a:xfrm rot="10800000">
                  <a:off x="5707856"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0" name="Google Shape;2760;p38"/>
                <p:cNvSpPr/>
                <p:nvPr/>
              </p:nvSpPr>
              <p:spPr>
                <a:xfrm rot="10800000">
                  <a:off x="5737669"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1" name="Google Shape;2761;p38"/>
                <p:cNvSpPr/>
                <p:nvPr/>
              </p:nvSpPr>
              <p:spPr>
                <a:xfrm rot="10800000">
                  <a:off x="5678233"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2" name="Google Shape;2762;p38"/>
                <p:cNvSpPr/>
                <p:nvPr/>
              </p:nvSpPr>
              <p:spPr>
                <a:xfrm rot="10800000">
                  <a:off x="5707951" y="47685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3" name="Google Shape;2763;p38"/>
                <p:cNvSpPr/>
                <p:nvPr/>
              </p:nvSpPr>
              <p:spPr>
                <a:xfrm>
                  <a:off x="5678043"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4" name="Google Shape;2764;p38"/>
                <p:cNvSpPr/>
                <p:nvPr/>
              </p:nvSpPr>
              <p:spPr>
                <a:xfrm>
                  <a:off x="5916168"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5" name="Google Shape;2765;p38"/>
                <p:cNvSpPr/>
                <p:nvPr/>
              </p:nvSpPr>
              <p:spPr>
                <a:xfrm>
                  <a:off x="5856732"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6" name="Google Shape;2766;p38"/>
                <p:cNvSpPr/>
                <p:nvPr/>
              </p:nvSpPr>
              <p:spPr>
                <a:xfrm>
                  <a:off x="5707856"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7" name="Google Shape;2767;p38"/>
                <p:cNvSpPr/>
                <p:nvPr/>
              </p:nvSpPr>
              <p:spPr>
                <a:xfrm>
                  <a:off x="5707856"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8" name="Google Shape;2768;p38"/>
                <p:cNvSpPr/>
                <p:nvPr/>
              </p:nvSpPr>
              <p:spPr>
                <a:xfrm>
                  <a:off x="5856732"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9" name="Google Shape;2769;p38"/>
                <p:cNvSpPr/>
                <p:nvPr/>
              </p:nvSpPr>
              <p:spPr>
                <a:xfrm>
                  <a:off x="5767387" y="49768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0" name="Google Shape;2770;p38"/>
                <p:cNvSpPr/>
                <p:nvPr/>
              </p:nvSpPr>
              <p:spPr>
                <a:xfrm>
                  <a:off x="5707856" y="4887467"/>
                  <a:ext cx="208311" cy="89344"/>
                </a:xfrm>
                <a:custGeom>
                  <a:avLst/>
                  <a:gdLst/>
                  <a:ahLst/>
                  <a:cxnLst/>
                  <a:rect l="l" t="t" r="r" b="b"/>
                  <a:pathLst>
                    <a:path w="208311" h="89344" extrusionOk="0">
                      <a:moveTo>
                        <a:pt x="0" y="59627"/>
                      </a:moveTo>
                      <a:lnTo>
                        <a:pt x="0" y="29813"/>
                      </a:lnTo>
                      <a:lnTo>
                        <a:pt x="59531" y="29813"/>
                      </a:lnTo>
                      <a:lnTo>
                        <a:pt x="59531" y="0"/>
                      </a:lnTo>
                      <a:lnTo>
                        <a:pt x="148876" y="0"/>
                      </a:lnTo>
                      <a:lnTo>
                        <a:pt x="148876" y="29813"/>
                      </a:lnTo>
                      <a:lnTo>
                        <a:pt x="208312" y="29813"/>
                      </a:lnTo>
                      <a:lnTo>
                        <a:pt x="208312" y="59627"/>
                      </a:lnTo>
                      <a:lnTo>
                        <a:pt x="148876" y="59627"/>
                      </a:lnTo>
                      <a:lnTo>
                        <a:pt x="148876" y="89345"/>
                      </a:lnTo>
                      <a:lnTo>
                        <a:pt x="59531" y="89345"/>
                      </a:lnTo>
                      <a:lnTo>
                        <a:pt x="59531" y="59627"/>
                      </a:lnTo>
                      <a:lnTo>
                        <a:pt x="0" y="5962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1" name="Google Shape;2771;p38"/>
                <p:cNvSpPr/>
                <p:nvPr/>
              </p:nvSpPr>
              <p:spPr>
                <a:xfrm>
                  <a:off x="5767387" y="485774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2" name="Google Shape;2772;p38"/>
                <p:cNvSpPr/>
                <p:nvPr/>
              </p:nvSpPr>
              <p:spPr>
                <a:xfrm>
                  <a:off x="5588793"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3" name="Google Shape;2773;p38"/>
                <p:cNvSpPr/>
                <p:nvPr/>
              </p:nvSpPr>
              <p:spPr>
                <a:xfrm>
                  <a:off x="5350668"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4" name="Google Shape;2774;p38"/>
                <p:cNvSpPr/>
                <p:nvPr/>
              </p:nvSpPr>
              <p:spPr>
                <a:xfrm>
                  <a:off x="5380482"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5" name="Google Shape;2775;p38"/>
                <p:cNvSpPr/>
                <p:nvPr/>
              </p:nvSpPr>
              <p:spPr>
                <a:xfrm>
                  <a:off x="5529262"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6" name="Google Shape;2776;p38"/>
                <p:cNvSpPr/>
                <p:nvPr/>
              </p:nvSpPr>
              <p:spPr>
                <a:xfrm>
                  <a:off x="5529262"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7" name="Google Shape;2777;p38"/>
                <p:cNvSpPr/>
                <p:nvPr/>
              </p:nvSpPr>
              <p:spPr>
                <a:xfrm>
                  <a:off x="5380482"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8" name="Google Shape;2778;p38"/>
                <p:cNvSpPr/>
                <p:nvPr/>
              </p:nvSpPr>
              <p:spPr>
                <a:xfrm>
                  <a:off x="5439918"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9" name="Google Shape;2779;p38"/>
                <p:cNvSpPr/>
                <p:nvPr/>
              </p:nvSpPr>
              <p:spPr>
                <a:xfrm>
                  <a:off x="5380482" y="4857749"/>
                  <a:ext cx="208311" cy="89344"/>
                </a:xfrm>
                <a:custGeom>
                  <a:avLst/>
                  <a:gdLst/>
                  <a:ahLst/>
                  <a:cxnLst/>
                  <a:rect l="l" t="t" r="r" b="b"/>
                  <a:pathLst>
                    <a:path w="208311" h="89344" extrusionOk="0">
                      <a:moveTo>
                        <a:pt x="0" y="59531"/>
                      </a:moveTo>
                      <a:lnTo>
                        <a:pt x="0" y="29718"/>
                      </a:lnTo>
                      <a:lnTo>
                        <a:pt x="59436" y="29718"/>
                      </a:lnTo>
                      <a:lnTo>
                        <a:pt x="59436" y="0"/>
                      </a:lnTo>
                      <a:lnTo>
                        <a:pt x="148780" y="0"/>
                      </a:lnTo>
                      <a:lnTo>
                        <a:pt x="148780" y="29718"/>
                      </a:lnTo>
                      <a:lnTo>
                        <a:pt x="208312" y="29718"/>
                      </a:lnTo>
                      <a:lnTo>
                        <a:pt x="208312" y="59531"/>
                      </a:lnTo>
                      <a:lnTo>
                        <a:pt x="148780" y="59531"/>
                      </a:lnTo>
                      <a:lnTo>
                        <a:pt x="148780" y="89345"/>
                      </a:lnTo>
                      <a:lnTo>
                        <a:pt x="59436" y="89345"/>
                      </a:lnTo>
                      <a:lnTo>
                        <a:pt x="59436"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0" name="Google Shape;2780;p38"/>
                <p:cNvSpPr/>
                <p:nvPr/>
              </p:nvSpPr>
              <p:spPr>
                <a:xfrm>
                  <a:off x="5439918" y="482803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1" name="Google Shape;2781;p38"/>
                <p:cNvSpPr/>
                <p:nvPr/>
              </p:nvSpPr>
              <p:spPr>
                <a:xfrm rot="10800000">
                  <a:off x="564842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2" name="Google Shape;2782;p38"/>
                <p:cNvSpPr/>
                <p:nvPr/>
              </p:nvSpPr>
              <p:spPr>
                <a:xfrm rot="10800000">
                  <a:off x="5618606"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3" name="Google Shape;2783;p38"/>
                <p:cNvSpPr/>
                <p:nvPr/>
              </p:nvSpPr>
              <p:spPr>
                <a:xfrm>
                  <a:off x="5648325"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4" name="Google Shape;2784;p38"/>
                <p:cNvSpPr/>
                <p:nvPr/>
              </p:nvSpPr>
              <p:spPr>
                <a:xfrm>
                  <a:off x="5618607" y="50065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5" name="Google Shape;2785;p38"/>
                <p:cNvSpPr/>
                <p:nvPr/>
              </p:nvSpPr>
              <p:spPr>
                <a:xfrm>
                  <a:off x="56780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6" name="Google Shape;2786;p38"/>
                <p:cNvSpPr/>
                <p:nvPr/>
              </p:nvSpPr>
              <p:spPr>
                <a:xfrm>
                  <a:off x="576738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7" name="Google Shape;2787;p38"/>
                <p:cNvSpPr/>
                <p:nvPr/>
              </p:nvSpPr>
              <p:spPr>
                <a:xfrm>
                  <a:off x="5707856"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8" name="Google Shape;2788;p38"/>
                <p:cNvSpPr/>
                <p:nvPr/>
              </p:nvSpPr>
              <p:spPr>
                <a:xfrm>
                  <a:off x="5678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9" name="Google Shape;2789;p38"/>
                <p:cNvSpPr/>
                <p:nvPr/>
              </p:nvSpPr>
              <p:spPr>
                <a:xfrm>
                  <a:off x="576738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0" name="Google Shape;2790;p38"/>
                <p:cNvSpPr/>
                <p:nvPr/>
              </p:nvSpPr>
              <p:spPr>
                <a:xfrm>
                  <a:off x="5707856"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1" name="Google Shape;2791;p38"/>
                <p:cNvSpPr/>
                <p:nvPr/>
              </p:nvSpPr>
              <p:spPr>
                <a:xfrm>
                  <a:off x="5797105" y="50958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2" name="Google Shape;2792;p38"/>
                <p:cNvSpPr/>
                <p:nvPr/>
              </p:nvSpPr>
              <p:spPr>
                <a:xfrm>
                  <a:off x="5648325" y="5006529"/>
                  <a:ext cx="148780" cy="178689"/>
                </a:xfrm>
                <a:custGeom>
                  <a:avLst/>
                  <a:gdLst/>
                  <a:ahLst/>
                  <a:cxnLst/>
                  <a:rect l="l" t="t" r="r" b="b"/>
                  <a:pathLst>
                    <a:path w="148780" h="178689" extrusionOk="0">
                      <a:moveTo>
                        <a:pt x="0" y="59627"/>
                      </a:moveTo>
                      <a:lnTo>
                        <a:pt x="0" y="0"/>
                      </a:lnTo>
                      <a:lnTo>
                        <a:pt x="29718" y="0"/>
                      </a:lnTo>
                      <a:lnTo>
                        <a:pt x="29718" y="29813"/>
                      </a:lnTo>
                      <a:lnTo>
                        <a:pt x="59531" y="29813"/>
                      </a:lnTo>
                      <a:lnTo>
                        <a:pt x="59531" y="59627"/>
                      </a:lnTo>
                      <a:lnTo>
                        <a:pt x="119063" y="59627"/>
                      </a:lnTo>
                      <a:lnTo>
                        <a:pt x="119063" y="89345"/>
                      </a:lnTo>
                      <a:lnTo>
                        <a:pt x="148780" y="89345"/>
                      </a:lnTo>
                      <a:lnTo>
                        <a:pt x="148780" y="148876"/>
                      </a:lnTo>
                      <a:lnTo>
                        <a:pt x="119063" y="148876"/>
                      </a:lnTo>
                      <a:lnTo>
                        <a:pt x="119063" y="178689"/>
                      </a:lnTo>
                      <a:lnTo>
                        <a:pt x="59531" y="178689"/>
                      </a:lnTo>
                      <a:lnTo>
                        <a:pt x="59531" y="148876"/>
                      </a:lnTo>
                      <a:lnTo>
                        <a:pt x="29718" y="148876"/>
                      </a:lnTo>
                      <a:lnTo>
                        <a:pt x="29718" y="59627"/>
                      </a:lnTo>
                      <a:lnTo>
                        <a:pt x="0" y="5962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3" name="Google Shape;2793;p38"/>
                <p:cNvSpPr/>
                <p:nvPr/>
              </p:nvSpPr>
              <p:spPr>
                <a:xfrm>
                  <a:off x="5648325"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4" name="Google Shape;2794;p38"/>
                <p:cNvSpPr/>
                <p:nvPr/>
              </p:nvSpPr>
              <p:spPr>
                <a:xfrm>
                  <a:off x="5588793"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5" name="Google Shape;2795;p38"/>
                <p:cNvSpPr/>
                <p:nvPr/>
              </p:nvSpPr>
              <p:spPr>
                <a:xfrm>
                  <a:off x="5558980"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6" name="Google Shape;2796;p38"/>
                <p:cNvSpPr/>
                <p:nvPr/>
              </p:nvSpPr>
              <p:spPr>
                <a:xfrm>
                  <a:off x="5469731"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7" name="Google Shape;2797;p38"/>
                <p:cNvSpPr/>
                <p:nvPr/>
              </p:nvSpPr>
              <p:spPr>
                <a:xfrm>
                  <a:off x="5499544"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8" name="Google Shape;2798;p38"/>
                <p:cNvSpPr/>
                <p:nvPr/>
              </p:nvSpPr>
              <p:spPr>
                <a:xfrm>
                  <a:off x="5558980"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9" name="Google Shape;2799;p38"/>
                <p:cNvSpPr/>
                <p:nvPr/>
              </p:nvSpPr>
              <p:spPr>
                <a:xfrm>
                  <a:off x="5469731"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0" name="Google Shape;2800;p38"/>
                <p:cNvSpPr/>
                <p:nvPr/>
              </p:nvSpPr>
              <p:spPr>
                <a:xfrm>
                  <a:off x="5499544"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1" name="Google Shape;2801;p38"/>
                <p:cNvSpPr/>
                <p:nvPr/>
              </p:nvSpPr>
              <p:spPr>
                <a:xfrm>
                  <a:off x="5439918" y="50958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2" name="Google Shape;2802;p38"/>
                <p:cNvSpPr/>
                <p:nvPr/>
              </p:nvSpPr>
              <p:spPr>
                <a:xfrm>
                  <a:off x="5469731" y="5006529"/>
                  <a:ext cx="148875" cy="178689"/>
                </a:xfrm>
                <a:custGeom>
                  <a:avLst/>
                  <a:gdLst/>
                  <a:ahLst/>
                  <a:cxnLst/>
                  <a:rect l="l" t="t" r="r" b="b"/>
                  <a:pathLst>
                    <a:path w="148875" h="178689" extrusionOk="0">
                      <a:moveTo>
                        <a:pt x="0" y="148876"/>
                      </a:moveTo>
                      <a:lnTo>
                        <a:pt x="0" y="89345"/>
                      </a:lnTo>
                      <a:lnTo>
                        <a:pt x="29813" y="89345"/>
                      </a:lnTo>
                      <a:lnTo>
                        <a:pt x="29813" y="59627"/>
                      </a:lnTo>
                      <a:lnTo>
                        <a:pt x="89249" y="59627"/>
                      </a:lnTo>
                      <a:lnTo>
                        <a:pt x="89249" y="29813"/>
                      </a:lnTo>
                      <a:lnTo>
                        <a:pt x="119063" y="29813"/>
                      </a:lnTo>
                      <a:lnTo>
                        <a:pt x="119063" y="0"/>
                      </a:lnTo>
                      <a:lnTo>
                        <a:pt x="148876" y="0"/>
                      </a:lnTo>
                      <a:lnTo>
                        <a:pt x="148876" y="59627"/>
                      </a:lnTo>
                      <a:lnTo>
                        <a:pt x="119063" y="59627"/>
                      </a:lnTo>
                      <a:lnTo>
                        <a:pt x="119063" y="148876"/>
                      </a:lnTo>
                      <a:lnTo>
                        <a:pt x="89249" y="148876"/>
                      </a:lnTo>
                      <a:lnTo>
                        <a:pt x="89249" y="178689"/>
                      </a:lnTo>
                      <a:lnTo>
                        <a:pt x="29813" y="178689"/>
                      </a:lnTo>
                      <a:lnTo>
                        <a:pt x="29813" y="148876"/>
                      </a:lnTo>
                      <a:lnTo>
                        <a:pt x="0" y="14887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3" name="Google Shape;2803;p38"/>
                <p:cNvSpPr/>
                <p:nvPr/>
              </p:nvSpPr>
              <p:spPr>
                <a:xfrm>
                  <a:off x="5588793"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4" name="Google Shape;2804;p38"/>
                <p:cNvSpPr/>
                <p:nvPr/>
              </p:nvSpPr>
              <p:spPr>
                <a:xfrm>
                  <a:off x="5320855" y="4441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5" name="Google Shape;2805;p38"/>
                <p:cNvSpPr/>
                <p:nvPr/>
              </p:nvSpPr>
              <p:spPr>
                <a:xfrm rot="10800000">
                  <a:off x="5440108"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6" name="Google Shape;2806;p38"/>
                <p:cNvSpPr/>
                <p:nvPr/>
              </p:nvSpPr>
              <p:spPr>
                <a:xfrm rot="10800000">
                  <a:off x="538048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7" name="Google Shape;2807;p38"/>
                <p:cNvSpPr/>
                <p:nvPr/>
              </p:nvSpPr>
              <p:spPr>
                <a:xfrm rot="10800000">
                  <a:off x="5410200" y="453047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8" name="Google Shape;2808;p38"/>
                <p:cNvSpPr/>
                <p:nvPr/>
              </p:nvSpPr>
              <p:spPr>
                <a:xfrm rot="10800000">
                  <a:off x="5440108"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9" name="Google Shape;2809;p38"/>
                <p:cNvSpPr/>
                <p:nvPr/>
              </p:nvSpPr>
              <p:spPr>
                <a:xfrm rot="10800000">
                  <a:off x="5469731"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0" name="Google Shape;2810;p38"/>
                <p:cNvSpPr/>
                <p:nvPr/>
              </p:nvSpPr>
              <p:spPr>
                <a:xfrm rot="10800000">
                  <a:off x="5469731"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1" name="Google Shape;2811;p38"/>
                <p:cNvSpPr/>
                <p:nvPr/>
              </p:nvSpPr>
              <p:spPr>
                <a:xfrm rot="10800000">
                  <a:off x="5499544"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2" name="Google Shape;2812;p38"/>
                <p:cNvSpPr/>
                <p:nvPr/>
              </p:nvSpPr>
              <p:spPr>
                <a:xfrm rot="10800000">
                  <a:off x="552926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3" name="Google Shape;2813;p38"/>
                <p:cNvSpPr/>
                <p:nvPr/>
              </p:nvSpPr>
              <p:spPr>
                <a:xfrm>
                  <a:off x="5499544"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4" name="Google Shape;2814;p38"/>
                <p:cNvSpPr/>
                <p:nvPr/>
              </p:nvSpPr>
              <p:spPr>
                <a:xfrm rot="10800000">
                  <a:off x="5588793" y="426243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5" name="Google Shape;2815;p38"/>
                <p:cNvSpPr/>
                <p:nvPr/>
              </p:nvSpPr>
              <p:spPr>
                <a:xfrm rot="10800000">
                  <a:off x="5618607" y="441121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6" name="Google Shape;2816;p38"/>
                <p:cNvSpPr/>
                <p:nvPr/>
              </p:nvSpPr>
              <p:spPr>
                <a:xfrm rot="10800000">
                  <a:off x="5588793"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7" name="Google Shape;2817;p38"/>
                <p:cNvSpPr/>
                <p:nvPr/>
              </p:nvSpPr>
              <p:spPr>
                <a:xfrm rot="10800000">
                  <a:off x="5440108"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8" name="Google Shape;2818;p38"/>
                <p:cNvSpPr/>
                <p:nvPr/>
              </p:nvSpPr>
              <p:spPr>
                <a:xfrm rot="10800000">
                  <a:off x="5350668" y="441140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9" name="Google Shape;2819;p38"/>
                <p:cNvSpPr/>
                <p:nvPr/>
              </p:nvSpPr>
              <p:spPr>
                <a:xfrm rot="10800000">
                  <a:off x="5380386"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0" name="Google Shape;2820;p38"/>
                <p:cNvSpPr/>
                <p:nvPr/>
              </p:nvSpPr>
              <p:spPr>
                <a:xfrm rot="10800000">
                  <a:off x="5588793"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1" name="Google Shape;2821;p38"/>
                <p:cNvSpPr/>
                <p:nvPr/>
              </p:nvSpPr>
              <p:spPr>
                <a:xfrm rot="10800000">
                  <a:off x="5588793" y="447074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2" name="Google Shape;2822;p38"/>
                <p:cNvSpPr/>
                <p:nvPr/>
              </p:nvSpPr>
              <p:spPr>
                <a:xfrm rot="10800000">
                  <a:off x="5648325" y="450056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3" name="Google Shape;2823;p38"/>
                <p:cNvSpPr/>
                <p:nvPr/>
              </p:nvSpPr>
              <p:spPr>
                <a:xfrm rot="10800000">
                  <a:off x="5618607" y="4649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4" name="Google Shape;2824;p38"/>
                <p:cNvSpPr/>
                <p:nvPr/>
              </p:nvSpPr>
              <p:spPr>
                <a:xfrm rot="10800000">
                  <a:off x="5678233"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5" name="Google Shape;2825;p38"/>
                <p:cNvSpPr/>
                <p:nvPr/>
              </p:nvSpPr>
              <p:spPr>
                <a:xfrm>
                  <a:off x="5469731" y="4321968"/>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6" name="Google Shape;2826;p38"/>
                <p:cNvSpPr/>
                <p:nvPr/>
              </p:nvSpPr>
              <p:spPr>
                <a:xfrm>
                  <a:off x="5558980"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7" name="Google Shape;2827;p38"/>
                <p:cNvSpPr/>
                <p:nvPr/>
              </p:nvSpPr>
              <p:spPr>
                <a:xfrm>
                  <a:off x="5529262" y="42624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8" name="Google Shape;2828;p38"/>
                <p:cNvSpPr/>
                <p:nvPr/>
              </p:nvSpPr>
              <p:spPr>
                <a:xfrm>
                  <a:off x="5469731" y="4143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9" name="Google Shape;2829;p38"/>
                <p:cNvSpPr/>
                <p:nvPr/>
              </p:nvSpPr>
              <p:spPr>
                <a:xfrm>
                  <a:off x="5469731" y="4024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0" name="Google Shape;2830;p38"/>
                <p:cNvSpPr/>
                <p:nvPr/>
              </p:nvSpPr>
              <p:spPr>
                <a:xfrm>
                  <a:off x="5499544" y="3934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1" name="Google Shape;2831;p38"/>
                <p:cNvSpPr/>
                <p:nvPr/>
              </p:nvSpPr>
              <p:spPr>
                <a:xfrm>
                  <a:off x="5529262" y="36075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2" name="Google Shape;2832;p38"/>
                <p:cNvSpPr/>
                <p:nvPr/>
              </p:nvSpPr>
              <p:spPr>
                <a:xfrm>
                  <a:off x="5558980"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3" name="Google Shape;2833;p38"/>
                <p:cNvSpPr/>
                <p:nvPr/>
              </p:nvSpPr>
              <p:spPr>
                <a:xfrm>
                  <a:off x="5618607"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4" name="Google Shape;2834;p38"/>
                <p:cNvSpPr/>
                <p:nvPr/>
              </p:nvSpPr>
              <p:spPr>
                <a:xfrm>
                  <a:off x="5737669"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5" name="Google Shape;2835;p38"/>
                <p:cNvSpPr/>
                <p:nvPr/>
              </p:nvSpPr>
              <p:spPr>
                <a:xfrm>
                  <a:off x="5678043"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6" name="Google Shape;2836;p38"/>
                <p:cNvSpPr/>
                <p:nvPr/>
              </p:nvSpPr>
              <p:spPr>
                <a:xfrm>
                  <a:off x="5648325"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7" name="Google Shape;2837;p38"/>
                <p:cNvSpPr/>
                <p:nvPr/>
              </p:nvSpPr>
              <p:spPr>
                <a:xfrm>
                  <a:off x="5588793"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8" name="Google Shape;2838;p38"/>
                <p:cNvSpPr/>
                <p:nvPr/>
              </p:nvSpPr>
              <p:spPr>
                <a:xfrm>
                  <a:off x="5618607"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9" name="Google Shape;2839;p38"/>
                <p:cNvSpPr/>
                <p:nvPr/>
              </p:nvSpPr>
              <p:spPr>
                <a:xfrm>
                  <a:off x="5648325"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0" name="Google Shape;2840;p38"/>
                <p:cNvSpPr/>
                <p:nvPr/>
              </p:nvSpPr>
              <p:spPr>
                <a:xfrm>
                  <a:off x="5678043"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1" name="Google Shape;2841;p38"/>
                <p:cNvSpPr/>
                <p:nvPr/>
              </p:nvSpPr>
              <p:spPr>
                <a:xfrm>
                  <a:off x="5648325"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2" name="Google Shape;2842;p38"/>
                <p:cNvSpPr/>
                <p:nvPr/>
              </p:nvSpPr>
              <p:spPr>
                <a:xfrm>
                  <a:off x="5588793" y="37861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3" name="Google Shape;2843;p38"/>
                <p:cNvSpPr/>
                <p:nvPr/>
              </p:nvSpPr>
              <p:spPr>
                <a:xfrm>
                  <a:off x="555898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4" name="Google Shape;2844;p38"/>
                <p:cNvSpPr/>
                <p:nvPr/>
              </p:nvSpPr>
              <p:spPr>
                <a:xfrm>
                  <a:off x="5707856" y="3726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5" name="Google Shape;2845;p38"/>
                <p:cNvSpPr/>
                <p:nvPr/>
              </p:nvSpPr>
              <p:spPr>
                <a:xfrm>
                  <a:off x="5707856" y="36671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6" name="Google Shape;2846;p38"/>
                <p:cNvSpPr/>
                <p:nvPr/>
              </p:nvSpPr>
              <p:spPr>
                <a:xfrm>
                  <a:off x="5707856" y="36075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7" name="Google Shape;2847;p38"/>
                <p:cNvSpPr/>
                <p:nvPr/>
              </p:nvSpPr>
              <p:spPr>
                <a:xfrm>
                  <a:off x="5618607" y="35777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8" name="Google Shape;2848;p38"/>
                <p:cNvSpPr/>
                <p:nvPr/>
              </p:nvSpPr>
              <p:spPr>
                <a:xfrm rot="10800000">
                  <a:off x="5440013"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9" name="Google Shape;2849;p38"/>
                <p:cNvSpPr/>
                <p:nvPr/>
              </p:nvSpPr>
              <p:spPr>
                <a:xfrm rot="10800000">
                  <a:off x="5559170" y="4887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0" name="Google Shape;2850;p38"/>
                <p:cNvSpPr/>
                <p:nvPr/>
              </p:nvSpPr>
              <p:spPr>
                <a:xfrm rot="10800000">
                  <a:off x="5886545"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1" name="Google Shape;2851;p38"/>
                <p:cNvSpPr/>
                <p:nvPr/>
              </p:nvSpPr>
              <p:spPr>
                <a:xfrm rot="10800000">
                  <a:off x="5648420" y="50066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2" name="Google Shape;2852;p38"/>
                <p:cNvSpPr/>
                <p:nvPr/>
              </p:nvSpPr>
              <p:spPr>
                <a:xfrm rot="10800000">
                  <a:off x="5588888" y="50066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3" name="Google Shape;2853;p38"/>
                <p:cNvSpPr/>
                <p:nvPr/>
              </p:nvSpPr>
              <p:spPr>
                <a:xfrm rot="10800000">
                  <a:off x="5678233"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4" name="Google Shape;2854;p38"/>
                <p:cNvSpPr/>
                <p:nvPr/>
              </p:nvSpPr>
              <p:spPr>
                <a:xfrm rot="10800000">
                  <a:off x="5559170"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5" name="Google Shape;2855;p38"/>
                <p:cNvSpPr/>
                <p:nvPr/>
              </p:nvSpPr>
              <p:spPr>
                <a:xfrm rot="10800000">
                  <a:off x="5737669"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6" name="Google Shape;2856;p38"/>
                <p:cNvSpPr/>
                <p:nvPr/>
              </p:nvSpPr>
              <p:spPr>
                <a:xfrm rot="10800000">
                  <a:off x="5499544"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7" name="Google Shape;2857;p38"/>
                <p:cNvSpPr/>
                <p:nvPr/>
              </p:nvSpPr>
              <p:spPr>
                <a:xfrm rot="10800000">
                  <a:off x="5797200" y="488765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8" name="Google Shape;2858;p38"/>
                <p:cNvSpPr/>
                <p:nvPr/>
              </p:nvSpPr>
              <p:spPr>
                <a:xfrm rot="10800000">
                  <a:off x="5380481" y="4887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9" name="Google Shape;2859;p38"/>
                <p:cNvSpPr/>
                <p:nvPr/>
              </p:nvSpPr>
              <p:spPr>
                <a:xfrm rot="10800000">
                  <a:off x="5707951"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0" name="Google Shape;2860;p38"/>
                <p:cNvSpPr/>
                <p:nvPr/>
              </p:nvSpPr>
              <p:spPr>
                <a:xfrm rot="10800000">
                  <a:off x="552935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1" name="Google Shape;2861;p38"/>
                <p:cNvSpPr/>
                <p:nvPr/>
              </p:nvSpPr>
              <p:spPr>
                <a:xfrm rot="10800000">
                  <a:off x="5707856" y="5155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2" name="Google Shape;2862;p38"/>
                <p:cNvSpPr/>
                <p:nvPr/>
              </p:nvSpPr>
              <p:spPr>
                <a:xfrm rot="10800000">
                  <a:off x="5440013"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3" name="Google Shape;2863;p38"/>
                <p:cNvSpPr/>
                <p:nvPr/>
              </p:nvSpPr>
              <p:spPr>
                <a:xfrm rot="10800000">
                  <a:off x="5767387"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4" name="Google Shape;2864;p38"/>
                <p:cNvSpPr/>
                <p:nvPr/>
              </p:nvSpPr>
              <p:spPr>
                <a:xfrm rot="10800000">
                  <a:off x="5469826" y="512578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5" name="Google Shape;2865;p38"/>
                <p:cNvSpPr/>
                <p:nvPr/>
              </p:nvSpPr>
              <p:spPr>
                <a:xfrm rot="10800000">
                  <a:off x="5767482"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2866" name="Google Shape;2866;p38"/>
          <p:cNvGrpSpPr/>
          <p:nvPr/>
        </p:nvGrpSpPr>
        <p:grpSpPr>
          <a:xfrm>
            <a:off x="7119061" y="815935"/>
            <a:ext cx="1072382" cy="1114435"/>
            <a:chOff x="6571107" y="1494186"/>
            <a:chExt cx="1518094" cy="1577626"/>
          </a:xfrm>
        </p:grpSpPr>
        <p:grpSp>
          <p:nvGrpSpPr>
            <p:cNvPr id="2867" name="Google Shape;2867;p38"/>
            <p:cNvGrpSpPr/>
            <p:nvPr/>
          </p:nvGrpSpPr>
          <p:grpSpPr>
            <a:xfrm>
              <a:off x="6571107" y="1494281"/>
              <a:ext cx="1517617" cy="1577339"/>
              <a:chOff x="6571107" y="1494281"/>
              <a:chExt cx="1517617" cy="1577339"/>
            </a:xfrm>
          </p:grpSpPr>
          <p:sp>
            <p:nvSpPr>
              <p:cNvPr id="2868" name="Google Shape;2868;p38"/>
              <p:cNvSpPr/>
              <p:nvPr/>
            </p:nvSpPr>
            <p:spPr>
              <a:xfrm>
                <a:off x="7553515" y="1940813"/>
                <a:ext cx="535209" cy="1130807"/>
              </a:xfrm>
              <a:custGeom>
                <a:avLst/>
                <a:gdLst/>
                <a:ahLst/>
                <a:cxnLst/>
                <a:rect l="l" t="t" r="r" b="b"/>
                <a:pathLst>
                  <a:path w="535209" h="1130807" extrusionOk="0">
                    <a:moveTo>
                      <a:pt x="297466" y="59436"/>
                    </a:moveTo>
                    <a:lnTo>
                      <a:pt x="267748" y="59436"/>
                    </a:lnTo>
                    <a:lnTo>
                      <a:pt x="267748" y="118967"/>
                    </a:lnTo>
                    <a:lnTo>
                      <a:pt x="238030" y="118967"/>
                    </a:lnTo>
                    <a:lnTo>
                      <a:pt x="238030" y="178499"/>
                    </a:lnTo>
                    <a:lnTo>
                      <a:pt x="148685" y="178499"/>
                    </a:lnTo>
                    <a:lnTo>
                      <a:pt x="148685" y="208217"/>
                    </a:lnTo>
                    <a:lnTo>
                      <a:pt x="89154" y="208217"/>
                    </a:lnTo>
                    <a:lnTo>
                      <a:pt x="89154" y="178499"/>
                    </a:lnTo>
                    <a:lnTo>
                      <a:pt x="59436" y="178499"/>
                    </a:lnTo>
                    <a:lnTo>
                      <a:pt x="59436" y="208217"/>
                    </a:lnTo>
                    <a:lnTo>
                      <a:pt x="29718" y="208217"/>
                    </a:lnTo>
                    <a:lnTo>
                      <a:pt x="29718" y="416624"/>
                    </a:lnTo>
                    <a:lnTo>
                      <a:pt x="0" y="416624"/>
                    </a:lnTo>
                    <a:lnTo>
                      <a:pt x="0" y="535686"/>
                    </a:lnTo>
                    <a:lnTo>
                      <a:pt x="29718" y="535686"/>
                    </a:lnTo>
                    <a:lnTo>
                      <a:pt x="29718" y="625031"/>
                    </a:lnTo>
                    <a:lnTo>
                      <a:pt x="59436" y="625031"/>
                    </a:lnTo>
                    <a:lnTo>
                      <a:pt x="59436" y="684562"/>
                    </a:lnTo>
                    <a:lnTo>
                      <a:pt x="89154" y="684562"/>
                    </a:lnTo>
                    <a:lnTo>
                      <a:pt x="89154" y="744093"/>
                    </a:lnTo>
                    <a:lnTo>
                      <a:pt x="118872" y="744093"/>
                    </a:lnTo>
                    <a:lnTo>
                      <a:pt x="118872" y="892874"/>
                    </a:lnTo>
                    <a:lnTo>
                      <a:pt x="148590" y="892874"/>
                    </a:lnTo>
                    <a:lnTo>
                      <a:pt x="148590" y="1041654"/>
                    </a:lnTo>
                    <a:lnTo>
                      <a:pt x="178308" y="1041654"/>
                    </a:lnTo>
                    <a:lnTo>
                      <a:pt x="178308" y="1071372"/>
                    </a:lnTo>
                    <a:lnTo>
                      <a:pt x="208026" y="1071372"/>
                    </a:lnTo>
                    <a:lnTo>
                      <a:pt x="208026" y="1101090"/>
                    </a:lnTo>
                    <a:lnTo>
                      <a:pt x="267557" y="1101090"/>
                    </a:lnTo>
                    <a:lnTo>
                      <a:pt x="267557" y="1130808"/>
                    </a:lnTo>
                    <a:lnTo>
                      <a:pt x="327088" y="1130808"/>
                    </a:lnTo>
                    <a:lnTo>
                      <a:pt x="327088" y="1101090"/>
                    </a:lnTo>
                    <a:lnTo>
                      <a:pt x="386620" y="1101090"/>
                    </a:lnTo>
                    <a:lnTo>
                      <a:pt x="386620" y="1071372"/>
                    </a:lnTo>
                    <a:lnTo>
                      <a:pt x="416338" y="1071372"/>
                    </a:lnTo>
                    <a:lnTo>
                      <a:pt x="416338" y="1041654"/>
                    </a:lnTo>
                    <a:lnTo>
                      <a:pt x="446056" y="1041654"/>
                    </a:lnTo>
                    <a:lnTo>
                      <a:pt x="446056" y="982123"/>
                    </a:lnTo>
                    <a:lnTo>
                      <a:pt x="416338" y="982123"/>
                    </a:lnTo>
                    <a:lnTo>
                      <a:pt x="416338" y="922592"/>
                    </a:lnTo>
                    <a:lnTo>
                      <a:pt x="386620" y="922592"/>
                    </a:lnTo>
                    <a:lnTo>
                      <a:pt x="386620" y="863060"/>
                    </a:lnTo>
                    <a:lnTo>
                      <a:pt x="356902" y="863060"/>
                    </a:lnTo>
                    <a:lnTo>
                      <a:pt x="356902" y="803529"/>
                    </a:lnTo>
                    <a:lnTo>
                      <a:pt x="327184" y="803529"/>
                    </a:lnTo>
                    <a:lnTo>
                      <a:pt x="327184" y="743998"/>
                    </a:lnTo>
                    <a:lnTo>
                      <a:pt x="297466" y="743998"/>
                    </a:lnTo>
                    <a:lnTo>
                      <a:pt x="297466" y="624935"/>
                    </a:lnTo>
                    <a:lnTo>
                      <a:pt x="327184" y="624935"/>
                    </a:lnTo>
                    <a:lnTo>
                      <a:pt x="327184" y="535591"/>
                    </a:lnTo>
                    <a:lnTo>
                      <a:pt x="356902" y="535591"/>
                    </a:lnTo>
                    <a:lnTo>
                      <a:pt x="356902" y="476060"/>
                    </a:lnTo>
                    <a:lnTo>
                      <a:pt x="386620" y="476060"/>
                    </a:lnTo>
                    <a:lnTo>
                      <a:pt x="386620" y="446342"/>
                    </a:lnTo>
                    <a:lnTo>
                      <a:pt x="416338" y="446342"/>
                    </a:lnTo>
                    <a:lnTo>
                      <a:pt x="416338" y="416624"/>
                    </a:lnTo>
                    <a:lnTo>
                      <a:pt x="446056" y="416624"/>
                    </a:lnTo>
                    <a:lnTo>
                      <a:pt x="446056" y="386906"/>
                    </a:lnTo>
                    <a:lnTo>
                      <a:pt x="475774" y="386906"/>
                    </a:lnTo>
                    <a:lnTo>
                      <a:pt x="475774" y="357188"/>
                    </a:lnTo>
                    <a:lnTo>
                      <a:pt x="505492" y="357188"/>
                    </a:lnTo>
                    <a:lnTo>
                      <a:pt x="505492" y="297656"/>
                    </a:lnTo>
                    <a:lnTo>
                      <a:pt x="535210" y="297656"/>
                    </a:lnTo>
                    <a:lnTo>
                      <a:pt x="535210" y="238125"/>
                    </a:lnTo>
                    <a:lnTo>
                      <a:pt x="505492" y="238125"/>
                    </a:lnTo>
                    <a:lnTo>
                      <a:pt x="505492" y="208407"/>
                    </a:lnTo>
                    <a:lnTo>
                      <a:pt x="475774" y="208407"/>
                    </a:lnTo>
                    <a:lnTo>
                      <a:pt x="475774" y="238125"/>
                    </a:lnTo>
                    <a:lnTo>
                      <a:pt x="446056" y="238125"/>
                    </a:lnTo>
                    <a:lnTo>
                      <a:pt x="446056" y="267843"/>
                    </a:lnTo>
                    <a:lnTo>
                      <a:pt x="416338" y="267843"/>
                    </a:lnTo>
                    <a:lnTo>
                      <a:pt x="416338" y="208312"/>
                    </a:lnTo>
                    <a:lnTo>
                      <a:pt x="386620" y="208312"/>
                    </a:lnTo>
                    <a:lnTo>
                      <a:pt x="386620" y="178594"/>
                    </a:lnTo>
                    <a:lnTo>
                      <a:pt x="356902" y="178594"/>
                    </a:lnTo>
                    <a:lnTo>
                      <a:pt x="356902" y="89249"/>
                    </a:lnTo>
                    <a:lnTo>
                      <a:pt x="386620" y="89249"/>
                    </a:lnTo>
                    <a:lnTo>
                      <a:pt x="386620" y="29718"/>
                    </a:lnTo>
                    <a:lnTo>
                      <a:pt x="356902" y="29718"/>
                    </a:lnTo>
                    <a:lnTo>
                      <a:pt x="356902" y="0"/>
                    </a:lnTo>
                    <a:lnTo>
                      <a:pt x="327184" y="0"/>
                    </a:lnTo>
                    <a:lnTo>
                      <a:pt x="327184" y="29718"/>
                    </a:lnTo>
                    <a:lnTo>
                      <a:pt x="297466" y="29718"/>
                    </a:lnTo>
                    <a:lnTo>
                      <a:pt x="297466" y="59436"/>
                    </a:lnTo>
                    <a:close/>
                    <a:moveTo>
                      <a:pt x="118872" y="238030"/>
                    </a:moveTo>
                    <a:lnTo>
                      <a:pt x="148590" y="238030"/>
                    </a:lnTo>
                    <a:lnTo>
                      <a:pt x="148590" y="267748"/>
                    </a:lnTo>
                    <a:lnTo>
                      <a:pt x="208121" y="267748"/>
                    </a:lnTo>
                    <a:lnTo>
                      <a:pt x="208121" y="297466"/>
                    </a:lnTo>
                    <a:lnTo>
                      <a:pt x="178403" y="297466"/>
                    </a:lnTo>
                    <a:lnTo>
                      <a:pt x="178403" y="327184"/>
                    </a:lnTo>
                    <a:lnTo>
                      <a:pt x="148685" y="327184"/>
                    </a:lnTo>
                    <a:lnTo>
                      <a:pt x="148685" y="356902"/>
                    </a:lnTo>
                    <a:lnTo>
                      <a:pt x="118967" y="356902"/>
                    </a:lnTo>
                    <a:lnTo>
                      <a:pt x="118967" y="237839"/>
                    </a:lnTo>
                    <a:close/>
                    <a:moveTo>
                      <a:pt x="416528" y="327374"/>
                    </a:moveTo>
                    <a:lnTo>
                      <a:pt x="386810" y="327374"/>
                    </a:lnTo>
                    <a:lnTo>
                      <a:pt x="386810" y="357092"/>
                    </a:lnTo>
                    <a:lnTo>
                      <a:pt x="357092" y="357092"/>
                    </a:lnTo>
                    <a:lnTo>
                      <a:pt x="357092" y="327374"/>
                    </a:lnTo>
                    <a:lnTo>
                      <a:pt x="386810" y="327374"/>
                    </a:lnTo>
                    <a:lnTo>
                      <a:pt x="386810" y="297656"/>
                    </a:lnTo>
                    <a:lnTo>
                      <a:pt x="416528" y="297656"/>
                    </a:lnTo>
                    <a:lnTo>
                      <a:pt x="416528" y="327374"/>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9" name="Google Shape;2869;p38"/>
              <p:cNvSpPr/>
              <p:nvPr/>
            </p:nvSpPr>
            <p:spPr>
              <a:xfrm>
                <a:off x="7493793" y="1553717"/>
                <a:ext cx="29718" cy="29717"/>
              </a:xfrm>
              <a:custGeom>
                <a:avLst/>
                <a:gdLst/>
                <a:ahLst/>
                <a:cxnLst/>
                <a:rect l="l" t="t" r="r" b="b"/>
                <a:pathLst>
                  <a:path w="29718" h="29717"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0" name="Google Shape;2870;p38"/>
              <p:cNvSpPr/>
              <p:nvPr/>
            </p:nvSpPr>
            <p:spPr>
              <a:xfrm>
                <a:off x="7374731"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1" name="Google Shape;2871;p38"/>
              <p:cNvSpPr/>
              <p:nvPr/>
            </p:nvSpPr>
            <p:spPr>
              <a:xfrm>
                <a:off x="7463980"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2" name="Google Shape;2872;p38"/>
              <p:cNvSpPr/>
              <p:nvPr/>
            </p:nvSpPr>
            <p:spPr>
              <a:xfrm>
                <a:off x="7463980" y="15835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3" name="Google Shape;2873;p38"/>
              <p:cNvSpPr/>
              <p:nvPr/>
            </p:nvSpPr>
            <p:spPr>
              <a:xfrm>
                <a:off x="7404544" y="1494281"/>
                <a:ext cx="59531" cy="29717"/>
              </a:xfrm>
              <a:custGeom>
                <a:avLst/>
                <a:gdLst/>
                <a:ahLst/>
                <a:cxnLst/>
                <a:rect l="l" t="t" r="r" b="b"/>
                <a:pathLst>
                  <a:path w="59531" h="29717"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4" name="Google Shape;2874;p38"/>
              <p:cNvSpPr/>
              <p:nvPr/>
            </p:nvSpPr>
            <p:spPr>
              <a:xfrm>
                <a:off x="7136606" y="1553717"/>
                <a:ext cx="29718" cy="29717"/>
              </a:xfrm>
              <a:custGeom>
                <a:avLst/>
                <a:gdLst/>
                <a:ahLst/>
                <a:cxnLst/>
                <a:rect l="l" t="t" r="r" b="b"/>
                <a:pathLst>
                  <a:path w="29718" h="29717"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5" name="Google Shape;2875;p38"/>
              <p:cNvSpPr/>
              <p:nvPr/>
            </p:nvSpPr>
            <p:spPr>
              <a:xfrm>
                <a:off x="7255668"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6" name="Google Shape;2876;p38"/>
              <p:cNvSpPr/>
              <p:nvPr/>
            </p:nvSpPr>
            <p:spPr>
              <a:xfrm>
                <a:off x="7166419"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7" name="Google Shape;2877;p38"/>
              <p:cNvSpPr/>
              <p:nvPr/>
            </p:nvSpPr>
            <p:spPr>
              <a:xfrm>
                <a:off x="7166419" y="15835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8" name="Google Shape;2878;p38"/>
              <p:cNvSpPr/>
              <p:nvPr/>
            </p:nvSpPr>
            <p:spPr>
              <a:xfrm>
                <a:off x="7196137" y="1494281"/>
                <a:ext cx="59531" cy="29717"/>
              </a:xfrm>
              <a:custGeom>
                <a:avLst/>
                <a:gdLst/>
                <a:ahLst/>
                <a:cxnLst/>
                <a:rect l="l" t="t" r="r" b="b"/>
                <a:pathLst>
                  <a:path w="59531" h="29717"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9" name="Google Shape;2879;p38"/>
              <p:cNvSpPr/>
              <p:nvPr/>
            </p:nvSpPr>
            <p:spPr>
              <a:xfrm>
                <a:off x="6809232" y="1553717"/>
                <a:ext cx="1041749" cy="625125"/>
              </a:xfrm>
              <a:custGeom>
                <a:avLst/>
                <a:gdLst/>
                <a:ahLst/>
                <a:cxnLst/>
                <a:rect l="l" t="t" r="r" b="b"/>
                <a:pathLst>
                  <a:path w="1041749" h="625125" extrusionOk="0">
                    <a:moveTo>
                      <a:pt x="29718" y="387001"/>
                    </a:moveTo>
                    <a:lnTo>
                      <a:pt x="89249" y="387001"/>
                    </a:lnTo>
                    <a:lnTo>
                      <a:pt x="89249" y="416814"/>
                    </a:lnTo>
                    <a:lnTo>
                      <a:pt x="178498" y="416814"/>
                    </a:lnTo>
                    <a:lnTo>
                      <a:pt x="178498" y="446532"/>
                    </a:lnTo>
                    <a:lnTo>
                      <a:pt x="267843" y="446532"/>
                    </a:lnTo>
                    <a:lnTo>
                      <a:pt x="267843" y="416814"/>
                    </a:lnTo>
                    <a:lnTo>
                      <a:pt x="357188" y="416814"/>
                    </a:lnTo>
                    <a:lnTo>
                      <a:pt x="357188" y="387001"/>
                    </a:lnTo>
                    <a:lnTo>
                      <a:pt x="386905" y="387001"/>
                    </a:lnTo>
                    <a:lnTo>
                      <a:pt x="386905" y="357188"/>
                    </a:lnTo>
                    <a:lnTo>
                      <a:pt x="416623" y="357188"/>
                    </a:lnTo>
                    <a:lnTo>
                      <a:pt x="416623" y="327470"/>
                    </a:lnTo>
                    <a:lnTo>
                      <a:pt x="446437" y="327470"/>
                    </a:lnTo>
                    <a:lnTo>
                      <a:pt x="446437" y="565595"/>
                    </a:lnTo>
                    <a:lnTo>
                      <a:pt x="476250" y="565595"/>
                    </a:lnTo>
                    <a:lnTo>
                      <a:pt x="476250" y="595313"/>
                    </a:lnTo>
                    <a:lnTo>
                      <a:pt x="505968" y="595313"/>
                    </a:lnTo>
                    <a:lnTo>
                      <a:pt x="505968" y="625126"/>
                    </a:lnTo>
                    <a:lnTo>
                      <a:pt x="535686" y="625126"/>
                    </a:lnTo>
                    <a:lnTo>
                      <a:pt x="535686" y="595313"/>
                    </a:lnTo>
                    <a:lnTo>
                      <a:pt x="565499" y="595313"/>
                    </a:lnTo>
                    <a:lnTo>
                      <a:pt x="565499" y="565595"/>
                    </a:lnTo>
                    <a:lnTo>
                      <a:pt x="595313" y="565595"/>
                    </a:lnTo>
                    <a:lnTo>
                      <a:pt x="595313" y="327470"/>
                    </a:lnTo>
                    <a:lnTo>
                      <a:pt x="625030" y="327470"/>
                    </a:lnTo>
                    <a:lnTo>
                      <a:pt x="625030" y="357188"/>
                    </a:lnTo>
                    <a:lnTo>
                      <a:pt x="654748" y="357188"/>
                    </a:lnTo>
                    <a:lnTo>
                      <a:pt x="654748" y="387001"/>
                    </a:lnTo>
                    <a:lnTo>
                      <a:pt x="684562" y="387001"/>
                    </a:lnTo>
                    <a:lnTo>
                      <a:pt x="684562" y="416814"/>
                    </a:lnTo>
                    <a:lnTo>
                      <a:pt x="773811" y="416814"/>
                    </a:lnTo>
                    <a:lnTo>
                      <a:pt x="773811" y="446532"/>
                    </a:lnTo>
                    <a:lnTo>
                      <a:pt x="863155" y="446532"/>
                    </a:lnTo>
                    <a:lnTo>
                      <a:pt x="863155" y="416814"/>
                    </a:lnTo>
                    <a:lnTo>
                      <a:pt x="952500" y="416814"/>
                    </a:lnTo>
                    <a:lnTo>
                      <a:pt x="952500" y="387001"/>
                    </a:lnTo>
                    <a:lnTo>
                      <a:pt x="1011936" y="387001"/>
                    </a:lnTo>
                    <a:lnTo>
                      <a:pt x="1011936" y="357188"/>
                    </a:lnTo>
                    <a:lnTo>
                      <a:pt x="1041749" y="357188"/>
                    </a:lnTo>
                    <a:lnTo>
                      <a:pt x="1041749" y="327470"/>
                    </a:lnTo>
                    <a:lnTo>
                      <a:pt x="1011936" y="327470"/>
                    </a:lnTo>
                    <a:lnTo>
                      <a:pt x="1011936" y="297752"/>
                    </a:lnTo>
                    <a:lnTo>
                      <a:pt x="982218" y="297752"/>
                    </a:lnTo>
                    <a:lnTo>
                      <a:pt x="982218" y="267938"/>
                    </a:lnTo>
                    <a:lnTo>
                      <a:pt x="952500" y="267938"/>
                    </a:lnTo>
                    <a:lnTo>
                      <a:pt x="952500" y="238125"/>
                    </a:lnTo>
                    <a:lnTo>
                      <a:pt x="982218" y="238125"/>
                    </a:lnTo>
                    <a:lnTo>
                      <a:pt x="982218" y="178689"/>
                    </a:lnTo>
                    <a:lnTo>
                      <a:pt x="1011936" y="178689"/>
                    </a:lnTo>
                    <a:lnTo>
                      <a:pt x="1011936" y="119063"/>
                    </a:lnTo>
                    <a:lnTo>
                      <a:pt x="1041749" y="119063"/>
                    </a:lnTo>
                    <a:lnTo>
                      <a:pt x="1041749" y="59626"/>
                    </a:lnTo>
                    <a:lnTo>
                      <a:pt x="1011936" y="59626"/>
                    </a:lnTo>
                    <a:lnTo>
                      <a:pt x="1011936" y="29813"/>
                    </a:lnTo>
                    <a:lnTo>
                      <a:pt x="982218" y="29813"/>
                    </a:lnTo>
                    <a:lnTo>
                      <a:pt x="982218" y="0"/>
                    </a:lnTo>
                    <a:lnTo>
                      <a:pt x="892873" y="0"/>
                    </a:lnTo>
                    <a:lnTo>
                      <a:pt x="892873" y="29813"/>
                    </a:lnTo>
                    <a:lnTo>
                      <a:pt x="803624" y="29813"/>
                    </a:lnTo>
                    <a:lnTo>
                      <a:pt x="803624" y="59626"/>
                    </a:lnTo>
                    <a:lnTo>
                      <a:pt x="744093" y="59626"/>
                    </a:lnTo>
                    <a:lnTo>
                      <a:pt x="744093" y="89345"/>
                    </a:lnTo>
                    <a:lnTo>
                      <a:pt x="684562" y="89345"/>
                    </a:lnTo>
                    <a:lnTo>
                      <a:pt x="684562" y="119063"/>
                    </a:lnTo>
                    <a:lnTo>
                      <a:pt x="625030" y="119063"/>
                    </a:lnTo>
                    <a:lnTo>
                      <a:pt x="625030" y="148876"/>
                    </a:lnTo>
                    <a:lnTo>
                      <a:pt x="595313" y="148876"/>
                    </a:lnTo>
                    <a:lnTo>
                      <a:pt x="595313" y="59626"/>
                    </a:lnTo>
                    <a:lnTo>
                      <a:pt x="565499" y="59626"/>
                    </a:lnTo>
                    <a:lnTo>
                      <a:pt x="565499" y="0"/>
                    </a:lnTo>
                    <a:lnTo>
                      <a:pt x="535686" y="0"/>
                    </a:lnTo>
                    <a:lnTo>
                      <a:pt x="535686" y="59626"/>
                    </a:lnTo>
                    <a:lnTo>
                      <a:pt x="505968" y="59626"/>
                    </a:lnTo>
                    <a:lnTo>
                      <a:pt x="505968" y="0"/>
                    </a:lnTo>
                    <a:lnTo>
                      <a:pt x="476250" y="0"/>
                    </a:lnTo>
                    <a:lnTo>
                      <a:pt x="476250" y="59626"/>
                    </a:lnTo>
                    <a:lnTo>
                      <a:pt x="446437" y="59626"/>
                    </a:lnTo>
                    <a:lnTo>
                      <a:pt x="446437" y="148876"/>
                    </a:lnTo>
                    <a:lnTo>
                      <a:pt x="416623" y="148876"/>
                    </a:lnTo>
                    <a:lnTo>
                      <a:pt x="416623" y="119063"/>
                    </a:lnTo>
                    <a:lnTo>
                      <a:pt x="357188" y="119063"/>
                    </a:lnTo>
                    <a:lnTo>
                      <a:pt x="357188" y="89345"/>
                    </a:lnTo>
                    <a:lnTo>
                      <a:pt x="297561" y="89345"/>
                    </a:lnTo>
                    <a:lnTo>
                      <a:pt x="297561" y="59626"/>
                    </a:lnTo>
                    <a:lnTo>
                      <a:pt x="238125" y="59626"/>
                    </a:lnTo>
                    <a:lnTo>
                      <a:pt x="238125" y="29813"/>
                    </a:lnTo>
                    <a:lnTo>
                      <a:pt x="148780" y="29813"/>
                    </a:lnTo>
                    <a:lnTo>
                      <a:pt x="148780" y="0"/>
                    </a:lnTo>
                    <a:lnTo>
                      <a:pt x="59436" y="0"/>
                    </a:lnTo>
                    <a:lnTo>
                      <a:pt x="59436" y="29813"/>
                    </a:lnTo>
                    <a:lnTo>
                      <a:pt x="29718" y="29813"/>
                    </a:lnTo>
                    <a:lnTo>
                      <a:pt x="29718" y="59626"/>
                    </a:lnTo>
                    <a:lnTo>
                      <a:pt x="0" y="59626"/>
                    </a:lnTo>
                    <a:lnTo>
                      <a:pt x="0" y="119063"/>
                    </a:lnTo>
                    <a:lnTo>
                      <a:pt x="29718" y="119063"/>
                    </a:lnTo>
                    <a:lnTo>
                      <a:pt x="29718" y="178689"/>
                    </a:lnTo>
                    <a:lnTo>
                      <a:pt x="59436" y="178689"/>
                    </a:lnTo>
                    <a:lnTo>
                      <a:pt x="59436" y="238125"/>
                    </a:lnTo>
                    <a:lnTo>
                      <a:pt x="89249" y="238125"/>
                    </a:lnTo>
                    <a:lnTo>
                      <a:pt x="89249" y="267938"/>
                    </a:lnTo>
                    <a:lnTo>
                      <a:pt x="59436" y="267938"/>
                    </a:lnTo>
                    <a:lnTo>
                      <a:pt x="59436" y="297752"/>
                    </a:lnTo>
                    <a:lnTo>
                      <a:pt x="29718" y="297752"/>
                    </a:lnTo>
                    <a:lnTo>
                      <a:pt x="29718" y="327470"/>
                    </a:lnTo>
                    <a:lnTo>
                      <a:pt x="0" y="327470"/>
                    </a:lnTo>
                    <a:lnTo>
                      <a:pt x="0" y="357188"/>
                    </a:lnTo>
                    <a:lnTo>
                      <a:pt x="29718" y="357188"/>
                    </a:lnTo>
                    <a:lnTo>
                      <a:pt x="29718" y="3870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0" name="Google Shape;2880;p38"/>
              <p:cNvSpPr/>
              <p:nvPr/>
            </p:nvSpPr>
            <p:spPr>
              <a:xfrm>
                <a:off x="7077075" y="2536030"/>
                <a:ext cx="505967" cy="506063"/>
              </a:xfrm>
              <a:custGeom>
                <a:avLst/>
                <a:gdLst/>
                <a:ahLst/>
                <a:cxnLst/>
                <a:rect l="l" t="t" r="r" b="b"/>
                <a:pathLst>
                  <a:path w="505967" h="506063" extrusionOk="0">
                    <a:moveTo>
                      <a:pt x="386905" y="387001"/>
                    </a:moveTo>
                    <a:lnTo>
                      <a:pt x="416719" y="387001"/>
                    </a:lnTo>
                    <a:lnTo>
                      <a:pt x="416719" y="357188"/>
                    </a:lnTo>
                    <a:lnTo>
                      <a:pt x="476250" y="357188"/>
                    </a:lnTo>
                    <a:lnTo>
                      <a:pt x="476250" y="327374"/>
                    </a:lnTo>
                    <a:lnTo>
                      <a:pt x="505968" y="327374"/>
                    </a:lnTo>
                    <a:lnTo>
                      <a:pt x="505968" y="178594"/>
                    </a:lnTo>
                    <a:lnTo>
                      <a:pt x="476250" y="178594"/>
                    </a:lnTo>
                    <a:lnTo>
                      <a:pt x="476250" y="148876"/>
                    </a:lnTo>
                    <a:lnTo>
                      <a:pt x="416719" y="148876"/>
                    </a:lnTo>
                    <a:lnTo>
                      <a:pt x="416719" y="119063"/>
                    </a:lnTo>
                    <a:lnTo>
                      <a:pt x="386905" y="119063"/>
                    </a:lnTo>
                    <a:lnTo>
                      <a:pt x="386905" y="89249"/>
                    </a:lnTo>
                    <a:lnTo>
                      <a:pt x="357188" y="89249"/>
                    </a:lnTo>
                    <a:lnTo>
                      <a:pt x="357188" y="29813"/>
                    </a:lnTo>
                    <a:lnTo>
                      <a:pt x="327470" y="29813"/>
                    </a:lnTo>
                    <a:lnTo>
                      <a:pt x="327470" y="0"/>
                    </a:lnTo>
                    <a:lnTo>
                      <a:pt x="178594" y="0"/>
                    </a:lnTo>
                    <a:lnTo>
                      <a:pt x="178594" y="29813"/>
                    </a:lnTo>
                    <a:lnTo>
                      <a:pt x="148780" y="29813"/>
                    </a:lnTo>
                    <a:lnTo>
                      <a:pt x="148780" y="89249"/>
                    </a:lnTo>
                    <a:lnTo>
                      <a:pt x="119063" y="89249"/>
                    </a:lnTo>
                    <a:lnTo>
                      <a:pt x="119063" y="119063"/>
                    </a:lnTo>
                    <a:lnTo>
                      <a:pt x="89345" y="119063"/>
                    </a:lnTo>
                    <a:lnTo>
                      <a:pt x="89345" y="148876"/>
                    </a:lnTo>
                    <a:lnTo>
                      <a:pt x="29718" y="148876"/>
                    </a:lnTo>
                    <a:lnTo>
                      <a:pt x="29718" y="178594"/>
                    </a:lnTo>
                    <a:lnTo>
                      <a:pt x="0" y="178594"/>
                    </a:lnTo>
                    <a:lnTo>
                      <a:pt x="0" y="327374"/>
                    </a:lnTo>
                    <a:lnTo>
                      <a:pt x="29718" y="327374"/>
                    </a:lnTo>
                    <a:lnTo>
                      <a:pt x="29718" y="357188"/>
                    </a:lnTo>
                    <a:lnTo>
                      <a:pt x="89345" y="357188"/>
                    </a:lnTo>
                    <a:lnTo>
                      <a:pt x="89345" y="387001"/>
                    </a:lnTo>
                    <a:lnTo>
                      <a:pt x="119063" y="387001"/>
                    </a:lnTo>
                    <a:lnTo>
                      <a:pt x="119063" y="416719"/>
                    </a:lnTo>
                    <a:lnTo>
                      <a:pt x="148780" y="416719"/>
                    </a:lnTo>
                    <a:lnTo>
                      <a:pt x="148780" y="476250"/>
                    </a:lnTo>
                    <a:lnTo>
                      <a:pt x="178594" y="476250"/>
                    </a:lnTo>
                    <a:lnTo>
                      <a:pt x="178594" y="506063"/>
                    </a:lnTo>
                    <a:lnTo>
                      <a:pt x="327470" y="506063"/>
                    </a:lnTo>
                    <a:lnTo>
                      <a:pt x="327470" y="476250"/>
                    </a:lnTo>
                    <a:lnTo>
                      <a:pt x="357188" y="476250"/>
                    </a:lnTo>
                    <a:lnTo>
                      <a:pt x="357188" y="416719"/>
                    </a:lnTo>
                    <a:lnTo>
                      <a:pt x="386905" y="416719"/>
                    </a:lnTo>
                    <a:lnTo>
                      <a:pt x="386905" y="3870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1" name="Google Shape;2881;p38"/>
              <p:cNvSpPr/>
              <p:nvPr/>
            </p:nvSpPr>
            <p:spPr>
              <a:xfrm>
                <a:off x="7255668" y="2268092"/>
                <a:ext cx="148875" cy="148875"/>
              </a:xfrm>
              <a:custGeom>
                <a:avLst/>
                <a:gdLst/>
                <a:ahLst/>
                <a:cxnLst/>
                <a:rect l="l" t="t" r="r" b="b"/>
                <a:pathLst>
                  <a:path w="148875" h="148875" extrusionOk="0">
                    <a:moveTo>
                      <a:pt x="29813" y="0"/>
                    </a:moveTo>
                    <a:lnTo>
                      <a:pt x="29813" y="29813"/>
                    </a:lnTo>
                    <a:lnTo>
                      <a:pt x="0" y="29813"/>
                    </a:lnTo>
                    <a:lnTo>
                      <a:pt x="0" y="89344"/>
                    </a:lnTo>
                    <a:lnTo>
                      <a:pt x="29813" y="89344"/>
                    </a:lnTo>
                    <a:lnTo>
                      <a:pt x="29813" y="119063"/>
                    </a:lnTo>
                    <a:lnTo>
                      <a:pt x="59531" y="119063"/>
                    </a:lnTo>
                    <a:lnTo>
                      <a:pt x="59531" y="148876"/>
                    </a:lnTo>
                    <a:lnTo>
                      <a:pt x="89249" y="148876"/>
                    </a:lnTo>
                    <a:lnTo>
                      <a:pt x="89249" y="119063"/>
                    </a:lnTo>
                    <a:lnTo>
                      <a:pt x="119063" y="119063"/>
                    </a:lnTo>
                    <a:lnTo>
                      <a:pt x="119063" y="89344"/>
                    </a:lnTo>
                    <a:lnTo>
                      <a:pt x="148876" y="89344"/>
                    </a:lnTo>
                    <a:lnTo>
                      <a:pt x="148876" y="29813"/>
                    </a:lnTo>
                    <a:lnTo>
                      <a:pt x="119063" y="29813"/>
                    </a:lnTo>
                    <a:lnTo>
                      <a:pt x="119063" y="0"/>
                    </a:lnTo>
                    <a:lnTo>
                      <a:pt x="89249" y="0"/>
                    </a:lnTo>
                    <a:lnTo>
                      <a:pt x="89249" y="29813"/>
                    </a:lnTo>
                    <a:lnTo>
                      <a:pt x="59531" y="29813"/>
                    </a:lnTo>
                    <a:lnTo>
                      <a:pt x="59531" y="0"/>
                    </a:lnTo>
                    <a:lnTo>
                      <a:pt x="29813"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2" name="Google Shape;2882;p38"/>
              <p:cNvSpPr/>
              <p:nvPr/>
            </p:nvSpPr>
            <p:spPr>
              <a:xfrm>
                <a:off x="7374731" y="2149030"/>
                <a:ext cx="148875" cy="148875"/>
              </a:xfrm>
              <a:custGeom>
                <a:avLst/>
                <a:gdLst/>
                <a:ahLst/>
                <a:cxnLst/>
                <a:rect l="l" t="t" r="r" b="b"/>
                <a:pathLst>
                  <a:path w="148875" h="148875" extrusionOk="0">
                    <a:moveTo>
                      <a:pt x="89249" y="0"/>
                    </a:moveTo>
                    <a:lnTo>
                      <a:pt x="59531" y="0"/>
                    </a:lnTo>
                    <a:lnTo>
                      <a:pt x="59531" y="29813"/>
                    </a:lnTo>
                    <a:lnTo>
                      <a:pt x="59531" y="59626"/>
                    </a:lnTo>
                    <a:lnTo>
                      <a:pt x="29813" y="59626"/>
                    </a:lnTo>
                    <a:lnTo>
                      <a:pt x="0" y="59626"/>
                    </a:lnTo>
                    <a:lnTo>
                      <a:pt x="0" y="89344"/>
                    </a:lnTo>
                    <a:lnTo>
                      <a:pt x="29813" y="89344"/>
                    </a:lnTo>
                    <a:lnTo>
                      <a:pt x="59531" y="89344"/>
                    </a:lnTo>
                    <a:lnTo>
                      <a:pt x="59531" y="119063"/>
                    </a:lnTo>
                    <a:lnTo>
                      <a:pt x="59531" y="148876"/>
                    </a:lnTo>
                    <a:lnTo>
                      <a:pt x="89249" y="148876"/>
                    </a:lnTo>
                    <a:lnTo>
                      <a:pt x="89249" y="119063"/>
                    </a:lnTo>
                    <a:lnTo>
                      <a:pt x="89249" y="89344"/>
                    </a:lnTo>
                    <a:lnTo>
                      <a:pt x="119063" y="89344"/>
                    </a:lnTo>
                    <a:lnTo>
                      <a:pt x="148876" y="89344"/>
                    </a:lnTo>
                    <a:lnTo>
                      <a:pt x="148876" y="59626"/>
                    </a:lnTo>
                    <a:lnTo>
                      <a:pt x="119063" y="59626"/>
                    </a:lnTo>
                    <a:lnTo>
                      <a:pt x="89249" y="59626"/>
                    </a:lnTo>
                    <a:lnTo>
                      <a:pt x="89249" y="29813"/>
                    </a:lnTo>
                    <a:lnTo>
                      <a:pt x="89249"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3" name="Google Shape;2883;p38"/>
              <p:cNvSpPr/>
              <p:nvPr/>
            </p:nvSpPr>
            <p:spPr>
              <a:xfrm>
                <a:off x="7374766" y="2372319"/>
                <a:ext cx="148875" cy="148780"/>
              </a:xfrm>
              <a:custGeom>
                <a:avLst/>
                <a:gdLst/>
                <a:ahLst/>
                <a:cxnLst/>
                <a:rect l="l" t="t" r="r" b="b"/>
                <a:pathLst>
                  <a:path w="148875" h="148780" extrusionOk="0">
                    <a:moveTo>
                      <a:pt x="59531" y="148781"/>
                    </a:moveTo>
                    <a:lnTo>
                      <a:pt x="89249" y="148781"/>
                    </a:lnTo>
                    <a:lnTo>
                      <a:pt x="89249" y="119063"/>
                    </a:lnTo>
                    <a:lnTo>
                      <a:pt x="89249" y="89344"/>
                    </a:lnTo>
                    <a:lnTo>
                      <a:pt x="119063" y="89344"/>
                    </a:lnTo>
                    <a:lnTo>
                      <a:pt x="148876" y="89344"/>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4"/>
                    </a:lnTo>
                    <a:lnTo>
                      <a:pt x="29813" y="89344"/>
                    </a:lnTo>
                    <a:lnTo>
                      <a:pt x="59531" y="89344"/>
                    </a:lnTo>
                    <a:lnTo>
                      <a:pt x="59531" y="119063"/>
                    </a:lnTo>
                    <a:lnTo>
                      <a:pt x="59531" y="148781"/>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4" name="Google Shape;2884;p38"/>
              <p:cNvSpPr/>
              <p:nvPr/>
            </p:nvSpPr>
            <p:spPr>
              <a:xfrm>
                <a:off x="7136606" y="2357437"/>
                <a:ext cx="148875" cy="148780"/>
              </a:xfrm>
              <a:custGeom>
                <a:avLst/>
                <a:gdLst/>
                <a:ahLst/>
                <a:cxnLst/>
                <a:rect l="l" t="t" r="r" b="b"/>
                <a:pathLst>
                  <a:path w="148875" h="148780" extrusionOk="0">
                    <a:moveTo>
                      <a:pt x="0" y="89344"/>
                    </a:moveTo>
                    <a:lnTo>
                      <a:pt x="29813" y="89344"/>
                    </a:lnTo>
                    <a:lnTo>
                      <a:pt x="59531" y="89344"/>
                    </a:lnTo>
                    <a:lnTo>
                      <a:pt x="59531" y="119063"/>
                    </a:lnTo>
                    <a:lnTo>
                      <a:pt x="59531" y="148781"/>
                    </a:lnTo>
                    <a:lnTo>
                      <a:pt x="89249" y="148781"/>
                    </a:lnTo>
                    <a:lnTo>
                      <a:pt x="89249" y="119063"/>
                    </a:lnTo>
                    <a:lnTo>
                      <a:pt x="89249" y="89344"/>
                    </a:lnTo>
                    <a:lnTo>
                      <a:pt x="119063" y="89344"/>
                    </a:lnTo>
                    <a:lnTo>
                      <a:pt x="148876" y="89344"/>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4"/>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5" name="Google Shape;2885;p38"/>
              <p:cNvSpPr/>
              <p:nvPr/>
            </p:nvSpPr>
            <p:spPr>
              <a:xfrm>
                <a:off x="7136606" y="2149030"/>
                <a:ext cx="148875" cy="148875"/>
              </a:xfrm>
              <a:custGeom>
                <a:avLst/>
                <a:gdLst/>
                <a:ahLst/>
                <a:cxnLst/>
                <a:rect l="l" t="t" r="r" b="b"/>
                <a:pathLst>
                  <a:path w="148875" h="148875" extrusionOk="0">
                    <a:moveTo>
                      <a:pt x="89249" y="0"/>
                    </a:moveTo>
                    <a:lnTo>
                      <a:pt x="59531" y="0"/>
                    </a:lnTo>
                    <a:lnTo>
                      <a:pt x="59531" y="29813"/>
                    </a:lnTo>
                    <a:lnTo>
                      <a:pt x="59531" y="59626"/>
                    </a:lnTo>
                    <a:lnTo>
                      <a:pt x="29813" y="59626"/>
                    </a:lnTo>
                    <a:lnTo>
                      <a:pt x="0" y="59626"/>
                    </a:lnTo>
                    <a:lnTo>
                      <a:pt x="0" y="89344"/>
                    </a:lnTo>
                    <a:lnTo>
                      <a:pt x="29813" y="89344"/>
                    </a:lnTo>
                    <a:lnTo>
                      <a:pt x="59531" y="89344"/>
                    </a:lnTo>
                    <a:lnTo>
                      <a:pt x="59531" y="119063"/>
                    </a:lnTo>
                    <a:lnTo>
                      <a:pt x="59531" y="148876"/>
                    </a:lnTo>
                    <a:lnTo>
                      <a:pt x="89249" y="148876"/>
                    </a:lnTo>
                    <a:lnTo>
                      <a:pt x="89249" y="119063"/>
                    </a:lnTo>
                    <a:lnTo>
                      <a:pt x="89249" y="89344"/>
                    </a:lnTo>
                    <a:lnTo>
                      <a:pt x="119063" y="89344"/>
                    </a:lnTo>
                    <a:lnTo>
                      <a:pt x="148876" y="89344"/>
                    </a:lnTo>
                    <a:lnTo>
                      <a:pt x="148876" y="59626"/>
                    </a:lnTo>
                    <a:lnTo>
                      <a:pt x="119063" y="59626"/>
                    </a:lnTo>
                    <a:lnTo>
                      <a:pt x="89249" y="59626"/>
                    </a:lnTo>
                    <a:lnTo>
                      <a:pt x="89249" y="29813"/>
                    </a:lnTo>
                    <a:lnTo>
                      <a:pt x="89249"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6" name="Google Shape;2886;p38"/>
              <p:cNvSpPr/>
              <p:nvPr/>
            </p:nvSpPr>
            <p:spPr>
              <a:xfrm>
                <a:off x="6571107" y="1940718"/>
                <a:ext cx="535209" cy="1130808"/>
              </a:xfrm>
              <a:custGeom>
                <a:avLst/>
                <a:gdLst/>
                <a:ahLst/>
                <a:cxnLst/>
                <a:rect l="l" t="t" r="r" b="b"/>
                <a:pathLst>
                  <a:path w="535209" h="1130808" extrusionOk="0">
                    <a:moveTo>
                      <a:pt x="29718" y="357188"/>
                    </a:moveTo>
                    <a:lnTo>
                      <a:pt x="59436" y="357188"/>
                    </a:lnTo>
                    <a:lnTo>
                      <a:pt x="59436" y="386906"/>
                    </a:lnTo>
                    <a:lnTo>
                      <a:pt x="89154" y="386906"/>
                    </a:lnTo>
                    <a:lnTo>
                      <a:pt x="89154" y="416623"/>
                    </a:lnTo>
                    <a:lnTo>
                      <a:pt x="118872" y="416623"/>
                    </a:lnTo>
                    <a:lnTo>
                      <a:pt x="118872" y="446342"/>
                    </a:lnTo>
                    <a:lnTo>
                      <a:pt x="148590" y="446342"/>
                    </a:lnTo>
                    <a:lnTo>
                      <a:pt x="148590" y="476060"/>
                    </a:lnTo>
                    <a:lnTo>
                      <a:pt x="178308" y="476060"/>
                    </a:lnTo>
                    <a:lnTo>
                      <a:pt x="178308" y="535591"/>
                    </a:lnTo>
                    <a:lnTo>
                      <a:pt x="208026" y="535591"/>
                    </a:lnTo>
                    <a:lnTo>
                      <a:pt x="208026" y="624935"/>
                    </a:lnTo>
                    <a:lnTo>
                      <a:pt x="237744" y="624935"/>
                    </a:lnTo>
                    <a:lnTo>
                      <a:pt x="237744" y="743998"/>
                    </a:lnTo>
                    <a:lnTo>
                      <a:pt x="208026" y="743998"/>
                    </a:lnTo>
                    <a:lnTo>
                      <a:pt x="208026" y="803529"/>
                    </a:lnTo>
                    <a:lnTo>
                      <a:pt x="178308" y="803529"/>
                    </a:lnTo>
                    <a:lnTo>
                      <a:pt x="178308" y="863060"/>
                    </a:lnTo>
                    <a:lnTo>
                      <a:pt x="148590" y="863060"/>
                    </a:lnTo>
                    <a:lnTo>
                      <a:pt x="148590" y="922592"/>
                    </a:lnTo>
                    <a:lnTo>
                      <a:pt x="118872" y="922592"/>
                    </a:lnTo>
                    <a:lnTo>
                      <a:pt x="118872" y="982123"/>
                    </a:lnTo>
                    <a:lnTo>
                      <a:pt x="89154" y="982123"/>
                    </a:lnTo>
                    <a:lnTo>
                      <a:pt x="89154" y="1041654"/>
                    </a:lnTo>
                    <a:lnTo>
                      <a:pt x="118872" y="1041654"/>
                    </a:lnTo>
                    <a:lnTo>
                      <a:pt x="118872" y="1071372"/>
                    </a:lnTo>
                    <a:lnTo>
                      <a:pt x="148590" y="1071372"/>
                    </a:lnTo>
                    <a:lnTo>
                      <a:pt x="148590" y="1101090"/>
                    </a:lnTo>
                    <a:lnTo>
                      <a:pt x="208121" y="1101090"/>
                    </a:lnTo>
                    <a:lnTo>
                      <a:pt x="208121" y="1130808"/>
                    </a:lnTo>
                    <a:lnTo>
                      <a:pt x="267653" y="1130808"/>
                    </a:lnTo>
                    <a:lnTo>
                      <a:pt x="267653" y="1101090"/>
                    </a:lnTo>
                    <a:lnTo>
                      <a:pt x="327184" y="1101090"/>
                    </a:lnTo>
                    <a:lnTo>
                      <a:pt x="327184" y="1071372"/>
                    </a:lnTo>
                    <a:lnTo>
                      <a:pt x="356902" y="1071372"/>
                    </a:lnTo>
                    <a:lnTo>
                      <a:pt x="356902" y="1041654"/>
                    </a:lnTo>
                    <a:lnTo>
                      <a:pt x="386620" y="1041654"/>
                    </a:lnTo>
                    <a:lnTo>
                      <a:pt x="386620" y="892874"/>
                    </a:lnTo>
                    <a:lnTo>
                      <a:pt x="416338" y="892874"/>
                    </a:lnTo>
                    <a:lnTo>
                      <a:pt x="416338" y="744093"/>
                    </a:lnTo>
                    <a:lnTo>
                      <a:pt x="446056" y="744093"/>
                    </a:lnTo>
                    <a:lnTo>
                      <a:pt x="446056" y="684562"/>
                    </a:lnTo>
                    <a:lnTo>
                      <a:pt x="475774" y="684562"/>
                    </a:lnTo>
                    <a:lnTo>
                      <a:pt x="475774" y="625031"/>
                    </a:lnTo>
                    <a:lnTo>
                      <a:pt x="505492" y="625031"/>
                    </a:lnTo>
                    <a:lnTo>
                      <a:pt x="505492" y="535686"/>
                    </a:lnTo>
                    <a:lnTo>
                      <a:pt x="535210" y="535686"/>
                    </a:lnTo>
                    <a:lnTo>
                      <a:pt x="535210" y="416623"/>
                    </a:lnTo>
                    <a:lnTo>
                      <a:pt x="505492" y="416623"/>
                    </a:lnTo>
                    <a:lnTo>
                      <a:pt x="505492" y="208217"/>
                    </a:lnTo>
                    <a:lnTo>
                      <a:pt x="475774" y="208217"/>
                    </a:lnTo>
                    <a:lnTo>
                      <a:pt x="475774" y="178498"/>
                    </a:lnTo>
                    <a:lnTo>
                      <a:pt x="446056" y="178498"/>
                    </a:lnTo>
                    <a:lnTo>
                      <a:pt x="446056" y="208217"/>
                    </a:lnTo>
                    <a:lnTo>
                      <a:pt x="386524" y="208217"/>
                    </a:lnTo>
                    <a:lnTo>
                      <a:pt x="386524" y="178498"/>
                    </a:lnTo>
                    <a:lnTo>
                      <a:pt x="297180" y="178498"/>
                    </a:lnTo>
                    <a:lnTo>
                      <a:pt x="297180" y="118967"/>
                    </a:lnTo>
                    <a:lnTo>
                      <a:pt x="267462" y="118967"/>
                    </a:lnTo>
                    <a:lnTo>
                      <a:pt x="267462" y="59436"/>
                    </a:lnTo>
                    <a:lnTo>
                      <a:pt x="237744" y="59436"/>
                    </a:lnTo>
                    <a:lnTo>
                      <a:pt x="237744" y="29718"/>
                    </a:lnTo>
                    <a:lnTo>
                      <a:pt x="208026" y="29718"/>
                    </a:lnTo>
                    <a:lnTo>
                      <a:pt x="208026" y="0"/>
                    </a:lnTo>
                    <a:lnTo>
                      <a:pt x="178308" y="0"/>
                    </a:lnTo>
                    <a:lnTo>
                      <a:pt x="178308" y="29718"/>
                    </a:lnTo>
                    <a:lnTo>
                      <a:pt x="148590" y="29718"/>
                    </a:lnTo>
                    <a:lnTo>
                      <a:pt x="148590" y="89249"/>
                    </a:lnTo>
                    <a:lnTo>
                      <a:pt x="178308" y="89249"/>
                    </a:lnTo>
                    <a:lnTo>
                      <a:pt x="178308" y="178594"/>
                    </a:lnTo>
                    <a:lnTo>
                      <a:pt x="148590" y="178594"/>
                    </a:lnTo>
                    <a:lnTo>
                      <a:pt x="148590" y="208312"/>
                    </a:lnTo>
                    <a:lnTo>
                      <a:pt x="118872" y="208312"/>
                    </a:lnTo>
                    <a:lnTo>
                      <a:pt x="118872" y="267843"/>
                    </a:lnTo>
                    <a:lnTo>
                      <a:pt x="89154" y="267843"/>
                    </a:lnTo>
                    <a:lnTo>
                      <a:pt x="89154" y="238125"/>
                    </a:lnTo>
                    <a:lnTo>
                      <a:pt x="59436" y="238125"/>
                    </a:lnTo>
                    <a:lnTo>
                      <a:pt x="59436" y="208407"/>
                    </a:lnTo>
                    <a:lnTo>
                      <a:pt x="29718" y="208407"/>
                    </a:lnTo>
                    <a:lnTo>
                      <a:pt x="29718" y="238125"/>
                    </a:lnTo>
                    <a:lnTo>
                      <a:pt x="0" y="238125"/>
                    </a:lnTo>
                    <a:lnTo>
                      <a:pt x="0" y="297656"/>
                    </a:lnTo>
                    <a:lnTo>
                      <a:pt x="29718" y="297656"/>
                    </a:lnTo>
                    <a:lnTo>
                      <a:pt x="29718" y="357188"/>
                    </a:lnTo>
                    <a:close/>
                    <a:moveTo>
                      <a:pt x="416623" y="238125"/>
                    </a:moveTo>
                    <a:lnTo>
                      <a:pt x="416623" y="357188"/>
                    </a:lnTo>
                    <a:lnTo>
                      <a:pt x="386905" y="357188"/>
                    </a:lnTo>
                    <a:lnTo>
                      <a:pt x="386905" y="327469"/>
                    </a:lnTo>
                    <a:lnTo>
                      <a:pt x="357188" y="327469"/>
                    </a:lnTo>
                    <a:lnTo>
                      <a:pt x="357188" y="297752"/>
                    </a:lnTo>
                    <a:lnTo>
                      <a:pt x="327470" y="297752"/>
                    </a:lnTo>
                    <a:lnTo>
                      <a:pt x="327470" y="268034"/>
                    </a:lnTo>
                    <a:lnTo>
                      <a:pt x="387001" y="268034"/>
                    </a:lnTo>
                    <a:lnTo>
                      <a:pt x="387001" y="238315"/>
                    </a:lnTo>
                    <a:lnTo>
                      <a:pt x="416719" y="238315"/>
                    </a:lnTo>
                    <a:close/>
                    <a:moveTo>
                      <a:pt x="148780" y="297656"/>
                    </a:moveTo>
                    <a:lnTo>
                      <a:pt x="148780" y="327374"/>
                    </a:lnTo>
                    <a:lnTo>
                      <a:pt x="178498" y="327374"/>
                    </a:lnTo>
                    <a:lnTo>
                      <a:pt x="178498" y="357092"/>
                    </a:lnTo>
                    <a:lnTo>
                      <a:pt x="148780" y="357092"/>
                    </a:lnTo>
                    <a:lnTo>
                      <a:pt x="148780" y="327374"/>
                    </a:lnTo>
                    <a:lnTo>
                      <a:pt x="119063" y="327374"/>
                    </a:lnTo>
                    <a:lnTo>
                      <a:pt x="119063" y="297656"/>
                    </a:lnTo>
                    <a:lnTo>
                      <a:pt x="148780" y="29765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887" name="Google Shape;2887;p38"/>
            <p:cNvGrpSpPr/>
            <p:nvPr/>
          </p:nvGrpSpPr>
          <p:grpSpPr>
            <a:xfrm>
              <a:off x="6571107" y="1494186"/>
              <a:ext cx="1518094" cy="1577626"/>
              <a:chOff x="6571107" y="1494186"/>
              <a:chExt cx="1518094" cy="1577626"/>
            </a:xfrm>
          </p:grpSpPr>
          <p:grpSp>
            <p:nvGrpSpPr>
              <p:cNvPr id="2888" name="Google Shape;2888;p38"/>
              <p:cNvGrpSpPr/>
              <p:nvPr/>
            </p:nvGrpSpPr>
            <p:grpSpPr>
              <a:xfrm>
                <a:off x="7553325" y="1940718"/>
                <a:ext cx="535876" cy="1131094"/>
                <a:chOff x="7553325" y="1940718"/>
                <a:chExt cx="535876" cy="1131094"/>
              </a:xfrm>
            </p:grpSpPr>
            <p:sp>
              <p:nvSpPr>
                <p:cNvPr id="2889" name="Google Shape;2889;p38"/>
                <p:cNvSpPr/>
                <p:nvPr/>
              </p:nvSpPr>
              <p:spPr>
                <a:xfrm>
                  <a:off x="7821168" y="3042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0" name="Google Shape;2890;p38"/>
                <p:cNvSpPr/>
                <p:nvPr/>
              </p:nvSpPr>
              <p:spPr>
                <a:xfrm>
                  <a:off x="7880794"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1" name="Google Shape;2891;p38"/>
                <p:cNvSpPr/>
                <p:nvPr/>
              </p:nvSpPr>
              <p:spPr>
                <a:xfrm>
                  <a:off x="7940230"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2" name="Google Shape;2892;p38"/>
                <p:cNvSpPr/>
                <p:nvPr/>
              </p:nvSpPr>
              <p:spPr>
                <a:xfrm>
                  <a:off x="7761732"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3" name="Google Shape;2893;p38"/>
                <p:cNvSpPr/>
                <p:nvPr/>
              </p:nvSpPr>
              <p:spPr>
                <a:xfrm>
                  <a:off x="7970043"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4" name="Google Shape;2894;p38"/>
                <p:cNvSpPr/>
                <p:nvPr/>
              </p:nvSpPr>
              <p:spPr>
                <a:xfrm>
                  <a:off x="7940230" y="2863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5" name="Google Shape;2895;p38"/>
                <p:cNvSpPr/>
                <p:nvPr/>
              </p:nvSpPr>
              <p:spPr>
                <a:xfrm>
                  <a:off x="7910512" y="2803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6" name="Google Shape;2896;p38"/>
                <p:cNvSpPr/>
                <p:nvPr/>
              </p:nvSpPr>
              <p:spPr>
                <a:xfrm>
                  <a:off x="7880794" y="2744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7" name="Google Shape;2897;p38"/>
                <p:cNvSpPr/>
                <p:nvPr/>
              </p:nvSpPr>
              <p:spPr>
                <a:xfrm>
                  <a:off x="7850981"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8" name="Google Shape;2898;p38"/>
                <p:cNvSpPr/>
                <p:nvPr/>
              </p:nvSpPr>
              <p:spPr>
                <a:xfrm>
                  <a:off x="7821168" y="2565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9" name="Google Shape;2899;p38"/>
                <p:cNvSpPr/>
                <p:nvPr/>
              </p:nvSpPr>
              <p:spPr>
                <a:xfrm>
                  <a:off x="7850981"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0" name="Google Shape;2900;p38"/>
                <p:cNvSpPr/>
                <p:nvPr/>
              </p:nvSpPr>
              <p:spPr>
                <a:xfrm>
                  <a:off x="7880794"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1" name="Google Shape;2901;p38"/>
                <p:cNvSpPr/>
                <p:nvPr/>
              </p:nvSpPr>
              <p:spPr>
                <a:xfrm>
                  <a:off x="791051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2" name="Google Shape;2902;p38"/>
                <p:cNvSpPr/>
                <p:nvPr/>
              </p:nvSpPr>
              <p:spPr>
                <a:xfrm>
                  <a:off x="794023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3" name="Google Shape;2903;p38"/>
                <p:cNvSpPr/>
                <p:nvPr/>
              </p:nvSpPr>
              <p:spPr>
                <a:xfrm>
                  <a:off x="7970043"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4" name="Google Shape;2904;p38"/>
                <p:cNvSpPr/>
                <p:nvPr/>
              </p:nvSpPr>
              <p:spPr>
                <a:xfrm>
                  <a:off x="799985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5" name="Google Shape;2905;p38"/>
                <p:cNvSpPr/>
                <p:nvPr/>
              </p:nvSpPr>
              <p:spPr>
                <a:xfrm>
                  <a:off x="8029575"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6" name="Google Shape;2906;p38"/>
                <p:cNvSpPr/>
                <p:nvPr/>
              </p:nvSpPr>
              <p:spPr>
                <a:xfrm rot="10800000">
                  <a:off x="8059483"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7" name="Google Shape;2907;p38"/>
                <p:cNvSpPr/>
                <p:nvPr/>
              </p:nvSpPr>
              <p:spPr>
                <a:xfrm rot="10800000">
                  <a:off x="8029575"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8" name="Google Shape;2908;p38"/>
                <p:cNvSpPr/>
                <p:nvPr/>
              </p:nvSpPr>
              <p:spPr>
                <a:xfrm>
                  <a:off x="7999857"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9" name="Google Shape;2909;p38"/>
                <p:cNvSpPr/>
                <p:nvPr/>
              </p:nvSpPr>
              <p:spPr>
                <a:xfrm>
                  <a:off x="7970043"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0" name="Google Shape;2910;p38"/>
                <p:cNvSpPr/>
                <p:nvPr/>
              </p:nvSpPr>
              <p:spPr>
                <a:xfrm>
                  <a:off x="794023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1" name="Google Shape;2911;p38"/>
                <p:cNvSpPr/>
                <p:nvPr/>
              </p:nvSpPr>
              <p:spPr>
                <a:xfrm>
                  <a:off x="7970043"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2" name="Google Shape;2912;p38"/>
                <p:cNvSpPr/>
                <p:nvPr/>
              </p:nvSpPr>
              <p:spPr>
                <a:xfrm>
                  <a:off x="794023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3" name="Google Shape;2913;p38"/>
                <p:cNvSpPr/>
                <p:nvPr/>
              </p:nvSpPr>
              <p:spPr>
                <a:xfrm>
                  <a:off x="79105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4" name="Google Shape;2914;p38"/>
                <p:cNvSpPr/>
                <p:nvPr/>
              </p:nvSpPr>
              <p:spPr>
                <a:xfrm>
                  <a:off x="788079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5" name="Google Shape;2915;p38"/>
                <p:cNvSpPr/>
                <p:nvPr/>
              </p:nvSpPr>
              <p:spPr>
                <a:xfrm>
                  <a:off x="7880794"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6" name="Google Shape;2916;p38"/>
                <p:cNvSpPr/>
                <p:nvPr/>
              </p:nvSpPr>
              <p:spPr>
                <a:xfrm>
                  <a:off x="7850981"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7" name="Google Shape;2917;p38"/>
                <p:cNvSpPr/>
                <p:nvPr/>
              </p:nvSpPr>
              <p:spPr>
                <a:xfrm>
                  <a:off x="794023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8" name="Google Shape;2918;p38"/>
                <p:cNvSpPr/>
                <p:nvPr/>
              </p:nvSpPr>
              <p:spPr>
                <a:xfrm>
                  <a:off x="791051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9" name="Google Shape;2919;p38"/>
                <p:cNvSpPr/>
                <p:nvPr/>
              </p:nvSpPr>
              <p:spPr>
                <a:xfrm>
                  <a:off x="7791450" y="2059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0" name="Google Shape;2920;p38"/>
                <p:cNvSpPr/>
                <p:nvPr/>
              </p:nvSpPr>
              <p:spPr>
                <a:xfrm>
                  <a:off x="791051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1" name="Google Shape;2921;p38"/>
                <p:cNvSpPr/>
                <p:nvPr/>
              </p:nvSpPr>
              <p:spPr>
                <a:xfrm>
                  <a:off x="7880794"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2" name="Google Shape;2922;p38"/>
                <p:cNvSpPr/>
                <p:nvPr/>
              </p:nvSpPr>
              <p:spPr>
                <a:xfrm>
                  <a:off x="7850981"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3" name="Google Shape;2923;p38"/>
                <p:cNvSpPr/>
                <p:nvPr/>
              </p:nvSpPr>
              <p:spPr>
                <a:xfrm>
                  <a:off x="7821168"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4" name="Google Shape;2924;p38"/>
                <p:cNvSpPr/>
                <p:nvPr/>
              </p:nvSpPr>
              <p:spPr>
                <a:xfrm>
                  <a:off x="782116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5" name="Google Shape;2925;p38"/>
                <p:cNvSpPr/>
                <p:nvPr/>
              </p:nvSpPr>
              <p:spPr>
                <a:xfrm>
                  <a:off x="7702105" y="2119312"/>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6" name="Google Shape;2926;p38"/>
                <p:cNvSpPr/>
                <p:nvPr/>
              </p:nvSpPr>
              <p:spPr>
                <a:xfrm>
                  <a:off x="785098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7" name="Google Shape;2927;p38"/>
                <p:cNvSpPr/>
                <p:nvPr/>
              </p:nvSpPr>
              <p:spPr>
                <a:xfrm rot="10800000">
                  <a:off x="76723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8" name="Google Shape;2928;p38"/>
                <p:cNvSpPr/>
                <p:nvPr/>
              </p:nvSpPr>
              <p:spPr>
                <a:xfrm>
                  <a:off x="7761732"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9" name="Google Shape;2929;p38"/>
                <p:cNvSpPr/>
                <p:nvPr/>
              </p:nvSpPr>
              <p:spPr>
                <a:xfrm>
                  <a:off x="776173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0" name="Google Shape;2930;p38"/>
                <p:cNvSpPr/>
                <p:nvPr/>
              </p:nvSpPr>
              <p:spPr>
                <a:xfrm>
                  <a:off x="7821168"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1" name="Google Shape;2931;p38"/>
                <p:cNvSpPr/>
                <p:nvPr/>
              </p:nvSpPr>
              <p:spPr>
                <a:xfrm>
                  <a:off x="7850981"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2" name="Google Shape;2932;p38"/>
                <p:cNvSpPr/>
                <p:nvPr/>
              </p:nvSpPr>
              <p:spPr>
                <a:xfrm rot="10800000">
                  <a:off x="7880794"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3" name="Google Shape;2933;p38"/>
                <p:cNvSpPr/>
                <p:nvPr/>
              </p:nvSpPr>
              <p:spPr>
                <a:xfrm rot="10800000">
                  <a:off x="7910512" y="19704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4" name="Google Shape;2934;p38"/>
                <p:cNvSpPr/>
                <p:nvPr/>
              </p:nvSpPr>
              <p:spPr>
                <a:xfrm>
                  <a:off x="7880794" y="2029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5" name="Google Shape;2935;p38"/>
                <p:cNvSpPr/>
                <p:nvPr/>
              </p:nvSpPr>
              <p:spPr>
                <a:xfrm>
                  <a:off x="7731918"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6" name="Google Shape;2936;p38"/>
                <p:cNvSpPr/>
                <p:nvPr/>
              </p:nvSpPr>
              <p:spPr>
                <a:xfrm>
                  <a:off x="7702105"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7" name="Google Shape;2937;p38"/>
                <p:cNvSpPr/>
                <p:nvPr/>
              </p:nvSpPr>
              <p:spPr>
                <a:xfrm>
                  <a:off x="7583043" y="2149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8" name="Google Shape;2938;p38"/>
                <p:cNvSpPr/>
                <p:nvPr/>
              </p:nvSpPr>
              <p:spPr>
                <a:xfrm>
                  <a:off x="767238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9" name="Google Shape;2939;p38"/>
                <p:cNvSpPr/>
                <p:nvPr/>
              </p:nvSpPr>
              <p:spPr>
                <a:xfrm>
                  <a:off x="7612856"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0" name="Google Shape;2940;p38"/>
                <p:cNvSpPr/>
                <p:nvPr/>
              </p:nvSpPr>
              <p:spPr>
                <a:xfrm>
                  <a:off x="7642669" y="2149030"/>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1" name="Google Shape;2941;p38"/>
                <p:cNvSpPr/>
                <p:nvPr/>
              </p:nvSpPr>
              <p:spPr>
                <a:xfrm rot="10800000">
                  <a:off x="7702200"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2" name="Google Shape;2942;p38"/>
                <p:cNvSpPr/>
                <p:nvPr/>
              </p:nvSpPr>
              <p:spPr>
                <a:xfrm>
                  <a:off x="788079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3" name="Google Shape;2943;p38"/>
                <p:cNvSpPr/>
                <p:nvPr/>
              </p:nvSpPr>
              <p:spPr>
                <a:xfrm>
                  <a:off x="7850981"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4" name="Google Shape;2944;p38"/>
                <p:cNvSpPr/>
                <p:nvPr/>
              </p:nvSpPr>
              <p:spPr>
                <a:xfrm>
                  <a:off x="7821168"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5" name="Google Shape;2945;p38"/>
                <p:cNvSpPr/>
                <p:nvPr/>
              </p:nvSpPr>
              <p:spPr>
                <a:xfrm>
                  <a:off x="77914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6" name="Google Shape;2946;p38"/>
                <p:cNvSpPr/>
                <p:nvPr/>
              </p:nvSpPr>
              <p:spPr>
                <a:xfrm rot="10800000">
                  <a:off x="76723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7" name="Google Shape;2947;p38"/>
                <p:cNvSpPr/>
                <p:nvPr/>
              </p:nvSpPr>
              <p:spPr>
                <a:xfrm>
                  <a:off x="7940230"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8" name="Google Shape;2948;p38"/>
                <p:cNvSpPr/>
                <p:nvPr/>
              </p:nvSpPr>
              <p:spPr>
                <a:xfrm>
                  <a:off x="7731918"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9" name="Google Shape;2949;p38"/>
                <p:cNvSpPr/>
                <p:nvPr/>
              </p:nvSpPr>
              <p:spPr>
                <a:xfrm>
                  <a:off x="7702105" y="2833687"/>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0" name="Google Shape;2950;p38"/>
                <p:cNvSpPr/>
                <p:nvPr/>
              </p:nvSpPr>
              <p:spPr>
                <a:xfrm>
                  <a:off x="7672387" y="2684906"/>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1" name="Google Shape;2951;p38"/>
                <p:cNvSpPr/>
                <p:nvPr/>
              </p:nvSpPr>
              <p:spPr>
                <a:xfrm>
                  <a:off x="7642669"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2" name="Google Shape;2952;p38"/>
                <p:cNvSpPr/>
                <p:nvPr/>
              </p:nvSpPr>
              <p:spPr>
                <a:xfrm>
                  <a:off x="7612856"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3" name="Google Shape;2953;p38"/>
                <p:cNvSpPr/>
                <p:nvPr/>
              </p:nvSpPr>
              <p:spPr>
                <a:xfrm>
                  <a:off x="7583043"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4" name="Google Shape;2954;p38"/>
                <p:cNvSpPr/>
                <p:nvPr/>
              </p:nvSpPr>
              <p:spPr>
                <a:xfrm>
                  <a:off x="7553325" y="2357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5" name="Google Shape;2955;p38"/>
                <p:cNvSpPr/>
                <p:nvPr/>
              </p:nvSpPr>
              <p:spPr>
                <a:xfrm>
                  <a:off x="8029575"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6" name="Google Shape;2956;p38"/>
                <p:cNvSpPr/>
                <p:nvPr/>
              </p:nvSpPr>
              <p:spPr>
                <a:xfrm>
                  <a:off x="7850981"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7" name="Google Shape;2957;p38"/>
                <p:cNvSpPr/>
                <p:nvPr/>
              </p:nvSpPr>
              <p:spPr>
                <a:xfrm>
                  <a:off x="7880794"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8" name="Google Shape;2958;p38"/>
                <p:cNvSpPr/>
                <p:nvPr/>
              </p:nvSpPr>
              <p:spPr>
                <a:xfrm>
                  <a:off x="7821168"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9" name="Google Shape;2959;p38"/>
                <p:cNvSpPr/>
                <p:nvPr/>
              </p:nvSpPr>
              <p:spPr>
                <a:xfrm>
                  <a:off x="7702105"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2960;p38"/>
                <p:cNvSpPr/>
                <p:nvPr/>
              </p:nvSpPr>
              <p:spPr>
                <a:xfrm>
                  <a:off x="782116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2961;p38"/>
                <p:cNvSpPr/>
                <p:nvPr/>
              </p:nvSpPr>
              <p:spPr>
                <a:xfrm>
                  <a:off x="7850981"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2962;p38"/>
                <p:cNvSpPr/>
                <p:nvPr/>
              </p:nvSpPr>
              <p:spPr>
                <a:xfrm>
                  <a:off x="779145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3" name="Google Shape;2963;p38"/>
                <p:cNvSpPr/>
                <p:nvPr/>
              </p:nvSpPr>
              <p:spPr>
                <a:xfrm>
                  <a:off x="770210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4" name="Google Shape;2964;p38"/>
                <p:cNvSpPr/>
                <p:nvPr/>
              </p:nvSpPr>
              <p:spPr>
                <a:xfrm>
                  <a:off x="7702105" y="2684906"/>
                  <a:ext cx="267938" cy="357187"/>
                </a:xfrm>
                <a:custGeom>
                  <a:avLst/>
                  <a:gdLst/>
                  <a:ahLst/>
                  <a:cxnLst/>
                  <a:rect l="l" t="t" r="r" b="b"/>
                  <a:pathLst>
                    <a:path w="267938" h="357187" extrusionOk="0">
                      <a:moveTo>
                        <a:pt x="267938" y="238125"/>
                      </a:moveTo>
                      <a:lnTo>
                        <a:pt x="267938" y="297561"/>
                      </a:lnTo>
                      <a:lnTo>
                        <a:pt x="238125" y="297561"/>
                      </a:lnTo>
                      <a:lnTo>
                        <a:pt x="238125" y="327374"/>
                      </a:lnTo>
                      <a:lnTo>
                        <a:pt x="178689" y="327374"/>
                      </a:lnTo>
                      <a:lnTo>
                        <a:pt x="178689" y="357188"/>
                      </a:lnTo>
                      <a:lnTo>
                        <a:pt x="119063" y="357188"/>
                      </a:lnTo>
                      <a:lnTo>
                        <a:pt x="119063" y="327374"/>
                      </a:lnTo>
                      <a:lnTo>
                        <a:pt x="59627" y="327374"/>
                      </a:lnTo>
                      <a:lnTo>
                        <a:pt x="59627" y="297561"/>
                      </a:lnTo>
                      <a:lnTo>
                        <a:pt x="29813" y="297561"/>
                      </a:lnTo>
                      <a:lnTo>
                        <a:pt x="29813" y="148780"/>
                      </a:lnTo>
                      <a:lnTo>
                        <a:pt x="0" y="148780"/>
                      </a:lnTo>
                      <a:lnTo>
                        <a:pt x="0" y="29718"/>
                      </a:lnTo>
                      <a:lnTo>
                        <a:pt x="29813" y="29718"/>
                      </a:lnTo>
                      <a:lnTo>
                        <a:pt x="29813" y="59436"/>
                      </a:lnTo>
                      <a:lnTo>
                        <a:pt x="89345" y="59436"/>
                      </a:lnTo>
                      <a:lnTo>
                        <a:pt x="89345" y="29718"/>
                      </a:lnTo>
                      <a:lnTo>
                        <a:pt x="119063" y="29718"/>
                      </a:lnTo>
                      <a:lnTo>
                        <a:pt x="119063" y="0"/>
                      </a:lnTo>
                      <a:lnTo>
                        <a:pt x="148876" y="0"/>
                      </a:lnTo>
                      <a:lnTo>
                        <a:pt x="148876" y="59436"/>
                      </a:lnTo>
                      <a:lnTo>
                        <a:pt x="178689" y="59436"/>
                      </a:lnTo>
                      <a:lnTo>
                        <a:pt x="178689" y="119063"/>
                      </a:lnTo>
                      <a:lnTo>
                        <a:pt x="208407" y="119063"/>
                      </a:lnTo>
                      <a:lnTo>
                        <a:pt x="208407" y="178498"/>
                      </a:lnTo>
                      <a:lnTo>
                        <a:pt x="238125" y="178498"/>
                      </a:lnTo>
                      <a:lnTo>
                        <a:pt x="238125" y="238125"/>
                      </a:lnTo>
                      <a:lnTo>
                        <a:pt x="267938"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2965;p38"/>
                <p:cNvSpPr/>
                <p:nvPr/>
              </p:nvSpPr>
              <p:spPr>
                <a:xfrm>
                  <a:off x="7731918"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2966;p38"/>
                <p:cNvSpPr/>
                <p:nvPr/>
              </p:nvSpPr>
              <p:spPr>
                <a:xfrm>
                  <a:off x="779145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2967;p38"/>
                <p:cNvSpPr/>
                <p:nvPr/>
              </p:nvSpPr>
              <p:spPr>
                <a:xfrm>
                  <a:off x="776173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2968;p38"/>
                <p:cNvSpPr/>
                <p:nvPr/>
              </p:nvSpPr>
              <p:spPr>
                <a:xfrm>
                  <a:off x="7583519" y="2119312"/>
                  <a:ext cx="445960" cy="595121"/>
                </a:xfrm>
                <a:custGeom>
                  <a:avLst/>
                  <a:gdLst/>
                  <a:ahLst/>
                  <a:cxnLst/>
                  <a:rect l="l" t="t" r="r" b="b"/>
                  <a:pathLst>
                    <a:path w="445960" h="595121" extrusionOk="0">
                      <a:moveTo>
                        <a:pt x="416338" y="89344"/>
                      </a:moveTo>
                      <a:lnTo>
                        <a:pt x="416338" y="148876"/>
                      </a:lnTo>
                      <a:lnTo>
                        <a:pt x="386620" y="148876"/>
                      </a:lnTo>
                      <a:lnTo>
                        <a:pt x="386620" y="178594"/>
                      </a:lnTo>
                      <a:lnTo>
                        <a:pt x="356902" y="178594"/>
                      </a:lnTo>
                      <a:lnTo>
                        <a:pt x="356902" y="208312"/>
                      </a:lnTo>
                      <a:lnTo>
                        <a:pt x="297371" y="208312"/>
                      </a:lnTo>
                      <a:lnTo>
                        <a:pt x="297371" y="238030"/>
                      </a:lnTo>
                      <a:lnTo>
                        <a:pt x="267652" y="238030"/>
                      </a:lnTo>
                      <a:lnTo>
                        <a:pt x="267652" y="208312"/>
                      </a:lnTo>
                      <a:lnTo>
                        <a:pt x="297371" y="208312"/>
                      </a:lnTo>
                      <a:lnTo>
                        <a:pt x="297371" y="148781"/>
                      </a:lnTo>
                      <a:lnTo>
                        <a:pt x="327088" y="148781"/>
                      </a:lnTo>
                      <a:lnTo>
                        <a:pt x="327088" y="119063"/>
                      </a:lnTo>
                      <a:lnTo>
                        <a:pt x="356806" y="119063"/>
                      </a:lnTo>
                      <a:lnTo>
                        <a:pt x="356806" y="29718"/>
                      </a:lnTo>
                      <a:lnTo>
                        <a:pt x="327088" y="29718"/>
                      </a:lnTo>
                      <a:lnTo>
                        <a:pt x="327088" y="0"/>
                      </a:lnTo>
                      <a:lnTo>
                        <a:pt x="267557" y="0"/>
                      </a:lnTo>
                      <a:lnTo>
                        <a:pt x="267557" y="29718"/>
                      </a:lnTo>
                      <a:lnTo>
                        <a:pt x="297275" y="29718"/>
                      </a:lnTo>
                      <a:lnTo>
                        <a:pt x="297275" y="59436"/>
                      </a:lnTo>
                      <a:lnTo>
                        <a:pt x="326993" y="59436"/>
                      </a:lnTo>
                      <a:lnTo>
                        <a:pt x="326993" y="89154"/>
                      </a:lnTo>
                      <a:lnTo>
                        <a:pt x="297275" y="89154"/>
                      </a:lnTo>
                      <a:lnTo>
                        <a:pt x="297275" y="118872"/>
                      </a:lnTo>
                      <a:lnTo>
                        <a:pt x="267557" y="118872"/>
                      </a:lnTo>
                      <a:lnTo>
                        <a:pt x="267557" y="148590"/>
                      </a:lnTo>
                      <a:lnTo>
                        <a:pt x="237839" y="148590"/>
                      </a:lnTo>
                      <a:lnTo>
                        <a:pt x="237839" y="178308"/>
                      </a:lnTo>
                      <a:lnTo>
                        <a:pt x="208121" y="178308"/>
                      </a:lnTo>
                      <a:lnTo>
                        <a:pt x="208121" y="148590"/>
                      </a:lnTo>
                      <a:lnTo>
                        <a:pt x="237839" y="148590"/>
                      </a:lnTo>
                      <a:lnTo>
                        <a:pt x="237839" y="118872"/>
                      </a:lnTo>
                      <a:lnTo>
                        <a:pt x="267557" y="118872"/>
                      </a:lnTo>
                      <a:lnTo>
                        <a:pt x="267557" y="89154"/>
                      </a:lnTo>
                      <a:lnTo>
                        <a:pt x="297275" y="89154"/>
                      </a:lnTo>
                      <a:lnTo>
                        <a:pt x="297275" y="59436"/>
                      </a:lnTo>
                      <a:lnTo>
                        <a:pt x="267557" y="59436"/>
                      </a:lnTo>
                      <a:lnTo>
                        <a:pt x="267557" y="29718"/>
                      </a:lnTo>
                      <a:lnTo>
                        <a:pt x="178213" y="29718"/>
                      </a:lnTo>
                      <a:lnTo>
                        <a:pt x="178213" y="59436"/>
                      </a:lnTo>
                      <a:lnTo>
                        <a:pt x="237744" y="59436"/>
                      </a:lnTo>
                      <a:lnTo>
                        <a:pt x="237744" y="89154"/>
                      </a:lnTo>
                      <a:lnTo>
                        <a:pt x="208026" y="89154"/>
                      </a:lnTo>
                      <a:lnTo>
                        <a:pt x="208026" y="118872"/>
                      </a:lnTo>
                      <a:lnTo>
                        <a:pt x="178308" y="118872"/>
                      </a:lnTo>
                      <a:lnTo>
                        <a:pt x="178308" y="148590"/>
                      </a:lnTo>
                      <a:lnTo>
                        <a:pt x="148590" y="148590"/>
                      </a:lnTo>
                      <a:lnTo>
                        <a:pt x="148590" y="178308"/>
                      </a:lnTo>
                      <a:lnTo>
                        <a:pt x="118872" y="178308"/>
                      </a:lnTo>
                      <a:lnTo>
                        <a:pt x="118872" y="208026"/>
                      </a:lnTo>
                      <a:lnTo>
                        <a:pt x="89154" y="208026"/>
                      </a:lnTo>
                      <a:lnTo>
                        <a:pt x="89154" y="178308"/>
                      </a:lnTo>
                      <a:lnTo>
                        <a:pt x="59436" y="178308"/>
                      </a:lnTo>
                      <a:lnTo>
                        <a:pt x="59436" y="29527"/>
                      </a:lnTo>
                      <a:lnTo>
                        <a:pt x="29718" y="29527"/>
                      </a:lnTo>
                      <a:lnTo>
                        <a:pt x="29718" y="237935"/>
                      </a:lnTo>
                      <a:lnTo>
                        <a:pt x="0" y="237935"/>
                      </a:lnTo>
                      <a:lnTo>
                        <a:pt x="0" y="356997"/>
                      </a:lnTo>
                      <a:lnTo>
                        <a:pt x="29718" y="356997"/>
                      </a:lnTo>
                      <a:lnTo>
                        <a:pt x="29718" y="446342"/>
                      </a:lnTo>
                      <a:lnTo>
                        <a:pt x="59436" y="446342"/>
                      </a:lnTo>
                      <a:lnTo>
                        <a:pt x="59436" y="505873"/>
                      </a:lnTo>
                      <a:lnTo>
                        <a:pt x="89154" y="505873"/>
                      </a:lnTo>
                      <a:lnTo>
                        <a:pt x="89154" y="565404"/>
                      </a:lnTo>
                      <a:lnTo>
                        <a:pt x="148685" y="565404"/>
                      </a:lnTo>
                      <a:lnTo>
                        <a:pt x="148685" y="595122"/>
                      </a:lnTo>
                      <a:lnTo>
                        <a:pt x="208216" y="595122"/>
                      </a:lnTo>
                      <a:lnTo>
                        <a:pt x="208216" y="565404"/>
                      </a:lnTo>
                      <a:lnTo>
                        <a:pt x="237934" y="565404"/>
                      </a:lnTo>
                      <a:lnTo>
                        <a:pt x="237934" y="446342"/>
                      </a:lnTo>
                      <a:lnTo>
                        <a:pt x="267652" y="446342"/>
                      </a:lnTo>
                      <a:lnTo>
                        <a:pt x="267652" y="356997"/>
                      </a:lnTo>
                      <a:lnTo>
                        <a:pt x="297371" y="356997"/>
                      </a:lnTo>
                      <a:lnTo>
                        <a:pt x="297371" y="297466"/>
                      </a:lnTo>
                      <a:lnTo>
                        <a:pt x="327088" y="297466"/>
                      </a:lnTo>
                      <a:lnTo>
                        <a:pt x="327088" y="267748"/>
                      </a:lnTo>
                      <a:lnTo>
                        <a:pt x="356806" y="267748"/>
                      </a:lnTo>
                      <a:lnTo>
                        <a:pt x="356806" y="238030"/>
                      </a:lnTo>
                      <a:lnTo>
                        <a:pt x="386524" y="238030"/>
                      </a:lnTo>
                      <a:lnTo>
                        <a:pt x="386524" y="208312"/>
                      </a:lnTo>
                      <a:lnTo>
                        <a:pt x="416242" y="208312"/>
                      </a:lnTo>
                      <a:lnTo>
                        <a:pt x="416242" y="178594"/>
                      </a:lnTo>
                      <a:lnTo>
                        <a:pt x="445960" y="178594"/>
                      </a:lnTo>
                      <a:lnTo>
                        <a:pt x="445960" y="89249"/>
                      </a:lnTo>
                      <a:lnTo>
                        <a:pt x="416242" y="89249"/>
                      </a:lnTo>
                      <a:close/>
                      <a:moveTo>
                        <a:pt x="237744" y="297752"/>
                      </a:moveTo>
                      <a:lnTo>
                        <a:pt x="208026" y="297752"/>
                      </a:lnTo>
                      <a:lnTo>
                        <a:pt x="208026" y="327469"/>
                      </a:lnTo>
                      <a:lnTo>
                        <a:pt x="178308" y="327469"/>
                      </a:lnTo>
                      <a:lnTo>
                        <a:pt x="178308" y="387001"/>
                      </a:lnTo>
                      <a:lnTo>
                        <a:pt x="148590" y="387001"/>
                      </a:lnTo>
                      <a:lnTo>
                        <a:pt x="148590" y="327469"/>
                      </a:lnTo>
                      <a:lnTo>
                        <a:pt x="178308" y="327469"/>
                      </a:lnTo>
                      <a:lnTo>
                        <a:pt x="178308" y="297752"/>
                      </a:lnTo>
                      <a:lnTo>
                        <a:pt x="208026" y="297752"/>
                      </a:lnTo>
                      <a:lnTo>
                        <a:pt x="208026" y="268034"/>
                      </a:lnTo>
                      <a:lnTo>
                        <a:pt x="237744" y="268034"/>
                      </a:lnTo>
                      <a:lnTo>
                        <a:pt x="237744" y="29775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2969;p38"/>
                <p:cNvSpPr/>
                <p:nvPr/>
              </p:nvSpPr>
              <p:spPr>
                <a:xfrm>
                  <a:off x="7731918"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0" name="Google Shape;2970;p38"/>
                <p:cNvSpPr/>
                <p:nvPr/>
              </p:nvSpPr>
              <p:spPr>
                <a:xfrm>
                  <a:off x="776173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2971;p38"/>
                <p:cNvSpPr/>
                <p:nvPr/>
              </p:nvSpPr>
              <p:spPr>
                <a:xfrm>
                  <a:off x="779145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2" name="Google Shape;2972;p38"/>
                <p:cNvSpPr/>
                <p:nvPr/>
              </p:nvSpPr>
              <p:spPr>
                <a:xfrm>
                  <a:off x="7702105"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2973;p38"/>
                <p:cNvSpPr/>
                <p:nvPr/>
              </p:nvSpPr>
              <p:spPr>
                <a:xfrm>
                  <a:off x="767238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2974;p38"/>
                <p:cNvSpPr/>
                <p:nvPr/>
              </p:nvSpPr>
              <p:spPr>
                <a:xfrm>
                  <a:off x="767238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5" name="Google Shape;2975;p38"/>
                <p:cNvSpPr/>
                <p:nvPr/>
              </p:nvSpPr>
              <p:spPr>
                <a:xfrm>
                  <a:off x="7642669"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2976;p38"/>
                <p:cNvSpPr/>
                <p:nvPr/>
              </p:nvSpPr>
              <p:spPr>
                <a:xfrm>
                  <a:off x="78509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2977;p38"/>
                <p:cNvSpPr/>
                <p:nvPr/>
              </p:nvSpPr>
              <p:spPr>
                <a:xfrm>
                  <a:off x="785098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8" name="Google Shape;2978;p38"/>
                <p:cNvSpPr/>
                <p:nvPr/>
              </p:nvSpPr>
              <p:spPr>
                <a:xfrm>
                  <a:off x="7880794"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2979;p38"/>
                <p:cNvSpPr/>
                <p:nvPr/>
              </p:nvSpPr>
              <p:spPr>
                <a:xfrm>
                  <a:off x="7880794"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2980;p38"/>
                <p:cNvSpPr/>
                <p:nvPr/>
              </p:nvSpPr>
              <p:spPr>
                <a:xfrm>
                  <a:off x="7850981"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1" name="Google Shape;2981;p38"/>
                <p:cNvSpPr/>
                <p:nvPr/>
              </p:nvSpPr>
              <p:spPr>
                <a:xfrm>
                  <a:off x="7821168" y="2506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2982;p38"/>
                <p:cNvSpPr/>
                <p:nvPr/>
              </p:nvSpPr>
              <p:spPr>
                <a:xfrm>
                  <a:off x="7821168"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2983;p38"/>
                <p:cNvSpPr/>
                <p:nvPr/>
              </p:nvSpPr>
              <p:spPr>
                <a:xfrm>
                  <a:off x="779145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4" name="Google Shape;2984;p38"/>
                <p:cNvSpPr/>
                <p:nvPr/>
              </p:nvSpPr>
              <p:spPr>
                <a:xfrm>
                  <a:off x="7731918"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2985;p38"/>
                <p:cNvSpPr/>
                <p:nvPr/>
              </p:nvSpPr>
              <p:spPr>
                <a:xfrm>
                  <a:off x="7850981"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2986;p38"/>
                <p:cNvSpPr/>
                <p:nvPr/>
              </p:nvSpPr>
              <p:spPr>
                <a:xfrm>
                  <a:off x="7880794"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2987;p38"/>
                <p:cNvSpPr/>
                <p:nvPr/>
              </p:nvSpPr>
              <p:spPr>
                <a:xfrm>
                  <a:off x="7910512"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8" name="Google Shape;2988;p38"/>
                <p:cNvSpPr/>
                <p:nvPr/>
              </p:nvSpPr>
              <p:spPr>
                <a:xfrm>
                  <a:off x="78509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9" name="Google Shape;2989;p38"/>
                <p:cNvSpPr/>
                <p:nvPr/>
              </p:nvSpPr>
              <p:spPr>
                <a:xfrm>
                  <a:off x="7791450"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2990;p38"/>
                <p:cNvSpPr/>
                <p:nvPr/>
              </p:nvSpPr>
              <p:spPr>
                <a:xfrm>
                  <a:off x="782116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2991;p38"/>
                <p:cNvSpPr/>
                <p:nvPr/>
              </p:nvSpPr>
              <p:spPr>
                <a:xfrm>
                  <a:off x="7761732"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2" name="Google Shape;2992;p38"/>
                <p:cNvSpPr/>
                <p:nvPr/>
              </p:nvSpPr>
              <p:spPr>
                <a:xfrm>
                  <a:off x="7731918"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3" name="Google Shape;2993;p38"/>
                <p:cNvSpPr/>
                <p:nvPr/>
              </p:nvSpPr>
              <p:spPr>
                <a:xfrm>
                  <a:off x="7880794"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4" name="Google Shape;2994;p38"/>
                <p:cNvSpPr/>
                <p:nvPr/>
              </p:nvSpPr>
              <p:spPr>
                <a:xfrm>
                  <a:off x="7850981"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5" name="Google Shape;2995;p38"/>
                <p:cNvSpPr/>
                <p:nvPr/>
              </p:nvSpPr>
              <p:spPr>
                <a:xfrm>
                  <a:off x="7910512"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6" name="Google Shape;2996;p38"/>
                <p:cNvSpPr/>
                <p:nvPr/>
              </p:nvSpPr>
              <p:spPr>
                <a:xfrm>
                  <a:off x="7940230"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2997;p38"/>
                <p:cNvSpPr/>
                <p:nvPr/>
              </p:nvSpPr>
              <p:spPr>
                <a:xfrm>
                  <a:off x="7910512"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8" name="Google Shape;2998;p38"/>
                <p:cNvSpPr/>
                <p:nvPr/>
              </p:nvSpPr>
              <p:spPr>
                <a:xfrm>
                  <a:off x="7821168"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2999;p38"/>
                <p:cNvSpPr/>
                <p:nvPr/>
              </p:nvSpPr>
              <p:spPr>
                <a:xfrm>
                  <a:off x="791051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0" name="Google Shape;3000;p38"/>
                <p:cNvSpPr/>
                <p:nvPr/>
              </p:nvSpPr>
              <p:spPr>
                <a:xfrm>
                  <a:off x="7940230"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1" name="Google Shape;3001;p38"/>
                <p:cNvSpPr/>
                <p:nvPr/>
              </p:nvSpPr>
              <p:spPr>
                <a:xfrm>
                  <a:off x="79700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002;p38"/>
                <p:cNvSpPr/>
                <p:nvPr/>
              </p:nvSpPr>
              <p:spPr>
                <a:xfrm>
                  <a:off x="7999857"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3003;p38"/>
                <p:cNvSpPr/>
                <p:nvPr/>
              </p:nvSpPr>
              <p:spPr>
                <a:xfrm>
                  <a:off x="791051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004;p38"/>
                <p:cNvSpPr/>
                <p:nvPr/>
              </p:nvSpPr>
              <p:spPr>
                <a:xfrm>
                  <a:off x="79105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3005;p38"/>
                <p:cNvSpPr/>
                <p:nvPr/>
              </p:nvSpPr>
              <p:spPr>
                <a:xfrm>
                  <a:off x="7880794"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006;p38"/>
                <p:cNvSpPr/>
                <p:nvPr/>
              </p:nvSpPr>
              <p:spPr>
                <a:xfrm>
                  <a:off x="7702105" y="2416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07" name="Google Shape;3007;p38"/>
              <p:cNvGrpSpPr/>
              <p:nvPr/>
            </p:nvGrpSpPr>
            <p:grpSpPr>
              <a:xfrm>
                <a:off x="6809232" y="1494186"/>
                <a:ext cx="1041654" cy="684562"/>
                <a:chOff x="6809232" y="1494186"/>
                <a:chExt cx="1041654" cy="684562"/>
              </a:xfrm>
            </p:grpSpPr>
            <p:sp>
              <p:nvSpPr>
                <p:cNvPr id="3008" name="Google Shape;3008;p38"/>
                <p:cNvSpPr/>
                <p:nvPr/>
              </p:nvSpPr>
              <p:spPr>
                <a:xfrm>
                  <a:off x="731520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009;p38"/>
                <p:cNvSpPr/>
                <p:nvPr/>
              </p:nvSpPr>
              <p:spPr>
                <a:xfrm>
                  <a:off x="7315200"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010;p38"/>
                <p:cNvSpPr/>
                <p:nvPr/>
              </p:nvSpPr>
              <p:spPr>
                <a:xfrm>
                  <a:off x="7344918"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3011;p38"/>
                <p:cNvSpPr/>
                <p:nvPr/>
              </p:nvSpPr>
              <p:spPr>
                <a:xfrm>
                  <a:off x="7344918"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012;p38"/>
                <p:cNvSpPr/>
                <p:nvPr/>
              </p:nvSpPr>
              <p:spPr>
                <a:xfrm>
                  <a:off x="7285482"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013;p38"/>
                <p:cNvSpPr/>
                <p:nvPr/>
              </p:nvSpPr>
              <p:spPr>
                <a:xfrm>
                  <a:off x="7315200"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3014;p38"/>
                <p:cNvSpPr/>
                <p:nvPr/>
              </p:nvSpPr>
              <p:spPr>
                <a:xfrm>
                  <a:off x="734491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015;p38"/>
                <p:cNvSpPr/>
                <p:nvPr/>
              </p:nvSpPr>
              <p:spPr>
                <a:xfrm>
                  <a:off x="728548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016;p38"/>
                <p:cNvSpPr/>
                <p:nvPr/>
              </p:nvSpPr>
              <p:spPr>
                <a:xfrm>
                  <a:off x="7285482"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3017;p38"/>
                <p:cNvSpPr/>
                <p:nvPr/>
              </p:nvSpPr>
              <p:spPr>
                <a:xfrm>
                  <a:off x="7315200"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3018;p38"/>
                <p:cNvSpPr/>
                <p:nvPr/>
              </p:nvSpPr>
              <p:spPr>
                <a:xfrm>
                  <a:off x="734491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3019;p38"/>
                <p:cNvSpPr/>
                <p:nvPr/>
              </p:nvSpPr>
              <p:spPr>
                <a:xfrm>
                  <a:off x="728548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3020;p38"/>
                <p:cNvSpPr/>
                <p:nvPr/>
              </p:nvSpPr>
              <p:spPr>
                <a:xfrm>
                  <a:off x="7315200"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3021;p38"/>
                <p:cNvSpPr/>
                <p:nvPr/>
              </p:nvSpPr>
              <p:spPr>
                <a:xfrm>
                  <a:off x="7344918"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3022;p38"/>
                <p:cNvSpPr/>
                <p:nvPr/>
              </p:nvSpPr>
              <p:spPr>
                <a:xfrm>
                  <a:off x="7374731"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3023;p38"/>
                <p:cNvSpPr/>
                <p:nvPr/>
              </p:nvSpPr>
              <p:spPr>
                <a:xfrm>
                  <a:off x="7404544"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3024;p38"/>
                <p:cNvSpPr/>
                <p:nvPr/>
              </p:nvSpPr>
              <p:spPr>
                <a:xfrm>
                  <a:off x="743426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5" name="Google Shape;3025;p38"/>
                <p:cNvSpPr/>
                <p:nvPr/>
              </p:nvSpPr>
              <p:spPr>
                <a:xfrm>
                  <a:off x="7463980"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6" name="Google Shape;3026;p38"/>
                <p:cNvSpPr/>
                <p:nvPr/>
              </p:nvSpPr>
              <p:spPr>
                <a:xfrm>
                  <a:off x="7493793"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3027;p38"/>
                <p:cNvSpPr/>
                <p:nvPr/>
              </p:nvSpPr>
              <p:spPr>
                <a:xfrm>
                  <a:off x="7583043" y="1970531"/>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028;p38"/>
                <p:cNvSpPr/>
                <p:nvPr/>
              </p:nvSpPr>
              <p:spPr>
                <a:xfrm>
                  <a:off x="7672387"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3029;p38"/>
                <p:cNvSpPr/>
                <p:nvPr/>
              </p:nvSpPr>
              <p:spPr>
                <a:xfrm>
                  <a:off x="7761732"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0" name="Google Shape;3030;p38"/>
                <p:cNvSpPr/>
                <p:nvPr/>
              </p:nvSpPr>
              <p:spPr>
                <a:xfrm>
                  <a:off x="782116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1" name="Google Shape;3031;p38"/>
                <p:cNvSpPr/>
                <p:nvPr/>
              </p:nvSpPr>
              <p:spPr>
                <a:xfrm>
                  <a:off x="779145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2" name="Google Shape;3032;p38"/>
                <p:cNvSpPr/>
                <p:nvPr/>
              </p:nvSpPr>
              <p:spPr>
                <a:xfrm>
                  <a:off x="776173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3" name="Google Shape;3033;p38"/>
                <p:cNvSpPr/>
                <p:nvPr/>
              </p:nvSpPr>
              <p:spPr>
                <a:xfrm>
                  <a:off x="7374731" y="16133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034;p38"/>
                <p:cNvSpPr/>
                <p:nvPr/>
              </p:nvSpPr>
              <p:spPr>
                <a:xfrm>
                  <a:off x="7404544"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5" name="Google Shape;3035;p38"/>
                <p:cNvSpPr/>
                <p:nvPr/>
              </p:nvSpPr>
              <p:spPr>
                <a:xfrm rot="10800000">
                  <a:off x="7255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036;p38"/>
                <p:cNvSpPr/>
                <p:nvPr/>
              </p:nvSpPr>
              <p:spPr>
                <a:xfrm>
                  <a:off x="7255668" y="16133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7" name="Google Shape;3037;p38"/>
                <p:cNvSpPr/>
                <p:nvPr/>
              </p:nvSpPr>
              <p:spPr>
                <a:xfrm>
                  <a:off x="7225855"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8" name="Google Shape;3038;p38"/>
                <p:cNvSpPr/>
                <p:nvPr/>
              </p:nvSpPr>
              <p:spPr>
                <a:xfrm>
                  <a:off x="728548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9" name="Google Shape;3039;p38"/>
                <p:cNvSpPr/>
                <p:nvPr/>
              </p:nvSpPr>
              <p:spPr>
                <a:xfrm>
                  <a:off x="7493793"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040;p38"/>
                <p:cNvSpPr/>
                <p:nvPr/>
              </p:nvSpPr>
              <p:spPr>
                <a:xfrm>
                  <a:off x="7374731"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041;p38"/>
                <p:cNvSpPr/>
                <p:nvPr/>
              </p:nvSpPr>
              <p:spPr>
                <a:xfrm>
                  <a:off x="7463980"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2" name="Google Shape;3042;p38"/>
                <p:cNvSpPr/>
                <p:nvPr/>
              </p:nvSpPr>
              <p:spPr>
                <a:xfrm>
                  <a:off x="746398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043;p38"/>
                <p:cNvSpPr/>
                <p:nvPr/>
              </p:nvSpPr>
              <p:spPr>
                <a:xfrm>
                  <a:off x="7404544" y="149428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044;p38"/>
                <p:cNvSpPr/>
                <p:nvPr/>
              </p:nvSpPr>
              <p:spPr>
                <a:xfrm rot="10800000">
                  <a:off x="7136606" y="155381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5" name="Google Shape;3045;p38"/>
                <p:cNvSpPr/>
                <p:nvPr/>
              </p:nvSpPr>
              <p:spPr>
                <a:xfrm rot="10800000">
                  <a:off x="7255668"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046;p38"/>
                <p:cNvSpPr/>
                <p:nvPr/>
              </p:nvSpPr>
              <p:spPr>
                <a:xfrm rot="10800000">
                  <a:off x="7166419"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047;p38"/>
                <p:cNvSpPr/>
                <p:nvPr/>
              </p:nvSpPr>
              <p:spPr>
                <a:xfrm rot="10800000">
                  <a:off x="7166419"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8" name="Google Shape;3048;p38"/>
                <p:cNvSpPr/>
                <p:nvPr/>
              </p:nvSpPr>
              <p:spPr>
                <a:xfrm rot="10800000">
                  <a:off x="7196137" y="149418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049;p38"/>
                <p:cNvSpPr/>
                <p:nvPr/>
              </p:nvSpPr>
              <p:spPr>
                <a:xfrm>
                  <a:off x="7315200"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050;p38"/>
                <p:cNvSpPr/>
                <p:nvPr/>
              </p:nvSpPr>
              <p:spPr>
                <a:xfrm>
                  <a:off x="7374731"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1" name="Google Shape;3051;p38"/>
                <p:cNvSpPr/>
                <p:nvPr/>
              </p:nvSpPr>
              <p:spPr>
                <a:xfrm>
                  <a:off x="7404544"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3052;p38"/>
                <p:cNvSpPr/>
                <p:nvPr/>
              </p:nvSpPr>
              <p:spPr>
                <a:xfrm>
                  <a:off x="7434262"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3053;p38"/>
                <p:cNvSpPr/>
                <p:nvPr/>
              </p:nvSpPr>
              <p:spPr>
                <a:xfrm>
                  <a:off x="7493793"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4" name="Google Shape;3054;p38"/>
                <p:cNvSpPr/>
                <p:nvPr/>
              </p:nvSpPr>
              <p:spPr>
                <a:xfrm>
                  <a:off x="7553325"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5" name="Google Shape;3055;p38"/>
                <p:cNvSpPr/>
                <p:nvPr/>
              </p:nvSpPr>
              <p:spPr>
                <a:xfrm>
                  <a:off x="7821168" y="16133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6" name="Google Shape;3056;p38"/>
                <p:cNvSpPr/>
                <p:nvPr/>
              </p:nvSpPr>
              <p:spPr>
                <a:xfrm>
                  <a:off x="7791450"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3057;p38"/>
                <p:cNvSpPr/>
                <p:nvPr/>
              </p:nvSpPr>
              <p:spPr>
                <a:xfrm>
                  <a:off x="7761732"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058;p38"/>
                <p:cNvSpPr/>
                <p:nvPr/>
              </p:nvSpPr>
              <p:spPr>
                <a:xfrm>
                  <a:off x="779145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9" name="Google Shape;3059;p38"/>
                <p:cNvSpPr/>
                <p:nvPr/>
              </p:nvSpPr>
              <p:spPr>
                <a:xfrm>
                  <a:off x="7702105" y="1791842"/>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060;p38"/>
                <p:cNvSpPr/>
                <p:nvPr/>
              </p:nvSpPr>
              <p:spPr>
                <a:xfrm>
                  <a:off x="7642669"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061;p38"/>
                <p:cNvSpPr/>
                <p:nvPr/>
              </p:nvSpPr>
              <p:spPr>
                <a:xfrm>
                  <a:off x="7523607" y="1851469"/>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2" name="Google Shape;3062;p38"/>
                <p:cNvSpPr/>
                <p:nvPr/>
              </p:nvSpPr>
              <p:spPr>
                <a:xfrm>
                  <a:off x="7434262" y="1821655"/>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3" name="Google Shape;3063;p38"/>
                <p:cNvSpPr/>
                <p:nvPr/>
              </p:nvSpPr>
              <p:spPr>
                <a:xfrm>
                  <a:off x="7612856" y="1583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064;p38"/>
                <p:cNvSpPr/>
                <p:nvPr/>
              </p:nvSpPr>
              <p:spPr>
                <a:xfrm>
                  <a:off x="7702105" y="155371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3065;p38"/>
                <p:cNvSpPr/>
                <p:nvPr/>
              </p:nvSpPr>
              <p:spPr>
                <a:xfrm>
                  <a:off x="7255668"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066;p38"/>
                <p:cNvSpPr/>
                <p:nvPr/>
              </p:nvSpPr>
              <p:spPr>
                <a:xfrm>
                  <a:off x="7374731" y="1881187"/>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7" name="Google Shape;3067;p38"/>
                <p:cNvSpPr/>
                <p:nvPr/>
              </p:nvSpPr>
              <p:spPr>
                <a:xfrm>
                  <a:off x="7285482" y="1881187"/>
                  <a:ext cx="89249" cy="89344"/>
                </a:xfrm>
                <a:custGeom>
                  <a:avLst/>
                  <a:gdLst/>
                  <a:ahLst/>
                  <a:cxnLst/>
                  <a:rect l="l" t="t" r="r" b="b"/>
                  <a:pathLst>
                    <a:path w="89249" h="89344" extrusionOk="0">
                      <a:moveTo>
                        <a:pt x="89249" y="0"/>
                      </a:moveTo>
                      <a:lnTo>
                        <a:pt x="89249" y="59531"/>
                      </a:lnTo>
                      <a:lnTo>
                        <a:pt x="59436" y="59531"/>
                      </a:lnTo>
                      <a:lnTo>
                        <a:pt x="59436" y="89345"/>
                      </a:lnTo>
                      <a:lnTo>
                        <a:pt x="29718" y="89345"/>
                      </a:lnTo>
                      <a:lnTo>
                        <a:pt x="29718" y="59531"/>
                      </a:lnTo>
                      <a:lnTo>
                        <a:pt x="0" y="59531"/>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8" name="Google Shape;3068;p38"/>
                <p:cNvSpPr/>
                <p:nvPr/>
              </p:nvSpPr>
              <p:spPr>
                <a:xfrm>
                  <a:off x="7285482" y="1970531"/>
                  <a:ext cx="89249" cy="89249"/>
                </a:xfrm>
                <a:custGeom>
                  <a:avLst/>
                  <a:gdLst/>
                  <a:ahLst/>
                  <a:cxnLst/>
                  <a:rect l="l" t="t" r="r" b="b"/>
                  <a:pathLst>
                    <a:path w="89249" h="89249" extrusionOk="0">
                      <a:moveTo>
                        <a:pt x="89249" y="0"/>
                      </a:moveTo>
                      <a:lnTo>
                        <a:pt x="89249" y="59436"/>
                      </a:lnTo>
                      <a:lnTo>
                        <a:pt x="59436" y="59436"/>
                      </a:lnTo>
                      <a:lnTo>
                        <a:pt x="59436" y="89249"/>
                      </a:lnTo>
                      <a:lnTo>
                        <a:pt x="29718" y="89249"/>
                      </a:lnTo>
                      <a:lnTo>
                        <a:pt x="29718" y="59436"/>
                      </a:lnTo>
                      <a:lnTo>
                        <a:pt x="0" y="59436"/>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9" name="Google Shape;3069;p38"/>
                <p:cNvSpPr/>
                <p:nvPr/>
              </p:nvSpPr>
              <p:spPr>
                <a:xfrm>
                  <a:off x="7285482" y="2059780"/>
                  <a:ext cx="89249" cy="89249"/>
                </a:xfrm>
                <a:custGeom>
                  <a:avLst/>
                  <a:gdLst/>
                  <a:ahLst/>
                  <a:cxnLst/>
                  <a:rect l="l" t="t" r="r" b="b"/>
                  <a:pathLst>
                    <a:path w="89249" h="89249" extrusionOk="0">
                      <a:moveTo>
                        <a:pt x="89249" y="0"/>
                      </a:moveTo>
                      <a:lnTo>
                        <a:pt x="89249" y="59531"/>
                      </a:lnTo>
                      <a:lnTo>
                        <a:pt x="59436" y="59531"/>
                      </a:lnTo>
                      <a:lnTo>
                        <a:pt x="59436" y="89249"/>
                      </a:lnTo>
                      <a:lnTo>
                        <a:pt x="29718" y="89249"/>
                      </a:lnTo>
                      <a:lnTo>
                        <a:pt x="29718" y="59531"/>
                      </a:lnTo>
                      <a:lnTo>
                        <a:pt x="0" y="59531"/>
                      </a:lnTo>
                      <a:lnTo>
                        <a:pt x="0" y="0"/>
                      </a:lnTo>
                      <a:lnTo>
                        <a:pt x="29718" y="0"/>
                      </a:lnTo>
                      <a:lnTo>
                        <a:pt x="29718" y="29813"/>
                      </a:lnTo>
                      <a:lnTo>
                        <a:pt x="59436" y="29813"/>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0" name="Google Shape;3070;p38"/>
                <p:cNvSpPr/>
                <p:nvPr/>
              </p:nvSpPr>
              <p:spPr>
                <a:xfrm>
                  <a:off x="7255668" y="1881187"/>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1" name="Google Shape;3071;p38"/>
                <p:cNvSpPr/>
                <p:nvPr/>
              </p:nvSpPr>
              <p:spPr>
                <a:xfrm>
                  <a:off x="7315200"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2" name="Google Shape;3072;p38"/>
                <p:cNvSpPr/>
                <p:nvPr/>
              </p:nvSpPr>
              <p:spPr>
                <a:xfrm>
                  <a:off x="728548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3" name="Google Shape;3073;p38"/>
                <p:cNvSpPr/>
                <p:nvPr/>
              </p:nvSpPr>
              <p:spPr>
                <a:xfrm>
                  <a:off x="728548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4" name="Google Shape;3074;p38"/>
                <p:cNvSpPr/>
                <p:nvPr/>
              </p:nvSpPr>
              <p:spPr>
                <a:xfrm>
                  <a:off x="7344918"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5" name="Google Shape;3075;p38"/>
                <p:cNvSpPr/>
                <p:nvPr/>
              </p:nvSpPr>
              <p:spPr>
                <a:xfrm>
                  <a:off x="734491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6" name="Google Shape;3076;p38"/>
                <p:cNvSpPr/>
                <p:nvPr/>
              </p:nvSpPr>
              <p:spPr>
                <a:xfrm>
                  <a:off x="7642669"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7" name="Google Shape;3077;p38"/>
                <p:cNvSpPr/>
                <p:nvPr/>
              </p:nvSpPr>
              <p:spPr>
                <a:xfrm>
                  <a:off x="758304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8" name="Google Shape;3078;p38"/>
                <p:cNvSpPr/>
                <p:nvPr/>
              </p:nvSpPr>
              <p:spPr>
                <a:xfrm>
                  <a:off x="7553325" y="1762124"/>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9" name="Google Shape;3079;p38"/>
                <p:cNvSpPr/>
                <p:nvPr/>
              </p:nvSpPr>
              <p:spPr>
                <a:xfrm>
                  <a:off x="755332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0" name="Google Shape;3080;p38"/>
                <p:cNvSpPr/>
                <p:nvPr/>
              </p:nvSpPr>
              <p:spPr>
                <a:xfrm>
                  <a:off x="7583043" y="17025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1" name="Google Shape;3081;p38"/>
                <p:cNvSpPr/>
                <p:nvPr/>
              </p:nvSpPr>
              <p:spPr>
                <a:xfrm>
                  <a:off x="752360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2" name="Google Shape;3082;p38"/>
                <p:cNvSpPr/>
                <p:nvPr/>
              </p:nvSpPr>
              <p:spPr>
                <a:xfrm>
                  <a:off x="767238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3" name="Google Shape;3083;p38"/>
                <p:cNvSpPr/>
                <p:nvPr/>
              </p:nvSpPr>
              <p:spPr>
                <a:xfrm>
                  <a:off x="7225855"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4" name="Google Shape;3084;p38"/>
                <p:cNvSpPr/>
                <p:nvPr/>
              </p:nvSpPr>
              <p:spPr>
                <a:xfrm>
                  <a:off x="719613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5" name="Google Shape;3085;p38"/>
                <p:cNvSpPr/>
                <p:nvPr/>
              </p:nvSpPr>
              <p:spPr>
                <a:xfrm>
                  <a:off x="7166419"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6" name="Google Shape;3086;p38"/>
                <p:cNvSpPr/>
                <p:nvPr/>
              </p:nvSpPr>
              <p:spPr>
                <a:xfrm>
                  <a:off x="7077075"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7" name="Google Shape;3087;p38"/>
                <p:cNvSpPr/>
                <p:nvPr/>
              </p:nvSpPr>
              <p:spPr>
                <a:xfrm>
                  <a:off x="6987730" y="1970531"/>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8" name="Google Shape;3088;p38"/>
                <p:cNvSpPr/>
                <p:nvPr/>
              </p:nvSpPr>
              <p:spPr>
                <a:xfrm>
                  <a:off x="6898481"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9" name="Google Shape;3089;p38"/>
                <p:cNvSpPr/>
                <p:nvPr/>
              </p:nvSpPr>
              <p:spPr>
                <a:xfrm>
                  <a:off x="6838950"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0" name="Google Shape;3090;p38"/>
                <p:cNvSpPr/>
                <p:nvPr/>
              </p:nvSpPr>
              <p:spPr>
                <a:xfrm>
                  <a:off x="680923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1" name="Google Shape;3091;p38"/>
                <p:cNvSpPr/>
                <p:nvPr/>
              </p:nvSpPr>
              <p:spPr>
                <a:xfrm>
                  <a:off x="683895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2" name="Google Shape;3092;p38"/>
                <p:cNvSpPr/>
                <p:nvPr/>
              </p:nvSpPr>
              <p:spPr>
                <a:xfrm>
                  <a:off x="6868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3" name="Google Shape;3093;p38"/>
                <p:cNvSpPr/>
                <p:nvPr/>
              </p:nvSpPr>
              <p:spPr>
                <a:xfrm>
                  <a:off x="722585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4" name="Google Shape;3094;p38"/>
                <p:cNvSpPr/>
                <p:nvPr/>
              </p:nvSpPr>
              <p:spPr>
                <a:xfrm>
                  <a:off x="7166419"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5" name="Google Shape;3095;p38"/>
                <p:cNvSpPr/>
                <p:nvPr/>
              </p:nvSpPr>
              <p:spPr>
                <a:xfrm>
                  <a:off x="7106793"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6" name="Google Shape;3096;p38"/>
                <p:cNvSpPr/>
                <p:nvPr/>
              </p:nvSpPr>
              <p:spPr>
                <a:xfrm>
                  <a:off x="7047357"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7" name="Google Shape;3097;p38"/>
                <p:cNvSpPr/>
                <p:nvPr/>
              </p:nvSpPr>
              <p:spPr>
                <a:xfrm>
                  <a:off x="6809232" y="16133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8" name="Google Shape;3098;p38"/>
                <p:cNvSpPr/>
                <p:nvPr/>
              </p:nvSpPr>
              <p:spPr>
                <a:xfrm>
                  <a:off x="6838950"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9" name="Google Shape;3099;p38"/>
                <p:cNvSpPr/>
                <p:nvPr/>
              </p:nvSpPr>
              <p:spPr>
                <a:xfrm>
                  <a:off x="6868668"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0" name="Google Shape;3100;p38"/>
                <p:cNvSpPr/>
                <p:nvPr/>
              </p:nvSpPr>
              <p:spPr>
                <a:xfrm>
                  <a:off x="683895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1" name="Google Shape;3101;p38"/>
                <p:cNvSpPr/>
                <p:nvPr/>
              </p:nvSpPr>
              <p:spPr>
                <a:xfrm>
                  <a:off x="6898481" y="1791842"/>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2" name="Google Shape;3102;p38"/>
                <p:cNvSpPr/>
                <p:nvPr/>
              </p:nvSpPr>
              <p:spPr>
                <a:xfrm>
                  <a:off x="6958012"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3" name="Google Shape;3103;p38"/>
                <p:cNvSpPr/>
                <p:nvPr/>
              </p:nvSpPr>
              <p:spPr>
                <a:xfrm>
                  <a:off x="7017543" y="1851469"/>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4" name="Google Shape;3104;p38"/>
                <p:cNvSpPr/>
                <p:nvPr/>
              </p:nvSpPr>
              <p:spPr>
                <a:xfrm>
                  <a:off x="7136606" y="1821655"/>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5" name="Google Shape;3105;p38"/>
                <p:cNvSpPr/>
                <p:nvPr/>
              </p:nvSpPr>
              <p:spPr>
                <a:xfrm>
                  <a:off x="6958012" y="1583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6" name="Google Shape;3106;p38"/>
                <p:cNvSpPr/>
                <p:nvPr/>
              </p:nvSpPr>
              <p:spPr>
                <a:xfrm>
                  <a:off x="6868668" y="155371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7" name="Google Shape;3107;p38"/>
                <p:cNvSpPr/>
                <p:nvPr/>
              </p:nvSpPr>
              <p:spPr>
                <a:xfrm>
                  <a:off x="6987730"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8" name="Google Shape;3108;p38"/>
                <p:cNvSpPr/>
                <p:nvPr/>
              </p:nvSpPr>
              <p:spPr>
                <a:xfrm>
                  <a:off x="701754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9" name="Google Shape;3109;p38"/>
                <p:cNvSpPr/>
                <p:nvPr/>
              </p:nvSpPr>
              <p:spPr>
                <a:xfrm>
                  <a:off x="6987730" y="1762124"/>
                  <a:ext cx="119062" cy="29717"/>
                </a:xfrm>
                <a:custGeom>
                  <a:avLst/>
                  <a:gdLst/>
                  <a:ahLst/>
                  <a:cxnLst/>
                  <a:rect l="l" t="t" r="r" b="b"/>
                  <a:pathLst>
                    <a:path w="119062" h="29717"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0" name="Google Shape;3110;p38"/>
                <p:cNvSpPr/>
                <p:nvPr/>
              </p:nvSpPr>
              <p:spPr>
                <a:xfrm>
                  <a:off x="707707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1" name="Google Shape;3111;p38"/>
                <p:cNvSpPr/>
                <p:nvPr/>
              </p:nvSpPr>
              <p:spPr>
                <a:xfrm rot="10800000">
                  <a:off x="7017543" y="17025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2" name="Google Shape;3112;p38"/>
                <p:cNvSpPr/>
                <p:nvPr/>
              </p:nvSpPr>
              <p:spPr>
                <a:xfrm>
                  <a:off x="7106793"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3" name="Google Shape;3113;p38"/>
                <p:cNvSpPr/>
                <p:nvPr/>
              </p:nvSpPr>
              <p:spPr>
                <a:xfrm>
                  <a:off x="695801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4" name="Google Shape;3114;p38"/>
                <p:cNvSpPr/>
                <p:nvPr/>
              </p:nvSpPr>
              <p:spPr>
                <a:xfrm>
                  <a:off x="6838854" y="1583816"/>
                  <a:ext cx="416623" cy="267747"/>
                </a:xfrm>
                <a:custGeom>
                  <a:avLst/>
                  <a:gdLst/>
                  <a:ahLst/>
                  <a:cxnLst/>
                  <a:rect l="l" t="t" r="r" b="b"/>
                  <a:pathLst>
                    <a:path w="416623" h="267747" extrusionOk="0">
                      <a:moveTo>
                        <a:pt x="387001" y="148590"/>
                      </a:moveTo>
                      <a:lnTo>
                        <a:pt x="387001" y="118872"/>
                      </a:lnTo>
                      <a:lnTo>
                        <a:pt x="327470" y="118872"/>
                      </a:lnTo>
                      <a:lnTo>
                        <a:pt x="327470" y="89154"/>
                      </a:lnTo>
                      <a:lnTo>
                        <a:pt x="267938" y="89154"/>
                      </a:lnTo>
                      <a:lnTo>
                        <a:pt x="267938" y="59436"/>
                      </a:lnTo>
                      <a:lnTo>
                        <a:pt x="208407" y="59436"/>
                      </a:lnTo>
                      <a:lnTo>
                        <a:pt x="208407" y="29718"/>
                      </a:lnTo>
                      <a:lnTo>
                        <a:pt x="119063" y="29718"/>
                      </a:lnTo>
                      <a:lnTo>
                        <a:pt x="119063" y="0"/>
                      </a:lnTo>
                      <a:lnTo>
                        <a:pt x="29718" y="0"/>
                      </a:lnTo>
                      <a:lnTo>
                        <a:pt x="29718" y="29718"/>
                      </a:lnTo>
                      <a:lnTo>
                        <a:pt x="0" y="29718"/>
                      </a:lnTo>
                      <a:lnTo>
                        <a:pt x="0" y="89249"/>
                      </a:lnTo>
                      <a:lnTo>
                        <a:pt x="29718" y="89249"/>
                      </a:lnTo>
                      <a:lnTo>
                        <a:pt x="29718" y="148781"/>
                      </a:lnTo>
                      <a:lnTo>
                        <a:pt x="59436" y="148781"/>
                      </a:lnTo>
                      <a:lnTo>
                        <a:pt x="59436" y="208312"/>
                      </a:lnTo>
                      <a:lnTo>
                        <a:pt x="118967" y="208312"/>
                      </a:lnTo>
                      <a:lnTo>
                        <a:pt x="118967" y="238030"/>
                      </a:lnTo>
                      <a:lnTo>
                        <a:pt x="178499" y="238030"/>
                      </a:lnTo>
                      <a:lnTo>
                        <a:pt x="178499" y="267748"/>
                      </a:lnTo>
                      <a:lnTo>
                        <a:pt x="297561" y="267748"/>
                      </a:lnTo>
                      <a:lnTo>
                        <a:pt x="297561" y="238030"/>
                      </a:lnTo>
                      <a:lnTo>
                        <a:pt x="386905" y="238030"/>
                      </a:lnTo>
                      <a:lnTo>
                        <a:pt x="386905" y="178499"/>
                      </a:lnTo>
                      <a:lnTo>
                        <a:pt x="416624" y="178499"/>
                      </a:lnTo>
                      <a:lnTo>
                        <a:pt x="416624" y="148781"/>
                      </a:lnTo>
                      <a:lnTo>
                        <a:pt x="386905" y="148781"/>
                      </a:lnTo>
                      <a:close/>
                      <a:moveTo>
                        <a:pt x="297656" y="178308"/>
                      </a:moveTo>
                      <a:lnTo>
                        <a:pt x="267938" y="178308"/>
                      </a:lnTo>
                      <a:lnTo>
                        <a:pt x="267938" y="208026"/>
                      </a:lnTo>
                      <a:lnTo>
                        <a:pt x="148876" y="208026"/>
                      </a:lnTo>
                      <a:lnTo>
                        <a:pt x="148876" y="178308"/>
                      </a:lnTo>
                      <a:lnTo>
                        <a:pt x="119158" y="178308"/>
                      </a:lnTo>
                      <a:lnTo>
                        <a:pt x="119158" y="148590"/>
                      </a:lnTo>
                      <a:lnTo>
                        <a:pt x="148876" y="148590"/>
                      </a:lnTo>
                      <a:lnTo>
                        <a:pt x="148876" y="118872"/>
                      </a:lnTo>
                      <a:lnTo>
                        <a:pt x="178594" y="118872"/>
                      </a:lnTo>
                      <a:lnTo>
                        <a:pt x="178594" y="89154"/>
                      </a:lnTo>
                      <a:lnTo>
                        <a:pt x="238125" y="89154"/>
                      </a:lnTo>
                      <a:lnTo>
                        <a:pt x="238125" y="118872"/>
                      </a:lnTo>
                      <a:lnTo>
                        <a:pt x="267843" y="118872"/>
                      </a:lnTo>
                      <a:lnTo>
                        <a:pt x="267843" y="148590"/>
                      </a:lnTo>
                      <a:lnTo>
                        <a:pt x="297561" y="148590"/>
                      </a:lnTo>
                      <a:lnTo>
                        <a:pt x="297561" y="17830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5" name="Google Shape;3115;p38"/>
                <p:cNvSpPr/>
                <p:nvPr/>
              </p:nvSpPr>
              <p:spPr>
                <a:xfrm>
                  <a:off x="6838950" y="1821655"/>
                  <a:ext cx="386905" cy="148875"/>
                </a:xfrm>
                <a:custGeom>
                  <a:avLst/>
                  <a:gdLst/>
                  <a:ahLst/>
                  <a:cxnLst/>
                  <a:rect l="l" t="t" r="r" b="b"/>
                  <a:pathLst>
                    <a:path w="386905" h="148875" extrusionOk="0">
                      <a:moveTo>
                        <a:pt x="386905" y="29813"/>
                      </a:moveTo>
                      <a:lnTo>
                        <a:pt x="386905" y="59531"/>
                      </a:lnTo>
                      <a:lnTo>
                        <a:pt x="357188" y="59531"/>
                      </a:lnTo>
                      <a:lnTo>
                        <a:pt x="357188" y="89249"/>
                      </a:lnTo>
                      <a:lnTo>
                        <a:pt x="327470" y="89249"/>
                      </a:lnTo>
                      <a:lnTo>
                        <a:pt x="327470" y="119063"/>
                      </a:lnTo>
                      <a:lnTo>
                        <a:pt x="238125" y="119063"/>
                      </a:lnTo>
                      <a:lnTo>
                        <a:pt x="238125" y="148876"/>
                      </a:lnTo>
                      <a:lnTo>
                        <a:pt x="148780" y="148876"/>
                      </a:lnTo>
                      <a:lnTo>
                        <a:pt x="148780" y="119063"/>
                      </a:lnTo>
                      <a:lnTo>
                        <a:pt x="59531" y="119063"/>
                      </a:lnTo>
                      <a:lnTo>
                        <a:pt x="59531" y="89249"/>
                      </a:lnTo>
                      <a:lnTo>
                        <a:pt x="0" y="89249"/>
                      </a:lnTo>
                      <a:lnTo>
                        <a:pt x="0" y="59531"/>
                      </a:lnTo>
                      <a:lnTo>
                        <a:pt x="29718" y="59531"/>
                      </a:lnTo>
                      <a:lnTo>
                        <a:pt x="29718" y="29813"/>
                      </a:lnTo>
                      <a:lnTo>
                        <a:pt x="59531" y="29813"/>
                      </a:lnTo>
                      <a:lnTo>
                        <a:pt x="59531" y="0"/>
                      </a:lnTo>
                      <a:lnTo>
                        <a:pt x="119063" y="0"/>
                      </a:lnTo>
                      <a:lnTo>
                        <a:pt x="119063" y="29813"/>
                      </a:lnTo>
                      <a:lnTo>
                        <a:pt x="178594" y="29813"/>
                      </a:lnTo>
                      <a:lnTo>
                        <a:pt x="178594" y="59531"/>
                      </a:lnTo>
                      <a:lnTo>
                        <a:pt x="297656" y="59531"/>
                      </a:lnTo>
                      <a:lnTo>
                        <a:pt x="297656" y="29813"/>
                      </a:lnTo>
                      <a:lnTo>
                        <a:pt x="386905" y="29813"/>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6" name="Google Shape;3116;p38"/>
                <p:cNvSpPr/>
                <p:nvPr/>
              </p:nvSpPr>
              <p:spPr>
                <a:xfrm>
                  <a:off x="689848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7" name="Google Shape;3117;p38"/>
                <p:cNvSpPr/>
                <p:nvPr/>
              </p:nvSpPr>
              <p:spPr>
                <a:xfrm>
                  <a:off x="7434262" y="1821655"/>
                  <a:ext cx="386905" cy="148875"/>
                </a:xfrm>
                <a:custGeom>
                  <a:avLst/>
                  <a:gdLst/>
                  <a:ahLst/>
                  <a:cxnLst/>
                  <a:rect l="l" t="t" r="r" b="b"/>
                  <a:pathLst>
                    <a:path w="386905" h="148875" extrusionOk="0">
                      <a:moveTo>
                        <a:pt x="386905" y="59531"/>
                      </a:moveTo>
                      <a:lnTo>
                        <a:pt x="386905" y="89249"/>
                      </a:lnTo>
                      <a:lnTo>
                        <a:pt x="327470" y="89249"/>
                      </a:lnTo>
                      <a:lnTo>
                        <a:pt x="327470" y="119063"/>
                      </a:lnTo>
                      <a:lnTo>
                        <a:pt x="238125" y="119063"/>
                      </a:lnTo>
                      <a:lnTo>
                        <a:pt x="238125" y="148876"/>
                      </a:lnTo>
                      <a:lnTo>
                        <a:pt x="148780" y="148876"/>
                      </a:lnTo>
                      <a:lnTo>
                        <a:pt x="148780" y="119063"/>
                      </a:lnTo>
                      <a:lnTo>
                        <a:pt x="59531" y="119063"/>
                      </a:lnTo>
                      <a:lnTo>
                        <a:pt x="59531" y="89249"/>
                      </a:lnTo>
                      <a:lnTo>
                        <a:pt x="29718" y="89249"/>
                      </a:lnTo>
                      <a:lnTo>
                        <a:pt x="29718" y="59531"/>
                      </a:lnTo>
                      <a:lnTo>
                        <a:pt x="0" y="59531"/>
                      </a:lnTo>
                      <a:lnTo>
                        <a:pt x="0" y="29813"/>
                      </a:lnTo>
                      <a:lnTo>
                        <a:pt x="89345" y="29813"/>
                      </a:lnTo>
                      <a:lnTo>
                        <a:pt x="89345" y="59531"/>
                      </a:lnTo>
                      <a:lnTo>
                        <a:pt x="208407" y="59531"/>
                      </a:lnTo>
                      <a:lnTo>
                        <a:pt x="208407" y="29813"/>
                      </a:lnTo>
                      <a:lnTo>
                        <a:pt x="267843" y="29813"/>
                      </a:lnTo>
                      <a:lnTo>
                        <a:pt x="267843" y="0"/>
                      </a:lnTo>
                      <a:lnTo>
                        <a:pt x="327470" y="0"/>
                      </a:lnTo>
                      <a:lnTo>
                        <a:pt x="327470" y="29813"/>
                      </a:lnTo>
                      <a:lnTo>
                        <a:pt x="357188" y="29813"/>
                      </a:lnTo>
                      <a:lnTo>
                        <a:pt x="357188" y="59531"/>
                      </a:lnTo>
                      <a:lnTo>
                        <a:pt x="386905"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8" name="Google Shape;3118;p38"/>
                <p:cNvSpPr/>
                <p:nvPr/>
              </p:nvSpPr>
              <p:spPr>
                <a:xfrm>
                  <a:off x="7404449" y="1583626"/>
                  <a:ext cx="416623" cy="267557"/>
                </a:xfrm>
                <a:custGeom>
                  <a:avLst/>
                  <a:gdLst/>
                  <a:ahLst/>
                  <a:cxnLst/>
                  <a:rect l="l" t="t" r="r" b="b"/>
                  <a:pathLst>
                    <a:path w="416623" h="267557" extrusionOk="0">
                      <a:moveTo>
                        <a:pt x="387001" y="29718"/>
                      </a:moveTo>
                      <a:lnTo>
                        <a:pt x="387001" y="0"/>
                      </a:lnTo>
                      <a:lnTo>
                        <a:pt x="297656" y="0"/>
                      </a:lnTo>
                      <a:lnTo>
                        <a:pt x="297656" y="29718"/>
                      </a:lnTo>
                      <a:lnTo>
                        <a:pt x="208312" y="29718"/>
                      </a:lnTo>
                      <a:lnTo>
                        <a:pt x="208312" y="59436"/>
                      </a:lnTo>
                      <a:lnTo>
                        <a:pt x="148780" y="59436"/>
                      </a:lnTo>
                      <a:lnTo>
                        <a:pt x="148780" y="89154"/>
                      </a:lnTo>
                      <a:lnTo>
                        <a:pt x="89249" y="89154"/>
                      </a:lnTo>
                      <a:lnTo>
                        <a:pt x="89249" y="118872"/>
                      </a:lnTo>
                      <a:lnTo>
                        <a:pt x="29718" y="118872"/>
                      </a:lnTo>
                      <a:lnTo>
                        <a:pt x="29718" y="148590"/>
                      </a:lnTo>
                      <a:lnTo>
                        <a:pt x="0" y="148590"/>
                      </a:lnTo>
                      <a:lnTo>
                        <a:pt x="0" y="178308"/>
                      </a:lnTo>
                      <a:lnTo>
                        <a:pt x="29718" y="178308"/>
                      </a:lnTo>
                      <a:lnTo>
                        <a:pt x="29718" y="237839"/>
                      </a:lnTo>
                      <a:lnTo>
                        <a:pt x="119063" y="237839"/>
                      </a:lnTo>
                      <a:lnTo>
                        <a:pt x="119063" y="267557"/>
                      </a:lnTo>
                      <a:lnTo>
                        <a:pt x="238125" y="267557"/>
                      </a:lnTo>
                      <a:lnTo>
                        <a:pt x="238125" y="237839"/>
                      </a:lnTo>
                      <a:lnTo>
                        <a:pt x="297656" y="237839"/>
                      </a:lnTo>
                      <a:lnTo>
                        <a:pt x="297656" y="208121"/>
                      </a:lnTo>
                      <a:lnTo>
                        <a:pt x="357188" y="208121"/>
                      </a:lnTo>
                      <a:lnTo>
                        <a:pt x="357188" y="148590"/>
                      </a:lnTo>
                      <a:lnTo>
                        <a:pt x="386905" y="148590"/>
                      </a:lnTo>
                      <a:lnTo>
                        <a:pt x="386905" y="89059"/>
                      </a:lnTo>
                      <a:lnTo>
                        <a:pt x="416623" y="89059"/>
                      </a:lnTo>
                      <a:lnTo>
                        <a:pt x="416623" y="29528"/>
                      </a:lnTo>
                      <a:lnTo>
                        <a:pt x="386905" y="29528"/>
                      </a:lnTo>
                      <a:close/>
                      <a:moveTo>
                        <a:pt x="297656" y="178499"/>
                      </a:moveTo>
                      <a:lnTo>
                        <a:pt x="267938" y="178499"/>
                      </a:lnTo>
                      <a:lnTo>
                        <a:pt x="267938" y="208216"/>
                      </a:lnTo>
                      <a:lnTo>
                        <a:pt x="148876" y="208216"/>
                      </a:lnTo>
                      <a:lnTo>
                        <a:pt x="148876" y="178499"/>
                      </a:lnTo>
                      <a:lnTo>
                        <a:pt x="119158" y="178499"/>
                      </a:lnTo>
                      <a:lnTo>
                        <a:pt x="119158" y="148781"/>
                      </a:lnTo>
                      <a:lnTo>
                        <a:pt x="148876" y="148781"/>
                      </a:lnTo>
                      <a:lnTo>
                        <a:pt x="148876" y="119063"/>
                      </a:lnTo>
                      <a:lnTo>
                        <a:pt x="178594" y="119063"/>
                      </a:lnTo>
                      <a:lnTo>
                        <a:pt x="178594" y="89344"/>
                      </a:lnTo>
                      <a:lnTo>
                        <a:pt x="238125" y="89344"/>
                      </a:lnTo>
                      <a:lnTo>
                        <a:pt x="238125" y="119063"/>
                      </a:lnTo>
                      <a:lnTo>
                        <a:pt x="267843" y="119063"/>
                      </a:lnTo>
                      <a:lnTo>
                        <a:pt x="267843" y="148781"/>
                      </a:lnTo>
                      <a:lnTo>
                        <a:pt x="297561" y="148781"/>
                      </a:lnTo>
                      <a:lnTo>
                        <a:pt x="297561" y="17849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9" name="Google Shape;3119;p38"/>
                <p:cNvSpPr/>
                <p:nvPr/>
              </p:nvSpPr>
              <p:spPr>
                <a:xfrm>
                  <a:off x="773191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0" name="Google Shape;3120;p38"/>
                <p:cNvSpPr/>
                <p:nvPr/>
              </p:nvSpPr>
              <p:spPr>
                <a:xfrm>
                  <a:off x="7285482"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1" name="Google Shape;3121;p38"/>
                <p:cNvSpPr/>
                <p:nvPr/>
              </p:nvSpPr>
              <p:spPr>
                <a:xfrm>
                  <a:off x="7285482" y="1613343"/>
                  <a:ext cx="89249" cy="89249"/>
                </a:xfrm>
                <a:custGeom>
                  <a:avLst/>
                  <a:gdLst/>
                  <a:ahLst/>
                  <a:cxnLst/>
                  <a:rect l="l" t="t" r="r" b="b"/>
                  <a:pathLst>
                    <a:path w="89249" h="89249" extrusionOk="0">
                      <a:moveTo>
                        <a:pt x="89249" y="0"/>
                      </a:moveTo>
                      <a:lnTo>
                        <a:pt x="89249" y="89249"/>
                      </a:lnTo>
                      <a:lnTo>
                        <a:pt x="59436" y="89249"/>
                      </a:lnTo>
                      <a:lnTo>
                        <a:pt x="59436" y="59436"/>
                      </a:lnTo>
                      <a:lnTo>
                        <a:pt x="29718" y="59436"/>
                      </a:lnTo>
                      <a:lnTo>
                        <a:pt x="29718" y="89249"/>
                      </a:lnTo>
                      <a:lnTo>
                        <a:pt x="0" y="89249"/>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2" name="Google Shape;3122;p38"/>
                <p:cNvSpPr/>
                <p:nvPr/>
              </p:nvSpPr>
              <p:spPr>
                <a:xfrm>
                  <a:off x="7344918"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3" name="Google Shape;3123;p38"/>
                <p:cNvSpPr/>
                <p:nvPr/>
              </p:nvSpPr>
              <p:spPr>
                <a:xfrm>
                  <a:off x="7612856"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4" name="Google Shape;3124;p38"/>
                <p:cNvSpPr/>
                <p:nvPr/>
              </p:nvSpPr>
              <p:spPr>
                <a:xfrm>
                  <a:off x="7047357"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5" name="Google Shape;3125;p38"/>
                <p:cNvSpPr/>
                <p:nvPr/>
              </p:nvSpPr>
              <p:spPr>
                <a:xfrm>
                  <a:off x="7642669"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6" name="Google Shape;3126;p38"/>
                <p:cNvSpPr/>
                <p:nvPr/>
              </p:nvSpPr>
              <p:spPr>
                <a:xfrm>
                  <a:off x="7077075"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7" name="Google Shape;3127;p38"/>
                <p:cNvSpPr/>
                <p:nvPr/>
              </p:nvSpPr>
              <p:spPr>
                <a:xfrm>
                  <a:off x="6987730"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8" name="Google Shape;3128;p38"/>
                <p:cNvSpPr/>
                <p:nvPr/>
              </p:nvSpPr>
              <p:spPr>
                <a:xfrm>
                  <a:off x="7553325"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9" name="Google Shape;3129;p38"/>
                <p:cNvSpPr/>
                <p:nvPr/>
              </p:nvSpPr>
              <p:spPr>
                <a:xfrm>
                  <a:off x="7434262"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0" name="Google Shape;3130;p38"/>
                <p:cNvSpPr/>
                <p:nvPr/>
              </p:nvSpPr>
              <p:spPr>
                <a:xfrm>
                  <a:off x="7136606"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1" name="Google Shape;3131;p38"/>
                <p:cNvSpPr/>
                <p:nvPr/>
              </p:nvSpPr>
              <p:spPr>
                <a:xfrm>
                  <a:off x="7553325"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2" name="Google Shape;3132;p38"/>
                <p:cNvSpPr/>
                <p:nvPr/>
              </p:nvSpPr>
              <p:spPr>
                <a:xfrm>
                  <a:off x="7017543"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3" name="Google Shape;3133;p38"/>
                <p:cNvSpPr/>
                <p:nvPr/>
              </p:nvSpPr>
              <p:spPr>
                <a:xfrm>
                  <a:off x="7642669"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4" name="Google Shape;3134;p38"/>
                <p:cNvSpPr/>
                <p:nvPr/>
              </p:nvSpPr>
              <p:spPr>
                <a:xfrm>
                  <a:off x="6958012"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5" name="Google Shape;3135;p38"/>
                <p:cNvSpPr/>
                <p:nvPr/>
              </p:nvSpPr>
              <p:spPr>
                <a:xfrm>
                  <a:off x="7702105"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6" name="Google Shape;3136;p38"/>
                <p:cNvSpPr/>
                <p:nvPr/>
              </p:nvSpPr>
              <p:spPr>
                <a:xfrm>
                  <a:off x="6898481"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7" name="Google Shape;3137;p38"/>
                <p:cNvSpPr/>
                <p:nvPr/>
              </p:nvSpPr>
              <p:spPr>
                <a:xfrm>
                  <a:off x="776173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8" name="Google Shape;3138;p38"/>
                <p:cNvSpPr/>
                <p:nvPr/>
              </p:nvSpPr>
              <p:spPr>
                <a:xfrm>
                  <a:off x="686866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9" name="Google Shape;3139;p38"/>
                <p:cNvSpPr/>
                <p:nvPr/>
              </p:nvSpPr>
              <p:spPr>
                <a:xfrm>
                  <a:off x="7731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0" name="Google Shape;3140;p38"/>
                <p:cNvSpPr/>
                <p:nvPr/>
              </p:nvSpPr>
              <p:spPr>
                <a:xfrm>
                  <a:off x="6898481"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1" name="Google Shape;3141;p38"/>
                <p:cNvSpPr/>
                <p:nvPr/>
              </p:nvSpPr>
              <p:spPr>
                <a:xfrm>
                  <a:off x="767238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2" name="Google Shape;3142;p38"/>
                <p:cNvSpPr/>
                <p:nvPr/>
              </p:nvSpPr>
              <p:spPr>
                <a:xfrm>
                  <a:off x="695801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3" name="Google Shape;3143;p38"/>
                <p:cNvSpPr/>
                <p:nvPr/>
              </p:nvSpPr>
              <p:spPr>
                <a:xfrm>
                  <a:off x="7463980" y="188118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4" name="Google Shape;3144;p38"/>
                <p:cNvSpPr/>
                <p:nvPr/>
              </p:nvSpPr>
              <p:spPr>
                <a:xfrm>
                  <a:off x="7136606" y="188118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5" name="Google Shape;3145;p38"/>
                <p:cNvSpPr/>
                <p:nvPr/>
              </p:nvSpPr>
              <p:spPr>
                <a:xfrm>
                  <a:off x="7493793"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6" name="Google Shape;3146;p38"/>
                <p:cNvSpPr/>
                <p:nvPr/>
              </p:nvSpPr>
              <p:spPr>
                <a:xfrm>
                  <a:off x="7106793"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7" name="Google Shape;3147;p38"/>
                <p:cNvSpPr/>
                <p:nvPr/>
              </p:nvSpPr>
              <p:spPr>
                <a:xfrm>
                  <a:off x="7583043" y="1940718"/>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8" name="Google Shape;3148;p38"/>
                <p:cNvSpPr/>
                <p:nvPr/>
              </p:nvSpPr>
              <p:spPr>
                <a:xfrm>
                  <a:off x="7017543" y="1940718"/>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9" name="Google Shape;3149;p38"/>
                <p:cNvSpPr/>
                <p:nvPr/>
              </p:nvSpPr>
              <p:spPr>
                <a:xfrm>
                  <a:off x="710679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0" name="Google Shape;3150;p38"/>
                <p:cNvSpPr/>
                <p:nvPr/>
              </p:nvSpPr>
              <p:spPr>
                <a:xfrm>
                  <a:off x="749379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1" name="Google Shape;3151;p38"/>
                <p:cNvSpPr/>
                <p:nvPr/>
              </p:nvSpPr>
              <p:spPr>
                <a:xfrm rot="10800000">
                  <a:off x="7196137"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2" name="Google Shape;3152;p38"/>
                <p:cNvSpPr/>
                <p:nvPr/>
              </p:nvSpPr>
              <p:spPr>
                <a:xfrm rot="10800000">
                  <a:off x="743426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3" name="Google Shape;3153;p38"/>
                <p:cNvSpPr/>
                <p:nvPr/>
              </p:nvSpPr>
              <p:spPr>
                <a:xfrm>
                  <a:off x="7077075"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4" name="Google Shape;3154;p38"/>
                <p:cNvSpPr/>
                <p:nvPr/>
              </p:nvSpPr>
              <p:spPr>
                <a:xfrm>
                  <a:off x="7553325"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5" name="Google Shape;3155;p38"/>
                <p:cNvSpPr/>
                <p:nvPr/>
              </p:nvSpPr>
              <p:spPr>
                <a:xfrm>
                  <a:off x="6928294"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6" name="Google Shape;3156;p38"/>
                <p:cNvSpPr/>
                <p:nvPr/>
              </p:nvSpPr>
              <p:spPr>
                <a:xfrm>
                  <a:off x="7702105"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7" name="Google Shape;3157;p38"/>
                <p:cNvSpPr/>
                <p:nvPr/>
              </p:nvSpPr>
              <p:spPr>
                <a:xfrm>
                  <a:off x="6987730"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8" name="Google Shape;3158;p38"/>
                <p:cNvSpPr/>
                <p:nvPr/>
              </p:nvSpPr>
              <p:spPr>
                <a:xfrm>
                  <a:off x="7612856"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9" name="Google Shape;3159;p38"/>
                <p:cNvSpPr/>
                <p:nvPr/>
              </p:nvSpPr>
              <p:spPr>
                <a:xfrm>
                  <a:off x="7255668"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0" name="Google Shape;3160;p38"/>
                <p:cNvSpPr/>
                <p:nvPr/>
              </p:nvSpPr>
              <p:spPr>
                <a:xfrm>
                  <a:off x="7374731"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1" name="Google Shape;3161;p38"/>
                <p:cNvSpPr/>
                <p:nvPr/>
              </p:nvSpPr>
              <p:spPr>
                <a:xfrm>
                  <a:off x="7404544"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2" name="Google Shape;3162;p38"/>
                <p:cNvSpPr/>
                <p:nvPr/>
              </p:nvSpPr>
              <p:spPr>
                <a:xfrm>
                  <a:off x="725566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3" name="Google Shape;3163;p38"/>
                <p:cNvSpPr/>
                <p:nvPr/>
              </p:nvSpPr>
              <p:spPr>
                <a:xfrm>
                  <a:off x="7225855"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4" name="Google Shape;3164;p38"/>
                <p:cNvSpPr/>
                <p:nvPr/>
              </p:nvSpPr>
              <p:spPr>
                <a:xfrm>
                  <a:off x="7374731"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5" name="Google Shape;3165;p38"/>
                <p:cNvSpPr/>
                <p:nvPr/>
              </p:nvSpPr>
              <p:spPr>
                <a:xfrm>
                  <a:off x="7344918" y="1762124"/>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6" name="Google Shape;3166;p38"/>
                <p:cNvSpPr/>
                <p:nvPr/>
              </p:nvSpPr>
              <p:spPr>
                <a:xfrm>
                  <a:off x="7255668" y="1762124"/>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7" name="Google Shape;3167;p38"/>
                <p:cNvSpPr/>
                <p:nvPr/>
              </p:nvSpPr>
              <p:spPr>
                <a:xfrm>
                  <a:off x="7315200" y="17025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8" name="Google Shape;3168;p38"/>
                <p:cNvSpPr/>
                <p:nvPr/>
              </p:nvSpPr>
              <p:spPr>
                <a:xfrm>
                  <a:off x="7315200" y="1821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9" name="Google Shape;3169;p38"/>
                <p:cNvSpPr/>
                <p:nvPr/>
              </p:nvSpPr>
              <p:spPr>
                <a:xfrm>
                  <a:off x="7255668"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0" name="Google Shape;3170;p38"/>
                <p:cNvSpPr/>
                <p:nvPr/>
              </p:nvSpPr>
              <p:spPr>
                <a:xfrm>
                  <a:off x="737473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1" name="Google Shape;3171;p38"/>
                <p:cNvSpPr/>
                <p:nvPr/>
              </p:nvSpPr>
              <p:spPr>
                <a:xfrm>
                  <a:off x="731520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2" name="Google Shape;3172;p38"/>
                <p:cNvSpPr/>
                <p:nvPr/>
              </p:nvSpPr>
              <p:spPr>
                <a:xfrm>
                  <a:off x="7315200"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3" name="Google Shape;3173;p38"/>
                <p:cNvSpPr/>
                <p:nvPr/>
              </p:nvSpPr>
              <p:spPr>
                <a:xfrm>
                  <a:off x="7285482"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4" name="Google Shape;3174;p38"/>
                <p:cNvSpPr/>
                <p:nvPr/>
              </p:nvSpPr>
              <p:spPr>
                <a:xfrm>
                  <a:off x="7344918"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5" name="Google Shape;3175;p38"/>
                <p:cNvSpPr/>
                <p:nvPr/>
              </p:nvSpPr>
              <p:spPr>
                <a:xfrm>
                  <a:off x="728548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6" name="Google Shape;3176;p38"/>
                <p:cNvSpPr/>
                <p:nvPr/>
              </p:nvSpPr>
              <p:spPr>
                <a:xfrm>
                  <a:off x="7285482"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7" name="Google Shape;3177;p38"/>
                <p:cNvSpPr/>
                <p:nvPr/>
              </p:nvSpPr>
              <p:spPr>
                <a:xfrm>
                  <a:off x="728548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8" name="Google Shape;3178;p38"/>
                <p:cNvSpPr/>
                <p:nvPr/>
              </p:nvSpPr>
              <p:spPr>
                <a:xfrm>
                  <a:off x="7344918"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9" name="Google Shape;3179;p38"/>
                <p:cNvSpPr/>
                <p:nvPr/>
              </p:nvSpPr>
              <p:spPr>
                <a:xfrm>
                  <a:off x="7285482"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0" name="Google Shape;3180;p38"/>
                <p:cNvSpPr/>
                <p:nvPr/>
              </p:nvSpPr>
              <p:spPr>
                <a:xfrm>
                  <a:off x="7315200"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1" name="Google Shape;3181;p38"/>
                <p:cNvSpPr/>
                <p:nvPr/>
              </p:nvSpPr>
              <p:spPr>
                <a:xfrm>
                  <a:off x="734491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2" name="Google Shape;3182;p38"/>
                <p:cNvSpPr/>
                <p:nvPr/>
              </p:nvSpPr>
              <p:spPr>
                <a:xfrm>
                  <a:off x="7344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3" name="Google Shape;3183;p38"/>
              <p:cNvGrpSpPr/>
              <p:nvPr/>
            </p:nvGrpSpPr>
            <p:grpSpPr>
              <a:xfrm>
                <a:off x="7077075" y="2536030"/>
                <a:ext cx="505968" cy="505968"/>
                <a:chOff x="7077075" y="2536030"/>
                <a:chExt cx="505968" cy="505968"/>
              </a:xfrm>
            </p:grpSpPr>
            <p:sp>
              <p:nvSpPr>
                <p:cNvPr id="3184" name="Google Shape;3184;p38"/>
                <p:cNvSpPr/>
                <p:nvPr/>
              </p:nvSpPr>
              <p:spPr>
                <a:xfrm>
                  <a:off x="7285482" y="2684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5" name="Google Shape;3185;p38"/>
                <p:cNvSpPr/>
                <p:nvPr/>
              </p:nvSpPr>
              <p:spPr>
                <a:xfrm>
                  <a:off x="7285482" y="286340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6" name="Google Shape;3186;p38"/>
                <p:cNvSpPr/>
                <p:nvPr/>
              </p:nvSpPr>
              <p:spPr>
                <a:xfrm>
                  <a:off x="7255668"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7" name="Google Shape;3187;p38"/>
                <p:cNvSpPr/>
                <p:nvPr/>
              </p:nvSpPr>
              <p:spPr>
                <a:xfrm>
                  <a:off x="722585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8" name="Google Shape;3188;p38"/>
                <p:cNvSpPr/>
                <p:nvPr/>
              </p:nvSpPr>
              <p:spPr>
                <a:xfrm>
                  <a:off x="740454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9" name="Google Shape;3189;p38"/>
                <p:cNvSpPr/>
                <p:nvPr/>
              </p:nvSpPr>
              <p:spPr>
                <a:xfrm>
                  <a:off x="7434262"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0" name="Google Shape;3190;p38"/>
                <p:cNvSpPr/>
                <p:nvPr/>
              </p:nvSpPr>
              <p:spPr>
                <a:xfrm>
                  <a:off x="7196137"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1" name="Google Shape;3191;p38"/>
                <p:cNvSpPr/>
                <p:nvPr/>
              </p:nvSpPr>
              <p:spPr>
                <a:xfrm>
                  <a:off x="7404544"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2" name="Google Shape;3192;p38"/>
                <p:cNvSpPr/>
                <p:nvPr/>
              </p:nvSpPr>
              <p:spPr>
                <a:xfrm>
                  <a:off x="7225855"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3" name="Google Shape;3193;p38"/>
                <p:cNvSpPr/>
                <p:nvPr/>
              </p:nvSpPr>
              <p:spPr>
                <a:xfrm>
                  <a:off x="7255668" y="253603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4" name="Google Shape;3194;p38"/>
                <p:cNvSpPr/>
                <p:nvPr/>
              </p:nvSpPr>
              <p:spPr>
                <a:xfrm>
                  <a:off x="740454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5" name="Google Shape;3195;p38"/>
                <p:cNvSpPr/>
                <p:nvPr/>
              </p:nvSpPr>
              <p:spPr>
                <a:xfrm>
                  <a:off x="7404544"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6" name="Google Shape;3196;p38"/>
                <p:cNvSpPr/>
                <p:nvPr/>
              </p:nvSpPr>
              <p:spPr>
                <a:xfrm>
                  <a:off x="7434262" y="2893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7" name="Google Shape;3197;p38"/>
                <p:cNvSpPr/>
                <p:nvPr/>
              </p:nvSpPr>
              <p:spPr>
                <a:xfrm>
                  <a:off x="7434262"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8" name="Google Shape;3198;p38"/>
                <p:cNvSpPr/>
                <p:nvPr/>
              </p:nvSpPr>
              <p:spPr>
                <a:xfrm>
                  <a:off x="7493793"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9" name="Google Shape;3199;p38"/>
                <p:cNvSpPr/>
                <p:nvPr/>
              </p:nvSpPr>
              <p:spPr>
                <a:xfrm>
                  <a:off x="7493793"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0" name="Google Shape;3200;p38"/>
                <p:cNvSpPr/>
                <p:nvPr/>
              </p:nvSpPr>
              <p:spPr>
                <a:xfrm>
                  <a:off x="7553325" y="2714624"/>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1" name="Google Shape;3201;p38"/>
                <p:cNvSpPr/>
                <p:nvPr/>
              </p:nvSpPr>
              <p:spPr>
                <a:xfrm>
                  <a:off x="722585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2" name="Google Shape;3202;p38"/>
                <p:cNvSpPr/>
                <p:nvPr/>
              </p:nvSpPr>
              <p:spPr>
                <a:xfrm>
                  <a:off x="7225855"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3" name="Google Shape;3203;p38"/>
                <p:cNvSpPr/>
                <p:nvPr/>
              </p:nvSpPr>
              <p:spPr>
                <a:xfrm>
                  <a:off x="7166419" y="2893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4" name="Google Shape;3204;p38"/>
                <p:cNvSpPr/>
                <p:nvPr/>
              </p:nvSpPr>
              <p:spPr>
                <a:xfrm>
                  <a:off x="7166419"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5" name="Google Shape;3205;p38"/>
                <p:cNvSpPr/>
                <p:nvPr/>
              </p:nvSpPr>
              <p:spPr>
                <a:xfrm>
                  <a:off x="7106793"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6" name="Google Shape;3206;p38"/>
                <p:cNvSpPr/>
                <p:nvPr/>
              </p:nvSpPr>
              <p:spPr>
                <a:xfrm>
                  <a:off x="7106793"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7" name="Google Shape;3207;p38"/>
                <p:cNvSpPr/>
                <p:nvPr/>
              </p:nvSpPr>
              <p:spPr>
                <a:xfrm>
                  <a:off x="7077075" y="2714624"/>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8" name="Google Shape;3208;p38"/>
                <p:cNvSpPr/>
                <p:nvPr/>
              </p:nvSpPr>
              <p:spPr>
                <a:xfrm>
                  <a:off x="7404544"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9" name="Google Shape;3209;p38"/>
                <p:cNvSpPr/>
                <p:nvPr/>
              </p:nvSpPr>
              <p:spPr>
                <a:xfrm>
                  <a:off x="7225855"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0" name="Google Shape;3210;p38"/>
                <p:cNvSpPr/>
                <p:nvPr/>
              </p:nvSpPr>
              <p:spPr>
                <a:xfrm>
                  <a:off x="7196137"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1" name="Google Shape;3211;p38"/>
                <p:cNvSpPr/>
                <p:nvPr/>
              </p:nvSpPr>
              <p:spPr>
                <a:xfrm>
                  <a:off x="7434262"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2" name="Google Shape;3212;p38"/>
                <p:cNvSpPr/>
                <p:nvPr/>
              </p:nvSpPr>
              <p:spPr>
                <a:xfrm>
                  <a:off x="7225855"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3" name="Google Shape;3213;p38"/>
                <p:cNvSpPr/>
                <p:nvPr/>
              </p:nvSpPr>
              <p:spPr>
                <a:xfrm>
                  <a:off x="7404544"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4" name="Google Shape;3214;p38"/>
                <p:cNvSpPr/>
                <p:nvPr/>
              </p:nvSpPr>
              <p:spPr>
                <a:xfrm>
                  <a:off x="7255668" y="301228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5" name="Google Shape;3215;p38"/>
                <p:cNvSpPr/>
                <p:nvPr/>
              </p:nvSpPr>
              <p:spPr>
                <a:xfrm>
                  <a:off x="7255668"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6" name="Google Shape;3216;p38"/>
                <p:cNvSpPr/>
                <p:nvPr/>
              </p:nvSpPr>
              <p:spPr>
                <a:xfrm>
                  <a:off x="7225855"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7" name="Google Shape;3217;p38"/>
                <p:cNvSpPr/>
                <p:nvPr/>
              </p:nvSpPr>
              <p:spPr>
                <a:xfrm>
                  <a:off x="7404544"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8" name="Google Shape;3218;p38"/>
                <p:cNvSpPr/>
                <p:nvPr/>
              </p:nvSpPr>
              <p:spPr>
                <a:xfrm>
                  <a:off x="7374731"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9" name="Google Shape;3219;p38"/>
                <p:cNvSpPr/>
                <p:nvPr/>
              </p:nvSpPr>
              <p:spPr>
                <a:xfrm>
                  <a:off x="7285482"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0" name="Google Shape;3220;p38"/>
                <p:cNvSpPr/>
                <p:nvPr/>
              </p:nvSpPr>
              <p:spPr>
                <a:xfrm>
                  <a:off x="7285482"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1" name="Google Shape;3221;p38"/>
                <p:cNvSpPr/>
                <p:nvPr/>
              </p:nvSpPr>
              <p:spPr>
                <a:xfrm>
                  <a:off x="7344918"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2" name="Google Shape;3222;p38"/>
                <p:cNvSpPr/>
                <p:nvPr/>
              </p:nvSpPr>
              <p:spPr>
                <a:xfrm>
                  <a:off x="7344918"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3" name="Google Shape;3223;p38"/>
                <p:cNvSpPr/>
                <p:nvPr/>
              </p:nvSpPr>
              <p:spPr>
                <a:xfrm>
                  <a:off x="7255668"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4" name="Google Shape;3224;p38"/>
                <p:cNvSpPr/>
                <p:nvPr/>
              </p:nvSpPr>
              <p:spPr>
                <a:xfrm>
                  <a:off x="7285482"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5" name="Google Shape;3225;p38"/>
                <p:cNvSpPr/>
                <p:nvPr/>
              </p:nvSpPr>
              <p:spPr>
                <a:xfrm>
                  <a:off x="7255668"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6" name="Google Shape;3226;p38"/>
                <p:cNvSpPr/>
                <p:nvPr/>
              </p:nvSpPr>
              <p:spPr>
                <a:xfrm>
                  <a:off x="7285482" y="271462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7" name="Google Shape;3227;p38"/>
                <p:cNvSpPr/>
                <p:nvPr/>
              </p:nvSpPr>
              <p:spPr>
                <a:xfrm>
                  <a:off x="7285482" y="283368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8" name="Google Shape;3228;p38"/>
                <p:cNvSpPr/>
                <p:nvPr/>
              </p:nvSpPr>
              <p:spPr>
                <a:xfrm>
                  <a:off x="7315200"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9" name="Google Shape;3229;p38"/>
                <p:cNvSpPr/>
                <p:nvPr/>
              </p:nvSpPr>
              <p:spPr>
                <a:xfrm>
                  <a:off x="7225855" y="2565843"/>
                  <a:ext cx="208407" cy="148780"/>
                </a:xfrm>
                <a:custGeom>
                  <a:avLst/>
                  <a:gdLst/>
                  <a:ahLst/>
                  <a:cxnLst/>
                  <a:rect l="l" t="t" r="r" b="b"/>
                  <a:pathLst>
                    <a:path w="208407" h="148780" extrusionOk="0">
                      <a:moveTo>
                        <a:pt x="208407" y="59436"/>
                      </a:moveTo>
                      <a:lnTo>
                        <a:pt x="208407" y="119063"/>
                      </a:lnTo>
                      <a:lnTo>
                        <a:pt x="178689" y="119063"/>
                      </a:lnTo>
                      <a:lnTo>
                        <a:pt x="178689" y="148781"/>
                      </a:lnTo>
                      <a:lnTo>
                        <a:pt x="148876" y="148781"/>
                      </a:lnTo>
                      <a:lnTo>
                        <a:pt x="148876" y="119063"/>
                      </a:lnTo>
                      <a:lnTo>
                        <a:pt x="119063" y="119063"/>
                      </a:lnTo>
                      <a:lnTo>
                        <a:pt x="119063" y="59436"/>
                      </a:lnTo>
                      <a:lnTo>
                        <a:pt x="89345" y="59436"/>
                      </a:lnTo>
                      <a:lnTo>
                        <a:pt x="89345" y="119063"/>
                      </a:lnTo>
                      <a:lnTo>
                        <a:pt x="59627" y="119063"/>
                      </a:lnTo>
                      <a:lnTo>
                        <a:pt x="59627" y="148781"/>
                      </a:lnTo>
                      <a:lnTo>
                        <a:pt x="29813" y="148781"/>
                      </a:lnTo>
                      <a:lnTo>
                        <a:pt x="29813" y="119063"/>
                      </a:lnTo>
                      <a:lnTo>
                        <a:pt x="0" y="119063"/>
                      </a:lnTo>
                      <a:lnTo>
                        <a:pt x="0" y="59436"/>
                      </a:lnTo>
                      <a:lnTo>
                        <a:pt x="29813" y="59436"/>
                      </a:lnTo>
                      <a:lnTo>
                        <a:pt x="29813" y="0"/>
                      </a:lnTo>
                      <a:lnTo>
                        <a:pt x="178689" y="0"/>
                      </a:lnTo>
                      <a:lnTo>
                        <a:pt x="178689" y="59436"/>
                      </a:lnTo>
                      <a:lnTo>
                        <a:pt x="208407" y="5943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0" name="Google Shape;3230;p38"/>
                <p:cNvSpPr/>
                <p:nvPr/>
              </p:nvSpPr>
              <p:spPr>
                <a:xfrm>
                  <a:off x="7315200"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1" name="Google Shape;3231;p38"/>
                <p:cNvSpPr/>
                <p:nvPr/>
              </p:nvSpPr>
              <p:spPr>
                <a:xfrm>
                  <a:off x="7315200"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2" name="Google Shape;3232;p38"/>
                <p:cNvSpPr/>
                <p:nvPr/>
              </p:nvSpPr>
              <p:spPr>
                <a:xfrm>
                  <a:off x="7434262"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3" name="Google Shape;3233;p38"/>
                <p:cNvSpPr/>
                <p:nvPr/>
              </p:nvSpPr>
              <p:spPr>
                <a:xfrm>
                  <a:off x="7106792" y="2684906"/>
                  <a:ext cx="148875" cy="208311"/>
                </a:xfrm>
                <a:custGeom>
                  <a:avLst/>
                  <a:gdLst/>
                  <a:ahLst/>
                  <a:cxnLst/>
                  <a:rect l="l" t="t" r="r" b="b"/>
                  <a:pathLst>
                    <a:path w="148875" h="208311" extrusionOk="0">
                      <a:moveTo>
                        <a:pt x="59627" y="89249"/>
                      </a:moveTo>
                      <a:lnTo>
                        <a:pt x="59627" y="119063"/>
                      </a:lnTo>
                      <a:lnTo>
                        <a:pt x="119063" y="119063"/>
                      </a:lnTo>
                      <a:lnTo>
                        <a:pt x="119063" y="148780"/>
                      </a:lnTo>
                      <a:lnTo>
                        <a:pt x="148876" y="148780"/>
                      </a:lnTo>
                      <a:lnTo>
                        <a:pt x="148876" y="178498"/>
                      </a:lnTo>
                      <a:lnTo>
                        <a:pt x="119063" y="178498"/>
                      </a:lnTo>
                      <a:lnTo>
                        <a:pt x="119063" y="208312"/>
                      </a:lnTo>
                      <a:lnTo>
                        <a:pt x="59627" y="208312"/>
                      </a:lnTo>
                      <a:lnTo>
                        <a:pt x="59627" y="178498"/>
                      </a:lnTo>
                      <a:lnTo>
                        <a:pt x="0" y="178498"/>
                      </a:lnTo>
                      <a:lnTo>
                        <a:pt x="0" y="29718"/>
                      </a:lnTo>
                      <a:lnTo>
                        <a:pt x="59627" y="29718"/>
                      </a:lnTo>
                      <a:lnTo>
                        <a:pt x="59627" y="0"/>
                      </a:lnTo>
                      <a:lnTo>
                        <a:pt x="119063" y="0"/>
                      </a:lnTo>
                      <a:lnTo>
                        <a:pt x="119063" y="29718"/>
                      </a:lnTo>
                      <a:lnTo>
                        <a:pt x="148876" y="29718"/>
                      </a:lnTo>
                      <a:lnTo>
                        <a:pt x="148876" y="59436"/>
                      </a:lnTo>
                      <a:lnTo>
                        <a:pt x="119063" y="59436"/>
                      </a:lnTo>
                      <a:lnTo>
                        <a:pt x="119063" y="89249"/>
                      </a:lnTo>
                      <a:lnTo>
                        <a:pt x="59627" y="8924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4" name="Google Shape;3234;p38"/>
                <p:cNvSpPr/>
                <p:nvPr/>
              </p:nvSpPr>
              <p:spPr>
                <a:xfrm>
                  <a:off x="7166419"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5" name="Google Shape;3235;p38"/>
                <p:cNvSpPr/>
                <p:nvPr/>
              </p:nvSpPr>
              <p:spPr>
                <a:xfrm>
                  <a:off x="7315200"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6" name="Google Shape;3236;p38"/>
                <p:cNvSpPr/>
                <p:nvPr/>
              </p:nvSpPr>
              <p:spPr>
                <a:xfrm>
                  <a:off x="7315200"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7" name="Google Shape;3237;p38"/>
                <p:cNvSpPr/>
                <p:nvPr/>
              </p:nvSpPr>
              <p:spPr>
                <a:xfrm>
                  <a:off x="7344918"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8" name="Google Shape;3238;p38"/>
                <p:cNvSpPr/>
                <p:nvPr/>
              </p:nvSpPr>
              <p:spPr>
                <a:xfrm>
                  <a:off x="7225855" y="2863404"/>
                  <a:ext cx="208407" cy="148875"/>
                </a:xfrm>
                <a:custGeom>
                  <a:avLst/>
                  <a:gdLst/>
                  <a:ahLst/>
                  <a:cxnLst/>
                  <a:rect l="l" t="t" r="r" b="b"/>
                  <a:pathLst>
                    <a:path w="208407" h="148875" extrusionOk="0">
                      <a:moveTo>
                        <a:pt x="208407" y="29813"/>
                      </a:moveTo>
                      <a:lnTo>
                        <a:pt x="208407" y="89345"/>
                      </a:lnTo>
                      <a:lnTo>
                        <a:pt x="178689" y="89345"/>
                      </a:lnTo>
                      <a:lnTo>
                        <a:pt x="178689" y="148876"/>
                      </a:lnTo>
                      <a:lnTo>
                        <a:pt x="29813" y="148876"/>
                      </a:lnTo>
                      <a:lnTo>
                        <a:pt x="29813" y="89345"/>
                      </a:lnTo>
                      <a:lnTo>
                        <a:pt x="0" y="89345"/>
                      </a:lnTo>
                      <a:lnTo>
                        <a:pt x="0" y="29813"/>
                      </a:lnTo>
                      <a:lnTo>
                        <a:pt x="29813" y="29813"/>
                      </a:lnTo>
                      <a:lnTo>
                        <a:pt x="29813" y="0"/>
                      </a:lnTo>
                      <a:lnTo>
                        <a:pt x="59627" y="0"/>
                      </a:lnTo>
                      <a:lnTo>
                        <a:pt x="59627" y="29813"/>
                      </a:lnTo>
                      <a:lnTo>
                        <a:pt x="89345" y="29813"/>
                      </a:lnTo>
                      <a:lnTo>
                        <a:pt x="89345" y="89345"/>
                      </a:lnTo>
                      <a:lnTo>
                        <a:pt x="119063" y="89345"/>
                      </a:lnTo>
                      <a:lnTo>
                        <a:pt x="119063" y="29813"/>
                      </a:lnTo>
                      <a:lnTo>
                        <a:pt x="148876" y="29813"/>
                      </a:lnTo>
                      <a:lnTo>
                        <a:pt x="148876" y="0"/>
                      </a:lnTo>
                      <a:lnTo>
                        <a:pt x="178689" y="0"/>
                      </a:lnTo>
                      <a:lnTo>
                        <a:pt x="178689"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9" name="Google Shape;3239;p38"/>
                <p:cNvSpPr/>
                <p:nvPr/>
              </p:nvSpPr>
              <p:spPr>
                <a:xfrm>
                  <a:off x="7404544" y="2684906"/>
                  <a:ext cx="148780" cy="208311"/>
                </a:xfrm>
                <a:custGeom>
                  <a:avLst/>
                  <a:gdLst/>
                  <a:ahLst/>
                  <a:cxnLst/>
                  <a:rect l="l" t="t" r="r" b="b"/>
                  <a:pathLst>
                    <a:path w="148780" h="208311" extrusionOk="0">
                      <a:moveTo>
                        <a:pt x="148780" y="29718"/>
                      </a:moveTo>
                      <a:lnTo>
                        <a:pt x="148780" y="178498"/>
                      </a:lnTo>
                      <a:lnTo>
                        <a:pt x="89249" y="178498"/>
                      </a:lnTo>
                      <a:lnTo>
                        <a:pt x="89249" y="208312"/>
                      </a:lnTo>
                      <a:lnTo>
                        <a:pt x="29718" y="208312"/>
                      </a:lnTo>
                      <a:lnTo>
                        <a:pt x="29718" y="178498"/>
                      </a:lnTo>
                      <a:lnTo>
                        <a:pt x="0" y="178498"/>
                      </a:lnTo>
                      <a:lnTo>
                        <a:pt x="0" y="148780"/>
                      </a:lnTo>
                      <a:lnTo>
                        <a:pt x="29718" y="148780"/>
                      </a:lnTo>
                      <a:lnTo>
                        <a:pt x="29718" y="119063"/>
                      </a:lnTo>
                      <a:lnTo>
                        <a:pt x="89249" y="119063"/>
                      </a:lnTo>
                      <a:lnTo>
                        <a:pt x="89249" y="89249"/>
                      </a:lnTo>
                      <a:lnTo>
                        <a:pt x="29718" y="89249"/>
                      </a:lnTo>
                      <a:lnTo>
                        <a:pt x="29718" y="59436"/>
                      </a:lnTo>
                      <a:lnTo>
                        <a:pt x="0" y="59436"/>
                      </a:lnTo>
                      <a:lnTo>
                        <a:pt x="0" y="29718"/>
                      </a:lnTo>
                      <a:lnTo>
                        <a:pt x="29718" y="29718"/>
                      </a:lnTo>
                      <a:lnTo>
                        <a:pt x="29718" y="0"/>
                      </a:lnTo>
                      <a:lnTo>
                        <a:pt x="89249" y="0"/>
                      </a:lnTo>
                      <a:lnTo>
                        <a:pt x="89249" y="29718"/>
                      </a:lnTo>
                      <a:lnTo>
                        <a:pt x="14878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0" name="Google Shape;3240;p38"/>
                <p:cNvSpPr/>
                <p:nvPr/>
              </p:nvSpPr>
              <p:spPr>
                <a:xfrm>
                  <a:off x="7374731"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1" name="Google Shape;3241;p38"/>
                <p:cNvSpPr/>
                <p:nvPr/>
              </p:nvSpPr>
              <p:spPr>
                <a:xfrm>
                  <a:off x="7374731"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2" name="Google Shape;3242;p38"/>
                <p:cNvSpPr/>
                <p:nvPr/>
              </p:nvSpPr>
              <p:spPr>
                <a:xfrm>
                  <a:off x="7196137"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3" name="Google Shape;3243;p38"/>
                <p:cNvSpPr/>
                <p:nvPr/>
              </p:nvSpPr>
              <p:spPr>
                <a:xfrm>
                  <a:off x="7434262"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4" name="Google Shape;3244;p38"/>
                <p:cNvSpPr/>
                <p:nvPr/>
              </p:nvSpPr>
              <p:spPr>
                <a:xfrm>
                  <a:off x="7434262"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5" name="Google Shape;3245;p38"/>
                <p:cNvSpPr/>
                <p:nvPr/>
              </p:nvSpPr>
              <p:spPr>
                <a:xfrm>
                  <a:off x="7196137"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6" name="Google Shape;3246;p38"/>
                <p:cNvSpPr/>
                <p:nvPr/>
              </p:nvSpPr>
              <p:spPr>
                <a:xfrm>
                  <a:off x="7374731"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7" name="Google Shape;3247;p38"/>
                <p:cNvSpPr/>
                <p:nvPr/>
              </p:nvSpPr>
              <p:spPr>
                <a:xfrm>
                  <a:off x="7315200"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8" name="Google Shape;3248;p38"/>
                <p:cNvSpPr/>
                <p:nvPr/>
              </p:nvSpPr>
              <p:spPr>
                <a:xfrm>
                  <a:off x="731520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9" name="Google Shape;3249;p38"/>
                <p:cNvSpPr/>
                <p:nvPr/>
              </p:nvSpPr>
              <p:spPr>
                <a:xfrm>
                  <a:off x="7255668" y="298246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0" name="Google Shape;3250;p38"/>
                <p:cNvSpPr/>
                <p:nvPr/>
              </p:nvSpPr>
              <p:spPr>
                <a:xfrm>
                  <a:off x="7404544"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1" name="Google Shape;3251;p38"/>
                <p:cNvSpPr/>
                <p:nvPr/>
              </p:nvSpPr>
              <p:spPr>
                <a:xfrm>
                  <a:off x="7225855"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2" name="Google Shape;3252;p38"/>
                <p:cNvSpPr/>
                <p:nvPr/>
              </p:nvSpPr>
              <p:spPr>
                <a:xfrm>
                  <a:off x="7166419"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3" name="Google Shape;3253;p38"/>
                <p:cNvSpPr/>
                <p:nvPr/>
              </p:nvSpPr>
              <p:spPr>
                <a:xfrm>
                  <a:off x="7463980"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4" name="Google Shape;3254;p38"/>
                <p:cNvSpPr/>
                <p:nvPr/>
              </p:nvSpPr>
              <p:spPr>
                <a:xfrm>
                  <a:off x="7404544"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5" name="Google Shape;3255;p38"/>
                <p:cNvSpPr/>
                <p:nvPr/>
              </p:nvSpPr>
              <p:spPr>
                <a:xfrm>
                  <a:off x="7404544"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6" name="Google Shape;3256;p38"/>
                <p:cNvSpPr/>
                <p:nvPr/>
              </p:nvSpPr>
              <p:spPr>
                <a:xfrm>
                  <a:off x="7225855"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7" name="Google Shape;3257;p38"/>
                <p:cNvSpPr/>
                <p:nvPr/>
              </p:nvSpPr>
              <p:spPr>
                <a:xfrm>
                  <a:off x="7166419"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8" name="Google Shape;3258;p38"/>
                <p:cNvSpPr/>
                <p:nvPr/>
              </p:nvSpPr>
              <p:spPr>
                <a:xfrm>
                  <a:off x="7434262"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9" name="Google Shape;3259;p38"/>
                <p:cNvSpPr/>
                <p:nvPr/>
              </p:nvSpPr>
              <p:spPr>
                <a:xfrm>
                  <a:off x="7493793"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0" name="Google Shape;3260;p38"/>
                <p:cNvSpPr/>
                <p:nvPr/>
              </p:nvSpPr>
              <p:spPr>
                <a:xfrm>
                  <a:off x="7434262"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1" name="Google Shape;3261;p38"/>
                <p:cNvSpPr/>
                <p:nvPr/>
              </p:nvSpPr>
              <p:spPr>
                <a:xfrm>
                  <a:off x="7166419"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2" name="Google Shape;3262;p38"/>
                <p:cNvSpPr/>
                <p:nvPr/>
              </p:nvSpPr>
              <p:spPr>
                <a:xfrm>
                  <a:off x="7106793"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3" name="Google Shape;3263;p38"/>
                <p:cNvSpPr/>
                <p:nvPr/>
              </p:nvSpPr>
              <p:spPr>
                <a:xfrm>
                  <a:off x="7255668"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4" name="Google Shape;3264;p38"/>
                <p:cNvSpPr/>
                <p:nvPr/>
              </p:nvSpPr>
              <p:spPr>
                <a:xfrm>
                  <a:off x="7225855"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5" name="Google Shape;3265;p38"/>
                <p:cNvSpPr/>
                <p:nvPr/>
              </p:nvSpPr>
              <p:spPr>
                <a:xfrm>
                  <a:off x="7285482"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6" name="Google Shape;3266;p38"/>
                <p:cNvSpPr/>
                <p:nvPr/>
              </p:nvSpPr>
              <p:spPr>
                <a:xfrm>
                  <a:off x="7315200"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7" name="Google Shape;3267;p38"/>
                <p:cNvSpPr/>
                <p:nvPr/>
              </p:nvSpPr>
              <p:spPr>
                <a:xfrm>
                  <a:off x="7374731"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8" name="Google Shape;3268;p38"/>
                <p:cNvSpPr/>
                <p:nvPr/>
              </p:nvSpPr>
              <p:spPr>
                <a:xfrm>
                  <a:off x="7344918"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9" name="Google Shape;3269;p38"/>
                <p:cNvSpPr/>
                <p:nvPr/>
              </p:nvSpPr>
              <p:spPr>
                <a:xfrm>
                  <a:off x="7255668" y="2565844"/>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0" name="Google Shape;3270;p38"/>
                <p:cNvSpPr/>
                <p:nvPr/>
              </p:nvSpPr>
              <p:spPr>
                <a:xfrm>
                  <a:off x="7225855"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1" name="Google Shape;3271;p38"/>
                <p:cNvSpPr/>
                <p:nvPr/>
              </p:nvSpPr>
              <p:spPr>
                <a:xfrm>
                  <a:off x="7404544"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2" name="Google Shape;3272;p38"/>
                <p:cNvSpPr/>
                <p:nvPr/>
              </p:nvSpPr>
              <p:spPr>
                <a:xfrm>
                  <a:off x="7493793"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3" name="Google Shape;3273;p38"/>
                <p:cNvSpPr/>
                <p:nvPr/>
              </p:nvSpPr>
              <p:spPr>
                <a:xfrm>
                  <a:off x="7463980"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4" name="Google Shape;3274;p38"/>
                <p:cNvSpPr/>
                <p:nvPr/>
              </p:nvSpPr>
              <p:spPr>
                <a:xfrm>
                  <a:off x="7166419"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5" name="Google Shape;3275;p38"/>
                <p:cNvSpPr/>
                <p:nvPr/>
              </p:nvSpPr>
              <p:spPr>
                <a:xfrm>
                  <a:off x="7315200"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6" name="Google Shape;3276;p38"/>
                <p:cNvSpPr/>
                <p:nvPr/>
              </p:nvSpPr>
              <p:spPr>
                <a:xfrm>
                  <a:off x="7315200"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7" name="Google Shape;3277;p38"/>
                <p:cNvSpPr/>
                <p:nvPr/>
              </p:nvSpPr>
              <p:spPr>
                <a:xfrm>
                  <a:off x="7106793"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8" name="Google Shape;3278;p38"/>
              <p:cNvGrpSpPr/>
              <p:nvPr/>
            </p:nvGrpSpPr>
            <p:grpSpPr>
              <a:xfrm>
                <a:off x="7255668" y="2268092"/>
                <a:ext cx="148781" cy="148781"/>
                <a:chOff x="7255668" y="2268092"/>
                <a:chExt cx="148781" cy="148781"/>
              </a:xfrm>
            </p:grpSpPr>
            <p:sp>
              <p:nvSpPr>
                <p:cNvPr id="3279" name="Google Shape;3279;p38"/>
                <p:cNvSpPr/>
                <p:nvPr/>
              </p:nvSpPr>
              <p:spPr>
                <a:xfrm>
                  <a:off x="731520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0" name="Google Shape;3280;p38"/>
                <p:cNvSpPr/>
                <p:nvPr/>
              </p:nvSpPr>
              <p:spPr>
                <a:xfrm>
                  <a:off x="7315200"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1" name="Google Shape;3281;p38"/>
                <p:cNvSpPr/>
                <p:nvPr/>
              </p:nvSpPr>
              <p:spPr>
                <a:xfrm>
                  <a:off x="7344918"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2" name="Google Shape;3282;p38"/>
                <p:cNvSpPr/>
                <p:nvPr/>
              </p:nvSpPr>
              <p:spPr>
                <a:xfrm>
                  <a:off x="7344918"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3" name="Google Shape;3283;p38"/>
                <p:cNvSpPr/>
                <p:nvPr/>
              </p:nvSpPr>
              <p:spPr>
                <a:xfrm>
                  <a:off x="728548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4" name="Google Shape;3284;p38"/>
                <p:cNvSpPr/>
                <p:nvPr/>
              </p:nvSpPr>
              <p:spPr>
                <a:xfrm>
                  <a:off x="728548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5" name="Google Shape;3285;p38"/>
                <p:cNvSpPr/>
                <p:nvPr/>
              </p:nvSpPr>
              <p:spPr>
                <a:xfrm>
                  <a:off x="7374731"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6" name="Google Shape;3286;p38"/>
                <p:cNvSpPr/>
                <p:nvPr/>
              </p:nvSpPr>
              <p:spPr>
                <a:xfrm>
                  <a:off x="7285482" y="2297905"/>
                  <a:ext cx="89249" cy="89249"/>
                </a:xfrm>
                <a:custGeom>
                  <a:avLst/>
                  <a:gdLst/>
                  <a:ahLst/>
                  <a:cxnLst/>
                  <a:rect l="l" t="t" r="r" b="b"/>
                  <a:pathLst>
                    <a:path w="89249" h="89249" extrusionOk="0">
                      <a:moveTo>
                        <a:pt x="89249" y="0"/>
                      </a:moveTo>
                      <a:lnTo>
                        <a:pt x="89249" y="59531"/>
                      </a:lnTo>
                      <a:lnTo>
                        <a:pt x="59436" y="59531"/>
                      </a:lnTo>
                      <a:lnTo>
                        <a:pt x="59436" y="89249"/>
                      </a:lnTo>
                      <a:lnTo>
                        <a:pt x="29718" y="89249"/>
                      </a:lnTo>
                      <a:lnTo>
                        <a:pt x="29718" y="59531"/>
                      </a:lnTo>
                      <a:lnTo>
                        <a:pt x="0" y="59531"/>
                      </a:lnTo>
                      <a:lnTo>
                        <a:pt x="0" y="0"/>
                      </a:lnTo>
                      <a:lnTo>
                        <a:pt x="29718" y="0"/>
                      </a:lnTo>
                      <a:lnTo>
                        <a:pt x="29718" y="29813"/>
                      </a:lnTo>
                      <a:lnTo>
                        <a:pt x="59436" y="29813"/>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7" name="Google Shape;3287;p38"/>
                <p:cNvSpPr/>
                <p:nvPr/>
              </p:nvSpPr>
              <p:spPr>
                <a:xfrm>
                  <a:off x="7255668"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8" name="Google Shape;3288;p38"/>
                <p:cNvSpPr/>
                <p:nvPr/>
              </p:nvSpPr>
              <p:spPr>
                <a:xfrm>
                  <a:off x="728548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9" name="Google Shape;3289;p38"/>
                <p:cNvSpPr/>
                <p:nvPr/>
              </p:nvSpPr>
              <p:spPr>
                <a:xfrm>
                  <a:off x="731520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90" name="Google Shape;3290;p38"/>
              <p:cNvGrpSpPr/>
              <p:nvPr/>
            </p:nvGrpSpPr>
            <p:grpSpPr>
              <a:xfrm>
                <a:off x="7374731" y="2149030"/>
                <a:ext cx="148780" cy="148780"/>
                <a:chOff x="7374731" y="2149030"/>
                <a:chExt cx="148780" cy="148780"/>
              </a:xfrm>
            </p:grpSpPr>
            <p:sp>
              <p:nvSpPr>
                <p:cNvPr id="3291" name="Google Shape;3291;p38"/>
                <p:cNvSpPr/>
                <p:nvPr/>
              </p:nvSpPr>
              <p:spPr>
                <a:xfrm>
                  <a:off x="7434262"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2" name="Google Shape;3292;p38"/>
                <p:cNvSpPr/>
                <p:nvPr/>
              </p:nvSpPr>
              <p:spPr>
                <a:xfrm>
                  <a:off x="743426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3" name="Google Shape;3293;p38"/>
                <p:cNvSpPr/>
                <p:nvPr/>
              </p:nvSpPr>
              <p:spPr>
                <a:xfrm>
                  <a:off x="7404544"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4" name="Google Shape;3294;p38"/>
                <p:cNvSpPr/>
                <p:nvPr/>
              </p:nvSpPr>
              <p:spPr>
                <a:xfrm>
                  <a:off x="743426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5" name="Google Shape;3295;p38"/>
                <p:cNvSpPr/>
                <p:nvPr/>
              </p:nvSpPr>
              <p:spPr>
                <a:xfrm>
                  <a:off x="746398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6" name="Google Shape;3296;p38"/>
                <p:cNvSpPr/>
                <p:nvPr/>
              </p:nvSpPr>
              <p:spPr>
                <a:xfrm>
                  <a:off x="743426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7" name="Google Shape;3297;p38"/>
                <p:cNvSpPr/>
                <p:nvPr/>
              </p:nvSpPr>
              <p:spPr>
                <a:xfrm>
                  <a:off x="7493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8" name="Google Shape;3298;p38"/>
                <p:cNvSpPr/>
                <p:nvPr/>
              </p:nvSpPr>
              <p:spPr>
                <a:xfrm>
                  <a:off x="7374731"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9" name="Google Shape;3299;p38"/>
                <p:cNvSpPr/>
                <p:nvPr/>
              </p:nvSpPr>
              <p:spPr>
                <a:xfrm>
                  <a:off x="743426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00" name="Google Shape;3300;p38"/>
              <p:cNvGrpSpPr/>
              <p:nvPr/>
            </p:nvGrpSpPr>
            <p:grpSpPr>
              <a:xfrm>
                <a:off x="7374731" y="2357437"/>
                <a:ext cx="148780" cy="148780"/>
                <a:chOff x="7374731" y="2357437"/>
                <a:chExt cx="148780" cy="148780"/>
              </a:xfrm>
            </p:grpSpPr>
            <p:sp>
              <p:nvSpPr>
                <p:cNvPr id="3301" name="Google Shape;3301;p38"/>
                <p:cNvSpPr/>
                <p:nvPr/>
              </p:nvSpPr>
              <p:spPr>
                <a:xfrm>
                  <a:off x="743426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2" name="Google Shape;3302;p38"/>
                <p:cNvSpPr/>
                <p:nvPr/>
              </p:nvSpPr>
              <p:spPr>
                <a:xfrm>
                  <a:off x="7434262"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3" name="Google Shape;3303;p38"/>
                <p:cNvSpPr/>
                <p:nvPr/>
              </p:nvSpPr>
              <p:spPr>
                <a:xfrm>
                  <a:off x="7404544"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4" name="Google Shape;3304;p38"/>
                <p:cNvSpPr/>
                <p:nvPr/>
              </p:nvSpPr>
              <p:spPr>
                <a:xfrm>
                  <a:off x="743426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5" name="Google Shape;3305;p38"/>
                <p:cNvSpPr/>
                <p:nvPr/>
              </p:nvSpPr>
              <p:spPr>
                <a:xfrm>
                  <a:off x="7463980"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6" name="Google Shape;3306;p38"/>
                <p:cNvSpPr/>
                <p:nvPr/>
              </p:nvSpPr>
              <p:spPr>
                <a:xfrm>
                  <a:off x="743426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7" name="Google Shape;3307;p38"/>
                <p:cNvSpPr/>
                <p:nvPr/>
              </p:nvSpPr>
              <p:spPr>
                <a:xfrm>
                  <a:off x="7493793"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8" name="Google Shape;3308;p38"/>
                <p:cNvSpPr/>
                <p:nvPr/>
              </p:nvSpPr>
              <p:spPr>
                <a:xfrm>
                  <a:off x="7374731"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9" name="Google Shape;3309;p38"/>
                <p:cNvSpPr/>
                <p:nvPr/>
              </p:nvSpPr>
              <p:spPr>
                <a:xfrm>
                  <a:off x="7434262" y="2476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10" name="Google Shape;3310;p38"/>
              <p:cNvGrpSpPr/>
              <p:nvPr/>
            </p:nvGrpSpPr>
            <p:grpSpPr>
              <a:xfrm>
                <a:off x="7136606" y="2357437"/>
                <a:ext cx="148780" cy="148780"/>
                <a:chOff x="7136606" y="2357437"/>
                <a:chExt cx="148780" cy="148780"/>
              </a:xfrm>
            </p:grpSpPr>
            <p:sp>
              <p:nvSpPr>
                <p:cNvPr id="3311" name="Google Shape;3311;p38"/>
                <p:cNvSpPr/>
                <p:nvPr/>
              </p:nvSpPr>
              <p:spPr>
                <a:xfrm>
                  <a:off x="719613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2" name="Google Shape;3312;p38"/>
                <p:cNvSpPr/>
                <p:nvPr/>
              </p:nvSpPr>
              <p:spPr>
                <a:xfrm>
                  <a:off x="7196137"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3" name="Google Shape;3313;p38"/>
                <p:cNvSpPr/>
                <p:nvPr/>
              </p:nvSpPr>
              <p:spPr>
                <a:xfrm>
                  <a:off x="7166419"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4" name="Google Shape;3314;p38"/>
                <p:cNvSpPr/>
                <p:nvPr/>
              </p:nvSpPr>
              <p:spPr>
                <a:xfrm>
                  <a:off x="7196137"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5" name="Google Shape;3315;p38"/>
                <p:cNvSpPr/>
                <p:nvPr/>
              </p:nvSpPr>
              <p:spPr>
                <a:xfrm>
                  <a:off x="7225855"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6" name="Google Shape;3316;p38"/>
                <p:cNvSpPr/>
                <p:nvPr/>
              </p:nvSpPr>
              <p:spPr>
                <a:xfrm>
                  <a:off x="719613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7" name="Google Shape;3317;p38"/>
                <p:cNvSpPr/>
                <p:nvPr/>
              </p:nvSpPr>
              <p:spPr>
                <a:xfrm>
                  <a:off x="7255668"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8" name="Google Shape;3318;p38"/>
                <p:cNvSpPr/>
                <p:nvPr/>
              </p:nvSpPr>
              <p:spPr>
                <a:xfrm>
                  <a:off x="7136606"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9" name="Google Shape;3319;p38"/>
                <p:cNvSpPr/>
                <p:nvPr/>
              </p:nvSpPr>
              <p:spPr>
                <a:xfrm>
                  <a:off x="7196137" y="2476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20" name="Google Shape;3320;p38"/>
              <p:cNvGrpSpPr/>
              <p:nvPr/>
            </p:nvGrpSpPr>
            <p:grpSpPr>
              <a:xfrm>
                <a:off x="7136606" y="2149030"/>
                <a:ext cx="148780" cy="148780"/>
                <a:chOff x="7136606" y="2149030"/>
                <a:chExt cx="148780" cy="148780"/>
              </a:xfrm>
            </p:grpSpPr>
            <p:sp>
              <p:nvSpPr>
                <p:cNvPr id="3321" name="Google Shape;3321;p38"/>
                <p:cNvSpPr/>
                <p:nvPr/>
              </p:nvSpPr>
              <p:spPr>
                <a:xfrm>
                  <a:off x="7196137"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2" name="Google Shape;3322;p38"/>
                <p:cNvSpPr/>
                <p:nvPr/>
              </p:nvSpPr>
              <p:spPr>
                <a:xfrm>
                  <a:off x="719613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3" name="Google Shape;3323;p38"/>
                <p:cNvSpPr/>
                <p:nvPr/>
              </p:nvSpPr>
              <p:spPr>
                <a:xfrm>
                  <a:off x="716641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4" name="Google Shape;3324;p38"/>
                <p:cNvSpPr/>
                <p:nvPr/>
              </p:nvSpPr>
              <p:spPr>
                <a:xfrm>
                  <a:off x="7196137"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5" name="Google Shape;3325;p38"/>
                <p:cNvSpPr/>
                <p:nvPr/>
              </p:nvSpPr>
              <p:spPr>
                <a:xfrm>
                  <a:off x="7225855"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6" name="Google Shape;3326;p38"/>
                <p:cNvSpPr/>
                <p:nvPr/>
              </p:nvSpPr>
              <p:spPr>
                <a:xfrm>
                  <a:off x="719613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7" name="Google Shape;3327;p38"/>
                <p:cNvSpPr/>
                <p:nvPr/>
              </p:nvSpPr>
              <p:spPr>
                <a:xfrm>
                  <a:off x="7255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8" name="Google Shape;3328;p38"/>
                <p:cNvSpPr/>
                <p:nvPr/>
              </p:nvSpPr>
              <p:spPr>
                <a:xfrm>
                  <a:off x="7136606"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9" name="Google Shape;3329;p38"/>
                <p:cNvSpPr/>
                <p:nvPr/>
              </p:nvSpPr>
              <p:spPr>
                <a:xfrm>
                  <a:off x="7196137"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30" name="Google Shape;3330;p38"/>
              <p:cNvGrpSpPr/>
              <p:nvPr/>
            </p:nvGrpSpPr>
            <p:grpSpPr>
              <a:xfrm>
                <a:off x="6571107" y="1940718"/>
                <a:ext cx="535686" cy="1131094"/>
                <a:chOff x="6571107" y="1940718"/>
                <a:chExt cx="535686" cy="1131094"/>
              </a:xfrm>
            </p:grpSpPr>
            <p:sp>
              <p:nvSpPr>
                <p:cNvPr id="3331" name="Google Shape;3331;p38"/>
                <p:cNvSpPr/>
                <p:nvPr/>
              </p:nvSpPr>
              <p:spPr>
                <a:xfrm>
                  <a:off x="6779418" y="3042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2" name="Google Shape;3332;p38"/>
                <p:cNvSpPr/>
                <p:nvPr/>
              </p:nvSpPr>
              <p:spPr>
                <a:xfrm>
                  <a:off x="6719887"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3" name="Google Shape;3333;p38"/>
                <p:cNvSpPr/>
                <p:nvPr/>
              </p:nvSpPr>
              <p:spPr>
                <a:xfrm>
                  <a:off x="6690169"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4" name="Google Shape;3334;p38"/>
                <p:cNvSpPr/>
                <p:nvPr/>
              </p:nvSpPr>
              <p:spPr>
                <a:xfrm>
                  <a:off x="6838950"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5" name="Google Shape;3335;p38"/>
                <p:cNvSpPr/>
                <p:nvPr/>
              </p:nvSpPr>
              <p:spPr>
                <a:xfrm>
                  <a:off x="6660356"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6" name="Google Shape;3336;p38"/>
                <p:cNvSpPr/>
                <p:nvPr/>
              </p:nvSpPr>
              <p:spPr>
                <a:xfrm>
                  <a:off x="6690169" y="2863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7" name="Google Shape;3337;p38"/>
                <p:cNvSpPr/>
                <p:nvPr/>
              </p:nvSpPr>
              <p:spPr>
                <a:xfrm>
                  <a:off x="6719887" y="2803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8" name="Google Shape;3338;p38"/>
                <p:cNvSpPr/>
                <p:nvPr/>
              </p:nvSpPr>
              <p:spPr>
                <a:xfrm>
                  <a:off x="6749605" y="2744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9" name="Google Shape;3339;p38"/>
                <p:cNvSpPr/>
                <p:nvPr/>
              </p:nvSpPr>
              <p:spPr>
                <a:xfrm>
                  <a:off x="6779418"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0" name="Google Shape;3340;p38"/>
                <p:cNvSpPr/>
                <p:nvPr/>
              </p:nvSpPr>
              <p:spPr>
                <a:xfrm>
                  <a:off x="6809232" y="2565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1" name="Google Shape;3341;p38"/>
                <p:cNvSpPr/>
                <p:nvPr/>
              </p:nvSpPr>
              <p:spPr>
                <a:xfrm>
                  <a:off x="6779418"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2" name="Google Shape;3342;p38"/>
                <p:cNvSpPr/>
                <p:nvPr/>
              </p:nvSpPr>
              <p:spPr>
                <a:xfrm>
                  <a:off x="6749605"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3" name="Google Shape;3343;p38"/>
                <p:cNvSpPr/>
                <p:nvPr/>
              </p:nvSpPr>
              <p:spPr>
                <a:xfrm>
                  <a:off x="671988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4" name="Google Shape;3344;p38"/>
                <p:cNvSpPr/>
                <p:nvPr/>
              </p:nvSpPr>
              <p:spPr>
                <a:xfrm>
                  <a:off x="6690169"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5" name="Google Shape;3345;p38"/>
                <p:cNvSpPr/>
                <p:nvPr/>
              </p:nvSpPr>
              <p:spPr>
                <a:xfrm>
                  <a:off x="6660356"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6" name="Google Shape;3346;p38"/>
                <p:cNvSpPr/>
                <p:nvPr/>
              </p:nvSpPr>
              <p:spPr>
                <a:xfrm>
                  <a:off x="66305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7" name="Google Shape;3347;p38"/>
                <p:cNvSpPr/>
                <p:nvPr/>
              </p:nvSpPr>
              <p:spPr>
                <a:xfrm>
                  <a:off x="6600825"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8" name="Google Shape;3348;p38"/>
                <p:cNvSpPr/>
                <p:nvPr/>
              </p:nvSpPr>
              <p:spPr>
                <a:xfrm>
                  <a:off x="6571107"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9" name="Google Shape;3349;p38"/>
                <p:cNvSpPr/>
                <p:nvPr/>
              </p:nvSpPr>
              <p:spPr>
                <a:xfrm>
                  <a:off x="6600825"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0" name="Google Shape;3350;p38"/>
                <p:cNvSpPr/>
                <p:nvPr/>
              </p:nvSpPr>
              <p:spPr>
                <a:xfrm>
                  <a:off x="6630543"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1" name="Google Shape;3351;p38"/>
                <p:cNvSpPr/>
                <p:nvPr/>
              </p:nvSpPr>
              <p:spPr>
                <a:xfrm>
                  <a:off x="6660356"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2" name="Google Shape;3352;p38"/>
                <p:cNvSpPr/>
                <p:nvPr/>
              </p:nvSpPr>
              <p:spPr>
                <a:xfrm>
                  <a:off x="6690169"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3" name="Google Shape;3353;p38"/>
                <p:cNvSpPr/>
                <p:nvPr/>
              </p:nvSpPr>
              <p:spPr>
                <a:xfrm>
                  <a:off x="6660356"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4" name="Google Shape;3354;p38"/>
                <p:cNvSpPr/>
                <p:nvPr/>
              </p:nvSpPr>
              <p:spPr>
                <a:xfrm>
                  <a:off x="669016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5" name="Google Shape;3355;p38"/>
                <p:cNvSpPr/>
                <p:nvPr/>
              </p:nvSpPr>
              <p:spPr>
                <a:xfrm>
                  <a:off x="671988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6" name="Google Shape;3356;p38"/>
                <p:cNvSpPr/>
                <p:nvPr/>
              </p:nvSpPr>
              <p:spPr>
                <a:xfrm>
                  <a:off x="6749605"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7" name="Google Shape;3357;p38"/>
                <p:cNvSpPr/>
                <p:nvPr/>
              </p:nvSpPr>
              <p:spPr>
                <a:xfrm>
                  <a:off x="6749605"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8" name="Google Shape;3358;p38"/>
                <p:cNvSpPr/>
                <p:nvPr/>
              </p:nvSpPr>
              <p:spPr>
                <a:xfrm>
                  <a:off x="6779418"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9" name="Google Shape;3359;p38"/>
                <p:cNvSpPr/>
                <p:nvPr/>
              </p:nvSpPr>
              <p:spPr>
                <a:xfrm>
                  <a:off x="669016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0" name="Google Shape;3360;p38"/>
                <p:cNvSpPr/>
                <p:nvPr/>
              </p:nvSpPr>
              <p:spPr>
                <a:xfrm>
                  <a:off x="671988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1" name="Google Shape;3361;p38"/>
                <p:cNvSpPr/>
                <p:nvPr/>
              </p:nvSpPr>
              <p:spPr>
                <a:xfrm>
                  <a:off x="6838950" y="2059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2" name="Google Shape;3362;p38"/>
                <p:cNvSpPr/>
                <p:nvPr/>
              </p:nvSpPr>
              <p:spPr>
                <a:xfrm>
                  <a:off x="6719887"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3" name="Google Shape;3363;p38"/>
                <p:cNvSpPr/>
                <p:nvPr/>
              </p:nvSpPr>
              <p:spPr>
                <a:xfrm>
                  <a:off x="6749605"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4" name="Google Shape;3364;p38"/>
                <p:cNvSpPr/>
                <p:nvPr/>
              </p:nvSpPr>
              <p:spPr>
                <a:xfrm>
                  <a:off x="6779418"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5" name="Google Shape;3365;p38"/>
                <p:cNvSpPr/>
                <p:nvPr/>
              </p:nvSpPr>
              <p:spPr>
                <a:xfrm>
                  <a:off x="6809232"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6" name="Google Shape;3366;p38"/>
                <p:cNvSpPr/>
                <p:nvPr/>
              </p:nvSpPr>
              <p:spPr>
                <a:xfrm>
                  <a:off x="680923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7" name="Google Shape;3367;p38"/>
                <p:cNvSpPr/>
                <p:nvPr/>
              </p:nvSpPr>
              <p:spPr>
                <a:xfrm>
                  <a:off x="6838950" y="211931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8" name="Google Shape;3368;p38"/>
                <p:cNvSpPr/>
                <p:nvPr/>
              </p:nvSpPr>
              <p:spPr>
                <a:xfrm>
                  <a:off x="6779418"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9" name="Google Shape;3369;p38"/>
                <p:cNvSpPr/>
                <p:nvPr/>
              </p:nvSpPr>
              <p:spPr>
                <a:xfrm>
                  <a:off x="69580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0" name="Google Shape;3370;p38"/>
                <p:cNvSpPr/>
                <p:nvPr/>
              </p:nvSpPr>
              <p:spPr>
                <a:xfrm>
                  <a:off x="6838950"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1" name="Google Shape;3371;p38"/>
                <p:cNvSpPr/>
                <p:nvPr/>
              </p:nvSpPr>
              <p:spPr>
                <a:xfrm>
                  <a:off x="6868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2" name="Google Shape;3372;p38"/>
                <p:cNvSpPr/>
                <p:nvPr/>
              </p:nvSpPr>
              <p:spPr>
                <a:xfrm>
                  <a:off x="6809232"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3" name="Google Shape;3373;p38"/>
                <p:cNvSpPr/>
                <p:nvPr/>
              </p:nvSpPr>
              <p:spPr>
                <a:xfrm>
                  <a:off x="6779418"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4" name="Google Shape;3374;p38"/>
                <p:cNvSpPr/>
                <p:nvPr/>
              </p:nvSpPr>
              <p:spPr>
                <a:xfrm>
                  <a:off x="6749605"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5" name="Google Shape;3375;p38"/>
                <p:cNvSpPr/>
                <p:nvPr/>
              </p:nvSpPr>
              <p:spPr>
                <a:xfrm>
                  <a:off x="6719887"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6" name="Google Shape;3376;p38"/>
                <p:cNvSpPr/>
                <p:nvPr/>
              </p:nvSpPr>
              <p:spPr>
                <a:xfrm>
                  <a:off x="6749605" y="2029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7" name="Google Shape;3377;p38"/>
                <p:cNvSpPr/>
                <p:nvPr/>
              </p:nvSpPr>
              <p:spPr>
                <a:xfrm>
                  <a:off x="689848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8" name="Google Shape;3378;p38"/>
                <p:cNvSpPr/>
                <p:nvPr/>
              </p:nvSpPr>
              <p:spPr>
                <a:xfrm>
                  <a:off x="692829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9" name="Google Shape;3379;p38"/>
                <p:cNvSpPr/>
                <p:nvPr/>
              </p:nvSpPr>
              <p:spPr>
                <a:xfrm>
                  <a:off x="7047357" y="2149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0" name="Google Shape;3380;p38"/>
                <p:cNvSpPr/>
                <p:nvPr/>
              </p:nvSpPr>
              <p:spPr>
                <a:xfrm>
                  <a:off x="69580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1" name="Google Shape;3381;p38"/>
                <p:cNvSpPr/>
                <p:nvPr/>
              </p:nvSpPr>
              <p:spPr>
                <a:xfrm>
                  <a:off x="7017543"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2" name="Google Shape;3382;p38"/>
                <p:cNvSpPr/>
                <p:nvPr/>
              </p:nvSpPr>
              <p:spPr>
                <a:xfrm>
                  <a:off x="6987730" y="2149030"/>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3" name="Google Shape;3383;p38"/>
                <p:cNvSpPr/>
                <p:nvPr/>
              </p:nvSpPr>
              <p:spPr>
                <a:xfrm>
                  <a:off x="6898481"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4" name="Google Shape;3384;p38"/>
                <p:cNvSpPr/>
                <p:nvPr/>
              </p:nvSpPr>
              <p:spPr>
                <a:xfrm>
                  <a:off x="6749605"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5" name="Google Shape;3385;p38"/>
                <p:cNvSpPr/>
                <p:nvPr/>
              </p:nvSpPr>
              <p:spPr>
                <a:xfrm>
                  <a:off x="677941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6" name="Google Shape;3386;p38"/>
                <p:cNvSpPr/>
                <p:nvPr/>
              </p:nvSpPr>
              <p:spPr>
                <a:xfrm>
                  <a:off x="680923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7" name="Google Shape;3387;p38"/>
                <p:cNvSpPr/>
                <p:nvPr/>
              </p:nvSpPr>
              <p:spPr>
                <a:xfrm>
                  <a:off x="68389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8" name="Google Shape;3388;p38"/>
                <p:cNvSpPr/>
                <p:nvPr/>
              </p:nvSpPr>
              <p:spPr>
                <a:xfrm>
                  <a:off x="69580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9" name="Google Shape;3389;p38"/>
                <p:cNvSpPr/>
                <p:nvPr/>
              </p:nvSpPr>
              <p:spPr>
                <a:xfrm>
                  <a:off x="6690169"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0" name="Google Shape;3390;p38"/>
                <p:cNvSpPr/>
                <p:nvPr/>
              </p:nvSpPr>
              <p:spPr>
                <a:xfrm>
                  <a:off x="68984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1" name="Google Shape;3391;p38"/>
                <p:cNvSpPr/>
                <p:nvPr/>
              </p:nvSpPr>
              <p:spPr>
                <a:xfrm>
                  <a:off x="6928294" y="2833687"/>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2" name="Google Shape;3392;p38"/>
                <p:cNvSpPr/>
                <p:nvPr/>
              </p:nvSpPr>
              <p:spPr>
                <a:xfrm>
                  <a:off x="6958012" y="2684906"/>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3" name="Google Shape;3393;p38"/>
                <p:cNvSpPr/>
                <p:nvPr/>
              </p:nvSpPr>
              <p:spPr>
                <a:xfrm>
                  <a:off x="6987730"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4" name="Google Shape;3394;p38"/>
                <p:cNvSpPr/>
                <p:nvPr/>
              </p:nvSpPr>
              <p:spPr>
                <a:xfrm>
                  <a:off x="7017543"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5" name="Google Shape;3395;p38"/>
                <p:cNvSpPr/>
                <p:nvPr/>
              </p:nvSpPr>
              <p:spPr>
                <a:xfrm>
                  <a:off x="7047357"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6" name="Google Shape;3396;p38"/>
                <p:cNvSpPr/>
                <p:nvPr/>
              </p:nvSpPr>
              <p:spPr>
                <a:xfrm>
                  <a:off x="7077075" y="2357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7" name="Google Shape;3397;p38"/>
                <p:cNvSpPr/>
                <p:nvPr/>
              </p:nvSpPr>
              <p:spPr>
                <a:xfrm>
                  <a:off x="6600825"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8" name="Google Shape;3398;p38"/>
                <p:cNvSpPr/>
                <p:nvPr/>
              </p:nvSpPr>
              <p:spPr>
                <a:xfrm>
                  <a:off x="6779418"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9" name="Google Shape;3399;p38"/>
                <p:cNvSpPr/>
                <p:nvPr/>
              </p:nvSpPr>
              <p:spPr>
                <a:xfrm>
                  <a:off x="6749605"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0" name="Google Shape;3400;p38"/>
                <p:cNvSpPr/>
                <p:nvPr/>
              </p:nvSpPr>
              <p:spPr>
                <a:xfrm>
                  <a:off x="680923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1" name="Google Shape;3401;p38"/>
                <p:cNvSpPr/>
                <p:nvPr/>
              </p:nvSpPr>
              <p:spPr>
                <a:xfrm>
                  <a:off x="6898481"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2" name="Google Shape;3402;p38"/>
                <p:cNvSpPr/>
                <p:nvPr/>
              </p:nvSpPr>
              <p:spPr>
                <a:xfrm>
                  <a:off x="6809232"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3" name="Google Shape;3403;p38"/>
                <p:cNvSpPr/>
                <p:nvPr/>
              </p:nvSpPr>
              <p:spPr>
                <a:xfrm>
                  <a:off x="677941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4" name="Google Shape;3404;p38"/>
                <p:cNvSpPr/>
                <p:nvPr/>
              </p:nvSpPr>
              <p:spPr>
                <a:xfrm>
                  <a:off x="683895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5" name="Google Shape;3405;p38"/>
                <p:cNvSpPr/>
                <p:nvPr/>
              </p:nvSpPr>
              <p:spPr>
                <a:xfrm>
                  <a:off x="692829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6" name="Google Shape;3406;p38"/>
                <p:cNvSpPr/>
                <p:nvPr/>
              </p:nvSpPr>
              <p:spPr>
                <a:xfrm>
                  <a:off x="6690169" y="2684906"/>
                  <a:ext cx="267842" cy="357187"/>
                </a:xfrm>
                <a:custGeom>
                  <a:avLst/>
                  <a:gdLst/>
                  <a:ahLst/>
                  <a:cxnLst/>
                  <a:rect l="l" t="t" r="r" b="b"/>
                  <a:pathLst>
                    <a:path w="267842" h="357187" extrusionOk="0">
                      <a:moveTo>
                        <a:pt x="0" y="238125"/>
                      </a:moveTo>
                      <a:lnTo>
                        <a:pt x="0" y="297561"/>
                      </a:lnTo>
                      <a:lnTo>
                        <a:pt x="29718" y="297561"/>
                      </a:lnTo>
                      <a:lnTo>
                        <a:pt x="29718" y="327374"/>
                      </a:lnTo>
                      <a:lnTo>
                        <a:pt x="89249" y="327374"/>
                      </a:lnTo>
                      <a:lnTo>
                        <a:pt x="89249" y="357188"/>
                      </a:lnTo>
                      <a:lnTo>
                        <a:pt x="148780" y="357188"/>
                      </a:lnTo>
                      <a:lnTo>
                        <a:pt x="148780" y="327374"/>
                      </a:lnTo>
                      <a:lnTo>
                        <a:pt x="208312" y="327374"/>
                      </a:lnTo>
                      <a:lnTo>
                        <a:pt x="208312" y="297561"/>
                      </a:lnTo>
                      <a:lnTo>
                        <a:pt x="238125" y="297561"/>
                      </a:lnTo>
                      <a:lnTo>
                        <a:pt x="238125" y="148780"/>
                      </a:lnTo>
                      <a:lnTo>
                        <a:pt x="267843" y="148780"/>
                      </a:lnTo>
                      <a:lnTo>
                        <a:pt x="267843" y="29718"/>
                      </a:lnTo>
                      <a:lnTo>
                        <a:pt x="238125" y="29718"/>
                      </a:lnTo>
                      <a:lnTo>
                        <a:pt x="238125" y="59436"/>
                      </a:lnTo>
                      <a:lnTo>
                        <a:pt x="178498" y="59436"/>
                      </a:lnTo>
                      <a:lnTo>
                        <a:pt x="178498" y="29718"/>
                      </a:lnTo>
                      <a:lnTo>
                        <a:pt x="148780" y="29718"/>
                      </a:lnTo>
                      <a:lnTo>
                        <a:pt x="148780" y="0"/>
                      </a:lnTo>
                      <a:lnTo>
                        <a:pt x="119063" y="0"/>
                      </a:lnTo>
                      <a:lnTo>
                        <a:pt x="119063" y="59436"/>
                      </a:lnTo>
                      <a:lnTo>
                        <a:pt x="89249" y="59436"/>
                      </a:lnTo>
                      <a:lnTo>
                        <a:pt x="89249" y="119063"/>
                      </a:lnTo>
                      <a:lnTo>
                        <a:pt x="59436" y="119063"/>
                      </a:lnTo>
                      <a:lnTo>
                        <a:pt x="59436" y="178498"/>
                      </a:lnTo>
                      <a:lnTo>
                        <a:pt x="29718" y="178498"/>
                      </a:lnTo>
                      <a:lnTo>
                        <a:pt x="29718" y="238125"/>
                      </a:lnTo>
                      <a:lnTo>
                        <a:pt x="0"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7" name="Google Shape;3407;p38"/>
                <p:cNvSpPr/>
                <p:nvPr/>
              </p:nvSpPr>
              <p:spPr>
                <a:xfrm>
                  <a:off x="6868668"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8" name="Google Shape;3408;p38"/>
                <p:cNvSpPr/>
                <p:nvPr/>
              </p:nvSpPr>
              <p:spPr>
                <a:xfrm>
                  <a:off x="683895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9" name="Google Shape;3409;p38"/>
                <p:cNvSpPr/>
                <p:nvPr/>
              </p:nvSpPr>
              <p:spPr>
                <a:xfrm>
                  <a:off x="6868668"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0" name="Google Shape;3410;p38"/>
                <p:cNvSpPr/>
                <p:nvPr/>
              </p:nvSpPr>
              <p:spPr>
                <a:xfrm>
                  <a:off x="6630447" y="2119407"/>
                  <a:ext cx="446055" cy="595122"/>
                </a:xfrm>
                <a:custGeom>
                  <a:avLst/>
                  <a:gdLst/>
                  <a:ahLst/>
                  <a:cxnLst/>
                  <a:rect l="l" t="t" r="r" b="b"/>
                  <a:pathLst>
                    <a:path w="446055" h="595122" extrusionOk="0">
                      <a:moveTo>
                        <a:pt x="95" y="89249"/>
                      </a:moveTo>
                      <a:lnTo>
                        <a:pt x="95" y="178594"/>
                      </a:lnTo>
                      <a:lnTo>
                        <a:pt x="29813" y="178594"/>
                      </a:lnTo>
                      <a:lnTo>
                        <a:pt x="29813" y="208312"/>
                      </a:lnTo>
                      <a:lnTo>
                        <a:pt x="59531" y="208312"/>
                      </a:lnTo>
                      <a:lnTo>
                        <a:pt x="59531" y="238030"/>
                      </a:lnTo>
                      <a:lnTo>
                        <a:pt x="89249" y="238030"/>
                      </a:lnTo>
                      <a:lnTo>
                        <a:pt x="89249" y="267748"/>
                      </a:lnTo>
                      <a:lnTo>
                        <a:pt x="118967" y="267748"/>
                      </a:lnTo>
                      <a:lnTo>
                        <a:pt x="118967" y="297466"/>
                      </a:lnTo>
                      <a:lnTo>
                        <a:pt x="148685" y="297466"/>
                      </a:lnTo>
                      <a:lnTo>
                        <a:pt x="148685" y="356997"/>
                      </a:lnTo>
                      <a:lnTo>
                        <a:pt x="178403" y="356997"/>
                      </a:lnTo>
                      <a:lnTo>
                        <a:pt x="178403" y="446342"/>
                      </a:lnTo>
                      <a:lnTo>
                        <a:pt x="208121" y="446342"/>
                      </a:lnTo>
                      <a:lnTo>
                        <a:pt x="208121" y="565404"/>
                      </a:lnTo>
                      <a:lnTo>
                        <a:pt x="237839" y="565404"/>
                      </a:lnTo>
                      <a:lnTo>
                        <a:pt x="237839" y="595122"/>
                      </a:lnTo>
                      <a:lnTo>
                        <a:pt x="297371" y="595122"/>
                      </a:lnTo>
                      <a:lnTo>
                        <a:pt x="297371" y="565404"/>
                      </a:lnTo>
                      <a:lnTo>
                        <a:pt x="356902" y="565404"/>
                      </a:lnTo>
                      <a:lnTo>
                        <a:pt x="356902" y="505873"/>
                      </a:lnTo>
                      <a:lnTo>
                        <a:pt x="386620" y="505873"/>
                      </a:lnTo>
                      <a:lnTo>
                        <a:pt x="386620" y="446342"/>
                      </a:lnTo>
                      <a:lnTo>
                        <a:pt x="416338" y="446342"/>
                      </a:lnTo>
                      <a:lnTo>
                        <a:pt x="416338" y="356997"/>
                      </a:lnTo>
                      <a:lnTo>
                        <a:pt x="446056" y="356997"/>
                      </a:lnTo>
                      <a:lnTo>
                        <a:pt x="446056" y="237934"/>
                      </a:lnTo>
                      <a:lnTo>
                        <a:pt x="416338" y="237934"/>
                      </a:lnTo>
                      <a:lnTo>
                        <a:pt x="416338" y="29527"/>
                      </a:lnTo>
                      <a:lnTo>
                        <a:pt x="386620" y="29527"/>
                      </a:lnTo>
                      <a:lnTo>
                        <a:pt x="386620" y="178308"/>
                      </a:lnTo>
                      <a:lnTo>
                        <a:pt x="356902" y="178308"/>
                      </a:lnTo>
                      <a:lnTo>
                        <a:pt x="356902" y="208026"/>
                      </a:lnTo>
                      <a:lnTo>
                        <a:pt x="327184" y="208026"/>
                      </a:lnTo>
                      <a:lnTo>
                        <a:pt x="327184" y="178308"/>
                      </a:lnTo>
                      <a:lnTo>
                        <a:pt x="297466" y="178308"/>
                      </a:lnTo>
                      <a:lnTo>
                        <a:pt x="297466" y="148590"/>
                      </a:lnTo>
                      <a:lnTo>
                        <a:pt x="267748" y="148590"/>
                      </a:lnTo>
                      <a:lnTo>
                        <a:pt x="267748" y="118872"/>
                      </a:lnTo>
                      <a:lnTo>
                        <a:pt x="238030" y="118872"/>
                      </a:lnTo>
                      <a:lnTo>
                        <a:pt x="238030" y="89154"/>
                      </a:lnTo>
                      <a:lnTo>
                        <a:pt x="208312" y="89154"/>
                      </a:lnTo>
                      <a:lnTo>
                        <a:pt x="208312" y="59436"/>
                      </a:lnTo>
                      <a:lnTo>
                        <a:pt x="267843" y="59436"/>
                      </a:lnTo>
                      <a:lnTo>
                        <a:pt x="267843" y="29718"/>
                      </a:lnTo>
                      <a:lnTo>
                        <a:pt x="178499" y="29718"/>
                      </a:lnTo>
                      <a:lnTo>
                        <a:pt x="178499" y="59436"/>
                      </a:lnTo>
                      <a:lnTo>
                        <a:pt x="148781" y="59436"/>
                      </a:lnTo>
                      <a:lnTo>
                        <a:pt x="148781" y="89154"/>
                      </a:lnTo>
                      <a:lnTo>
                        <a:pt x="178499" y="89154"/>
                      </a:lnTo>
                      <a:lnTo>
                        <a:pt x="178499" y="118872"/>
                      </a:lnTo>
                      <a:lnTo>
                        <a:pt x="208217" y="118872"/>
                      </a:lnTo>
                      <a:lnTo>
                        <a:pt x="208217" y="148590"/>
                      </a:lnTo>
                      <a:lnTo>
                        <a:pt x="237935" y="148590"/>
                      </a:lnTo>
                      <a:lnTo>
                        <a:pt x="237935" y="178308"/>
                      </a:lnTo>
                      <a:lnTo>
                        <a:pt x="208217" y="178308"/>
                      </a:lnTo>
                      <a:lnTo>
                        <a:pt x="208217" y="148590"/>
                      </a:lnTo>
                      <a:lnTo>
                        <a:pt x="178499" y="148590"/>
                      </a:lnTo>
                      <a:lnTo>
                        <a:pt x="178499" y="118872"/>
                      </a:lnTo>
                      <a:lnTo>
                        <a:pt x="148781" y="118872"/>
                      </a:lnTo>
                      <a:lnTo>
                        <a:pt x="148781" y="89154"/>
                      </a:lnTo>
                      <a:lnTo>
                        <a:pt x="119063" y="89154"/>
                      </a:lnTo>
                      <a:lnTo>
                        <a:pt x="119063" y="59436"/>
                      </a:lnTo>
                      <a:lnTo>
                        <a:pt x="148781" y="59436"/>
                      </a:lnTo>
                      <a:lnTo>
                        <a:pt x="148781" y="29718"/>
                      </a:lnTo>
                      <a:lnTo>
                        <a:pt x="178499" y="29718"/>
                      </a:lnTo>
                      <a:lnTo>
                        <a:pt x="178499" y="0"/>
                      </a:lnTo>
                      <a:lnTo>
                        <a:pt x="118967" y="0"/>
                      </a:lnTo>
                      <a:lnTo>
                        <a:pt x="118967" y="29718"/>
                      </a:lnTo>
                      <a:lnTo>
                        <a:pt x="89249" y="29718"/>
                      </a:lnTo>
                      <a:lnTo>
                        <a:pt x="89249" y="119063"/>
                      </a:lnTo>
                      <a:lnTo>
                        <a:pt x="118967" y="119063"/>
                      </a:lnTo>
                      <a:lnTo>
                        <a:pt x="118967" y="148780"/>
                      </a:lnTo>
                      <a:lnTo>
                        <a:pt x="148685" y="148780"/>
                      </a:lnTo>
                      <a:lnTo>
                        <a:pt x="148685" y="208312"/>
                      </a:lnTo>
                      <a:lnTo>
                        <a:pt x="178403" y="208312"/>
                      </a:lnTo>
                      <a:lnTo>
                        <a:pt x="178403" y="238030"/>
                      </a:lnTo>
                      <a:lnTo>
                        <a:pt x="148685" y="238030"/>
                      </a:lnTo>
                      <a:lnTo>
                        <a:pt x="148685" y="208312"/>
                      </a:lnTo>
                      <a:lnTo>
                        <a:pt x="89154" y="208312"/>
                      </a:lnTo>
                      <a:lnTo>
                        <a:pt x="89154" y="178594"/>
                      </a:lnTo>
                      <a:lnTo>
                        <a:pt x="59436" y="178594"/>
                      </a:lnTo>
                      <a:lnTo>
                        <a:pt x="59436" y="148876"/>
                      </a:lnTo>
                      <a:lnTo>
                        <a:pt x="29718" y="148876"/>
                      </a:lnTo>
                      <a:lnTo>
                        <a:pt x="29718" y="89344"/>
                      </a:lnTo>
                      <a:lnTo>
                        <a:pt x="0" y="89344"/>
                      </a:lnTo>
                      <a:close/>
                      <a:moveTo>
                        <a:pt x="208502" y="267843"/>
                      </a:moveTo>
                      <a:lnTo>
                        <a:pt x="238220" y="267843"/>
                      </a:lnTo>
                      <a:lnTo>
                        <a:pt x="238220" y="297561"/>
                      </a:lnTo>
                      <a:lnTo>
                        <a:pt x="267938" y="297561"/>
                      </a:lnTo>
                      <a:lnTo>
                        <a:pt x="267938" y="327279"/>
                      </a:lnTo>
                      <a:lnTo>
                        <a:pt x="297656" y="327279"/>
                      </a:lnTo>
                      <a:lnTo>
                        <a:pt x="297656" y="386810"/>
                      </a:lnTo>
                      <a:lnTo>
                        <a:pt x="267938" y="386810"/>
                      </a:lnTo>
                      <a:lnTo>
                        <a:pt x="267938" y="327279"/>
                      </a:lnTo>
                      <a:lnTo>
                        <a:pt x="238220" y="327279"/>
                      </a:lnTo>
                      <a:lnTo>
                        <a:pt x="238220" y="297561"/>
                      </a:lnTo>
                      <a:lnTo>
                        <a:pt x="208502" y="297561"/>
                      </a:lnTo>
                      <a:lnTo>
                        <a:pt x="208502" y="26784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1" name="Google Shape;3411;p38"/>
                <p:cNvSpPr/>
                <p:nvPr/>
              </p:nvSpPr>
              <p:spPr>
                <a:xfrm>
                  <a:off x="6898481"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2" name="Google Shape;3412;p38"/>
                <p:cNvSpPr/>
                <p:nvPr/>
              </p:nvSpPr>
              <p:spPr>
                <a:xfrm rot="10800000">
                  <a:off x="6868858"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3" name="Google Shape;3413;p38"/>
                <p:cNvSpPr/>
                <p:nvPr/>
              </p:nvSpPr>
              <p:spPr>
                <a:xfrm rot="10800000">
                  <a:off x="683895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4" name="Google Shape;3414;p38"/>
                <p:cNvSpPr/>
                <p:nvPr/>
              </p:nvSpPr>
              <p:spPr>
                <a:xfrm rot="10800000">
                  <a:off x="6928294"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5" name="Google Shape;3415;p38"/>
                <p:cNvSpPr/>
                <p:nvPr/>
              </p:nvSpPr>
              <p:spPr>
                <a:xfrm rot="10800000">
                  <a:off x="6958012"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6" name="Google Shape;3416;p38"/>
                <p:cNvSpPr/>
                <p:nvPr/>
              </p:nvSpPr>
              <p:spPr>
                <a:xfrm rot="10800000">
                  <a:off x="695801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7" name="Google Shape;3417;p38"/>
                <p:cNvSpPr/>
                <p:nvPr/>
              </p:nvSpPr>
              <p:spPr>
                <a:xfrm rot="10800000">
                  <a:off x="698792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8" name="Google Shape;3418;p38"/>
                <p:cNvSpPr/>
                <p:nvPr/>
              </p:nvSpPr>
              <p:spPr>
                <a:xfrm rot="10800000">
                  <a:off x="6779418"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9" name="Google Shape;3419;p38"/>
                <p:cNvSpPr/>
                <p:nvPr/>
              </p:nvSpPr>
              <p:spPr>
                <a:xfrm rot="10800000">
                  <a:off x="6779418"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0" name="Google Shape;3420;p38"/>
                <p:cNvSpPr/>
                <p:nvPr/>
              </p:nvSpPr>
              <p:spPr>
                <a:xfrm rot="10800000">
                  <a:off x="6749796"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1" name="Google Shape;3421;p38"/>
                <p:cNvSpPr/>
                <p:nvPr/>
              </p:nvSpPr>
              <p:spPr>
                <a:xfrm rot="10800000">
                  <a:off x="6749796"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2" name="Google Shape;3422;p38"/>
                <p:cNvSpPr/>
                <p:nvPr/>
              </p:nvSpPr>
              <p:spPr>
                <a:xfrm rot="10800000">
                  <a:off x="6779418" y="244668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3" name="Google Shape;3423;p38"/>
                <p:cNvSpPr/>
                <p:nvPr/>
              </p:nvSpPr>
              <p:spPr>
                <a:xfrm rot="10800000">
                  <a:off x="6809232" y="2506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4" name="Google Shape;3424;p38"/>
                <p:cNvSpPr/>
                <p:nvPr/>
              </p:nvSpPr>
              <p:spPr>
                <a:xfrm rot="10800000">
                  <a:off x="6809232"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5" name="Google Shape;3425;p38"/>
                <p:cNvSpPr/>
                <p:nvPr/>
              </p:nvSpPr>
              <p:spPr>
                <a:xfrm rot="10800000">
                  <a:off x="683895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6" name="Google Shape;3426;p38"/>
                <p:cNvSpPr/>
                <p:nvPr/>
              </p:nvSpPr>
              <p:spPr>
                <a:xfrm rot="10800000">
                  <a:off x="6868763" y="274453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7" name="Google Shape;3427;p38"/>
                <p:cNvSpPr/>
                <p:nvPr/>
              </p:nvSpPr>
              <p:spPr>
                <a:xfrm rot="10800000">
                  <a:off x="6779418" y="2744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8" name="Google Shape;3428;p38"/>
                <p:cNvSpPr/>
                <p:nvPr/>
              </p:nvSpPr>
              <p:spPr>
                <a:xfrm rot="10800000">
                  <a:off x="6749796"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9" name="Google Shape;3429;p38"/>
                <p:cNvSpPr/>
                <p:nvPr/>
              </p:nvSpPr>
              <p:spPr>
                <a:xfrm rot="10800000">
                  <a:off x="6719887" y="286359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0" name="Google Shape;3430;p38"/>
                <p:cNvSpPr/>
                <p:nvPr/>
              </p:nvSpPr>
              <p:spPr>
                <a:xfrm rot="10800000">
                  <a:off x="6779418" y="2982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1" name="Google Shape;3431;p38"/>
                <p:cNvSpPr/>
                <p:nvPr/>
              </p:nvSpPr>
              <p:spPr>
                <a:xfrm rot="10800000">
                  <a:off x="6838950" y="2982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2" name="Google Shape;3432;p38"/>
                <p:cNvSpPr/>
                <p:nvPr/>
              </p:nvSpPr>
              <p:spPr>
                <a:xfrm rot="10800000">
                  <a:off x="6809232"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3" name="Google Shape;3433;p38"/>
                <p:cNvSpPr/>
                <p:nvPr/>
              </p:nvSpPr>
              <p:spPr>
                <a:xfrm rot="10800000">
                  <a:off x="686885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4" name="Google Shape;3434;p38"/>
                <p:cNvSpPr/>
                <p:nvPr/>
              </p:nvSpPr>
              <p:spPr>
                <a:xfrm rot="10800000">
                  <a:off x="6898481"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5" name="Google Shape;3435;p38"/>
                <p:cNvSpPr/>
                <p:nvPr/>
              </p:nvSpPr>
              <p:spPr>
                <a:xfrm rot="10800000">
                  <a:off x="6749796"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6" name="Google Shape;3436;p38"/>
                <p:cNvSpPr/>
                <p:nvPr/>
              </p:nvSpPr>
              <p:spPr>
                <a:xfrm rot="10800000">
                  <a:off x="6779418"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7" name="Google Shape;3437;p38"/>
                <p:cNvSpPr/>
                <p:nvPr/>
              </p:nvSpPr>
              <p:spPr>
                <a:xfrm rot="10800000">
                  <a:off x="6719887"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8" name="Google Shape;3438;p38"/>
                <p:cNvSpPr/>
                <p:nvPr/>
              </p:nvSpPr>
              <p:spPr>
                <a:xfrm rot="10800000">
                  <a:off x="6690169" y="29229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9" name="Google Shape;3439;p38"/>
                <p:cNvSpPr/>
                <p:nvPr/>
              </p:nvSpPr>
              <p:spPr>
                <a:xfrm rot="10800000">
                  <a:off x="6719887"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0" name="Google Shape;3440;p38"/>
                <p:cNvSpPr/>
                <p:nvPr/>
              </p:nvSpPr>
              <p:spPr>
                <a:xfrm rot="10800000">
                  <a:off x="6779418"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1" name="Google Shape;3441;p38"/>
                <p:cNvSpPr/>
                <p:nvPr/>
              </p:nvSpPr>
              <p:spPr>
                <a:xfrm rot="10800000">
                  <a:off x="671988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2" name="Google Shape;3442;p38"/>
                <p:cNvSpPr/>
                <p:nvPr/>
              </p:nvSpPr>
              <p:spPr>
                <a:xfrm rot="10800000">
                  <a:off x="6690169" y="232762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3" name="Google Shape;3443;p38"/>
                <p:cNvSpPr/>
                <p:nvPr/>
              </p:nvSpPr>
              <p:spPr>
                <a:xfrm rot="10800000">
                  <a:off x="6660356"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4" name="Google Shape;3444;p38"/>
                <p:cNvSpPr/>
                <p:nvPr/>
              </p:nvSpPr>
              <p:spPr>
                <a:xfrm rot="10800000">
                  <a:off x="6630733"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5" name="Google Shape;3445;p38"/>
                <p:cNvSpPr/>
                <p:nvPr/>
              </p:nvSpPr>
              <p:spPr>
                <a:xfrm rot="10800000">
                  <a:off x="6719887" y="220856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6" name="Google Shape;3446;p38"/>
                <p:cNvSpPr/>
                <p:nvPr/>
              </p:nvSpPr>
              <p:spPr>
                <a:xfrm rot="10800000">
                  <a:off x="67198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7" name="Google Shape;3447;p38"/>
                <p:cNvSpPr/>
                <p:nvPr/>
              </p:nvSpPr>
              <p:spPr>
                <a:xfrm rot="10800000">
                  <a:off x="6749796"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8" name="Google Shape;3448;p38"/>
                <p:cNvSpPr/>
                <p:nvPr/>
              </p:nvSpPr>
              <p:spPr>
                <a:xfrm rot="10800000">
                  <a:off x="6898481" y="2416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
</file>

<file path=ppt/theme/theme1.xml><?xml version="1.0" encoding="utf-8"?>
<a:theme xmlns:a="http://schemas.openxmlformats.org/drawingml/2006/main" name="Simple Retro Pixel Business Basic Template by Slidesgo">
  <a:themeElements>
    <a:clrScheme name="Simple Light">
      <a:dk1>
        <a:srgbClr val="F8F8F8"/>
      </a:dk1>
      <a:lt1>
        <a:srgbClr val="1B1B1B"/>
      </a:lt1>
      <a:dk2>
        <a:srgbClr val="595959"/>
      </a:dk2>
      <a:lt2>
        <a:srgbClr val="F1C232"/>
      </a:lt2>
      <a:accent1>
        <a:srgbClr val="FF9900"/>
      </a:accent1>
      <a:accent2>
        <a:srgbClr val="FFF2CC"/>
      </a:accent2>
      <a:accent3>
        <a:srgbClr val="CC0000"/>
      </a:accent3>
      <a:accent4>
        <a:srgbClr val="05349B"/>
      </a:accent4>
      <a:accent5>
        <a:srgbClr val="B1AAF2"/>
      </a:accent5>
      <a:accent6>
        <a:srgbClr val="FFFFFF"/>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906</Words>
  <Application>Microsoft Office PowerPoint</Application>
  <PresentationFormat>On-screen Show (16:9)</PresentationFormat>
  <Paragraphs>91</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 Narrow</vt:lpstr>
      <vt:lpstr>Archivo</vt:lpstr>
      <vt:lpstr>Arial</vt:lpstr>
      <vt:lpstr>Calibri</vt:lpstr>
      <vt:lpstr>Chivo</vt:lpstr>
      <vt:lpstr>Nunito Light</vt:lpstr>
      <vt:lpstr>Press Start 2P</vt:lpstr>
      <vt:lpstr>Segoe UI Black</vt:lpstr>
      <vt:lpstr>Segoe UI Semibold</vt:lpstr>
      <vt:lpstr>Simple Retro Pixel Business Basic Template by Slidesgo</vt:lpstr>
      <vt:lpstr>Slay the Spire</vt:lpstr>
      <vt:lpstr>Gameplay Loop</vt:lpstr>
      <vt:lpstr>Gameplay Loop</vt:lpstr>
      <vt:lpstr>Gameplay Loop</vt:lpstr>
      <vt:lpstr>PowerPoint Presentation</vt:lpstr>
      <vt:lpstr>Assess Run Strength (Win Probability) at EACH STATE</vt:lpstr>
      <vt:lpstr>CHALLENGES</vt:lpstr>
      <vt:lpstr>Data Processing – Encoding The Deck</vt:lpstr>
      <vt:lpstr>Dimensionality Reduction – Singular Value Decomposition</vt:lpstr>
      <vt:lpstr>Models</vt:lpstr>
      <vt:lpstr>Model Comparison</vt:lpstr>
      <vt:lpstr>Are We Leaking?</vt:lpstr>
      <vt:lpstr>Conclusion</vt:lpstr>
      <vt:lpstr>Our Results and Potential Next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Joseph Russoniello</cp:lastModifiedBy>
  <cp:revision>11</cp:revision>
  <dcterms:modified xsi:type="dcterms:W3CDTF">2025-12-05T01:59:25Z</dcterms:modified>
</cp:coreProperties>
</file>